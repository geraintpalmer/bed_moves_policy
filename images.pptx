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A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13"/>
  </p:normalViewPr>
  <p:slideViewPr>
    <p:cSldViewPr snapToGrid="0">
      <p:cViewPr>
        <p:scale>
          <a:sx n="90" d="100"/>
          <a:sy n="90" d="100"/>
        </p:scale>
        <p:origin x="14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7A408-EBC4-5647-91C9-55695362F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8A2DE-7095-939B-9D2D-2457667C1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AE03D-651C-F5C3-767A-5F4D2C4D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26DC8-ED2D-2705-C86E-2EDC79F1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14E6A-4BBD-9762-F82A-30D248FB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0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78A5-CBB0-AB5E-D7CB-F0A5BFBE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731ED-CB1B-1BA2-8F5F-8147858F7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B5F99-E138-D62A-8326-E9B4D55F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BFED-D8AB-0D7D-3A14-8B54110E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0AABD-2349-FCFE-BFC8-EFF7779B5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F5E4-1EEA-797D-6D3B-2D4514DAC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CD9AB-759A-811C-225C-9C4642B97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C4D58-7251-B20C-931B-066AEC5C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9AB6E-8B85-E6B3-FC07-82169E09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E7C1-F27D-8389-A8E1-3D3539DD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4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88E6-D9F6-37A2-436E-84DE45FC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9752B-3DB0-FA44-8461-78298B2A8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786AB-27CE-5533-40F0-81A739F22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09E7E-FF04-46CD-7C30-67A26BF0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8C14C-8A24-2957-41BE-17EF9454F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071C-4A28-7B38-7236-08FF0EF7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3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545E-E890-CA44-1C83-D3414155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705AA-57EB-F574-8180-47064CBF0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57FF8-1C6E-FA17-1C3D-69B900F99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8D76F-0D99-FA99-8989-C1DF4E5BA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09F97-0C92-A54E-A1B9-10586E137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98DB4-C3AD-A975-3AB8-45F57BD7E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13EB9-08A4-7436-5B3B-202CE703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2DFEE2-3193-7FCD-CA2F-FD23A710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0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AB37-BA3E-5893-7415-9EA07607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3E894-8A30-F009-1C5A-4DC1A966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55D0A-699D-2273-3561-54FABA55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702BE-B81C-49B2-2729-FA60B60D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61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E7F8B-5832-A368-B392-E5C6BE64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F579A-1C04-AA14-51EE-7ADCF083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7BB62-AFF0-2906-E7A4-EBE4C15B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2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2016-DFCF-BF24-B555-31E06753D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E873-772A-16C6-C43D-B8E57AF39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FDA17-96D0-E60A-4991-AD1FEB1FE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82FB4-6F50-C2AF-EDDA-15376E81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86BAC-459B-427A-A670-06ADF53C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4B737-01A6-8E08-5073-AC2760F1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9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DBC7-7BE4-CDBC-2973-7BE8D106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3C98D3-4D61-92FF-4C7D-A2A0B4AA1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66F07-920A-D364-5167-FF228AD43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1253A-AB76-634B-C46F-3101704D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1A64C-D75D-A417-D1F0-168F70234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37E89-65FF-7C50-646A-21308CA9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7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3AC6-A956-6913-D858-85D0EFCD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D27F-058F-63CA-6AC1-FF8FC7C91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70DA6-619A-A85D-C4C7-C7008702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5B93B-4BC2-3EB6-95CD-544C216F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CD1D4-E046-500C-337B-D18E088C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7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940BC9-29C2-BBC3-0A1A-E7C8FE0E4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7CADD-CFB1-7BB2-C0AC-3123FA5C5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6194F-68AF-D314-2E35-C15E63B7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37123-F298-E222-4E0D-0378066BE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0ADAE-DDC8-1A05-1527-C3BB059D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6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B953F-55F4-0042-FA1C-D5F5BE07D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B0A36-2073-249A-4F1A-FFFD7C2F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09752-F012-CD31-E16C-BFD8C7E67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642F0-F67B-EC40-91BE-EF08B282755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77B4-26EF-A67B-97D4-7701C6B30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06FF6-7775-8105-8A8B-6A761853B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62A5E-B425-3944-BFE9-B0701A60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07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F816D0-C7C9-4E8F-17B2-E6E7C88B5343}"/>
              </a:ext>
            </a:extLst>
          </p:cNvPr>
          <p:cNvSpPr/>
          <p:nvPr/>
        </p:nvSpPr>
        <p:spPr>
          <a:xfrm>
            <a:off x="502443" y="471488"/>
            <a:ext cx="11187113" cy="55435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leep with solid fill">
            <a:extLst>
              <a:ext uri="{FF2B5EF4-FFF2-40B4-BE49-F238E27FC236}">
                <a16:creationId xmlns:a16="http://schemas.microsoft.com/office/drawing/2014/main" id="{70649826-674C-474C-401D-21B4DA6B2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543" y="1143000"/>
            <a:ext cx="828675" cy="828675"/>
          </a:xfrm>
          <a:prstGeom prst="rect">
            <a:avLst/>
          </a:prstGeom>
        </p:spPr>
      </p:pic>
      <p:pic>
        <p:nvPicPr>
          <p:cNvPr id="7" name="Graphic 6" descr="Sleep with solid fill">
            <a:extLst>
              <a:ext uri="{FF2B5EF4-FFF2-40B4-BE49-F238E27FC236}">
                <a16:creationId xmlns:a16="http://schemas.microsoft.com/office/drawing/2014/main" id="{90CC2D46-3A99-5B06-316A-E9A7E33CE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2643" y="1143000"/>
            <a:ext cx="828675" cy="828675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0E48D74D-2E23-1FDD-C7C7-3A38EAE61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3743" y="1142999"/>
            <a:ext cx="828675" cy="828675"/>
          </a:xfrm>
          <a:prstGeom prst="rect">
            <a:avLst/>
          </a:prstGeom>
        </p:spPr>
      </p:pic>
      <p:pic>
        <p:nvPicPr>
          <p:cNvPr id="9" name="Graphic 8" descr="Sleep with solid fill">
            <a:extLst>
              <a:ext uri="{FF2B5EF4-FFF2-40B4-BE49-F238E27FC236}">
                <a16:creationId xmlns:a16="http://schemas.microsoft.com/office/drawing/2014/main" id="{6629DCBF-DB8E-3109-68A3-5E5DD6EDC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4843" y="1143000"/>
            <a:ext cx="828675" cy="828675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73021D29-F6D4-05E7-725F-3C5985257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5943" y="1143000"/>
            <a:ext cx="828675" cy="828675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A2AB1957-BDB3-08A4-A611-EDC8190C7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7043" y="1142999"/>
            <a:ext cx="828675" cy="828675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AC7F1B10-A6CA-8980-73E5-279466A0E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8143" y="1142999"/>
            <a:ext cx="828675" cy="828675"/>
          </a:xfrm>
          <a:prstGeom prst="rect">
            <a:avLst/>
          </a:prstGeom>
        </p:spPr>
      </p:pic>
      <p:pic>
        <p:nvPicPr>
          <p:cNvPr id="16" name="Graphic 15" descr="Sleep with solid fill">
            <a:extLst>
              <a:ext uri="{FF2B5EF4-FFF2-40B4-BE49-F238E27FC236}">
                <a16:creationId xmlns:a16="http://schemas.microsoft.com/office/drawing/2014/main" id="{16261EA3-9FE2-FBAF-63A6-94D816C15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543" y="4371974"/>
            <a:ext cx="828675" cy="828675"/>
          </a:xfrm>
          <a:prstGeom prst="rect">
            <a:avLst/>
          </a:prstGeom>
        </p:spPr>
      </p:pic>
      <p:pic>
        <p:nvPicPr>
          <p:cNvPr id="17" name="Graphic 16" descr="Sleep with solid fill">
            <a:extLst>
              <a:ext uri="{FF2B5EF4-FFF2-40B4-BE49-F238E27FC236}">
                <a16:creationId xmlns:a16="http://schemas.microsoft.com/office/drawing/2014/main" id="{BF790319-B66A-0DB5-5B50-E88D1BB0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2643" y="4371974"/>
            <a:ext cx="828675" cy="828675"/>
          </a:xfrm>
          <a:prstGeom prst="rect">
            <a:avLst/>
          </a:prstGeom>
        </p:spPr>
      </p:pic>
      <p:pic>
        <p:nvPicPr>
          <p:cNvPr id="18" name="Graphic 17" descr="Sleep with solid fill">
            <a:extLst>
              <a:ext uri="{FF2B5EF4-FFF2-40B4-BE49-F238E27FC236}">
                <a16:creationId xmlns:a16="http://schemas.microsoft.com/office/drawing/2014/main" id="{4CFE1C4E-4C8C-7955-CECB-71A0F0E32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3743" y="4371973"/>
            <a:ext cx="828675" cy="828675"/>
          </a:xfrm>
          <a:prstGeom prst="rect">
            <a:avLst/>
          </a:prstGeom>
        </p:spPr>
      </p:pic>
      <p:pic>
        <p:nvPicPr>
          <p:cNvPr id="19" name="Graphic 18" descr="Sleep with solid fill">
            <a:extLst>
              <a:ext uri="{FF2B5EF4-FFF2-40B4-BE49-F238E27FC236}">
                <a16:creationId xmlns:a16="http://schemas.microsoft.com/office/drawing/2014/main" id="{F73B3595-B430-2B6E-DAE4-523EA1CC8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4843" y="4371974"/>
            <a:ext cx="828675" cy="828675"/>
          </a:xfrm>
          <a:prstGeom prst="rect">
            <a:avLst/>
          </a:prstGeom>
        </p:spPr>
      </p:pic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321E13ED-0DA4-B19D-B1D2-6E2211455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5943" y="4371974"/>
            <a:ext cx="828675" cy="828675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641829CB-3D39-2BCB-77B0-3EDC845C4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7043" y="4371973"/>
            <a:ext cx="828675" cy="828675"/>
          </a:xfrm>
          <a:prstGeom prst="rect">
            <a:avLst/>
          </a:prstGeom>
        </p:spPr>
      </p:pic>
      <p:pic>
        <p:nvPicPr>
          <p:cNvPr id="22" name="Graphic 21" descr="Sleep with solid fill">
            <a:extLst>
              <a:ext uri="{FF2B5EF4-FFF2-40B4-BE49-F238E27FC236}">
                <a16:creationId xmlns:a16="http://schemas.microsoft.com/office/drawing/2014/main" id="{1BC0507A-5EB2-312D-356B-54E2A705D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8143" y="4371973"/>
            <a:ext cx="828675" cy="828675"/>
          </a:xfrm>
          <a:prstGeom prst="rect">
            <a:avLst/>
          </a:prstGeom>
        </p:spPr>
      </p:pic>
      <p:pic>
        <p:nvPicPr>
          <p:cNvPr id="23" name="Graphic 22" descr="Sleep with solid fill">
            <a:extLst>
              <a:ext uri="{FF2B5EF4-FFF2-40B4-BE49-F238E27FC236}">
                <a16:creationId xmlns:a16="http://schemas.microsoft.com/office/drawing/2014/main" id="{4E8F397B-2235-DD17-2607-EF1B0AE3E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0782" y="1443032"/>
            <a:ext cx="828675" cy="828675"/>
          </a:xfrm>
          <a:prstGeom prst="rect">
            <a:avLst/>
          </a:prstGeom>
        </p:spPr>
      </p:pic>
      <p:pic>
        <p:nvPicPr>
          <p:cNvPr id="24" name="Graphic 23" descr="Sleep with solid fill">
            <a:extLst>
              <a:ext uri="{FF2B5EF4-FFF2-40B4-BE49-F238E27FC236}">
                <a16:creationId xmlns:a16="http://schemas.microsoft.com/office/drawing/2014/main" id="{3E70F18D-6EE8-94DA-579C-05F51B4A2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0781" y="2800347"/>
            <a:ext cx="828675" cy="828675"/>
          </a:xfrm>
          <a:prstGeom prst="rect">
            <a:avLst/>
          </a:prstGeom>
        </p:spPr>
      </p:pic>
      <p:pic>
        <p:nvPicPr>
          <p:cNvPr id="25" name="Graphic 24" descr="Sleep with solid fill">
            <a:extLst>
              <a:ext uri="{FF2B5EF4-FFF2-40B4-BE49-F238E27FC236}">
                <a16:creationId xmlns:a16="http://schemas.microsoft.com/office/drawing/2014/main" id="{4F4506B2-3AF0-7621-C03C-F082FBCE6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0781" y="4171950"/>
            <a:ext cx="828675" cy="828675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6C6EA16-7F31-774A-AB50-479813C54375}"/>
              </a:ext>
            </a:extLst>
          </p:cNvPr>
          <p:cNvCxnSpPr>
            <a:cxnSpLocks/>
          </p:cNvCxnSpPr>
          <p:nvPr/>
        </p:nvCxnSpPr>
        <p:spPr>
          <a:xfrm>
            <a:off x="9686925" y="471488"/>
            <a:ext cx="0" cy="5543550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BDBAB0A-5A94-1908-B73A-C1A3517B001D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502443" y="3243263"/>
            <a:ext cx="9184482" cy="0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A1E0CEC-32F4-B395-8724-F8F9C3E80C84}"/>
              </a:ext>
            </a:extLst>
          </p:cNvPr>
          <p:cNvSpPr txBox="1"/>
          <p:nvPr/>
        </p:nvSpPr>
        <p:spPr>
          <a:xfrm>
            <a:off x="9796843" y="771458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5179D8-82BC-311E-258D-93BC6F14C473}"/>
              </a:ext>
            </a:extLst>
          </p:cNvPr>
          <p:cNvSpPr txBox="1"/>
          <p:nvPr/>
        </p:nvSpPr>
        <p:spPr>
          <a:xfrm>
            <a:off x="858820" y="692908"/>
            <a:ext cx="2318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Left side of corridor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C41B2B-3BD3-1E70-E039-8495F716BDE1}"/>
              </a:ext>
            </a:extLst>
          </p:cNvPr>
          <p:cNvSpPr txBox="1"/>
          <p:nvPr/>
        </p:nvSpPr>
        <p:spPr>
          <a:xfrm>
            <a:off x="858819" y="3957541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Right side of corridor</a:t>
            </a:r>
          </a:p>
        </p:txBody>
      </p:sp>
    </p:spTree>
    <p:extLst>
      <p:ext uri="{BB962C8B-B14F-4D97-AF65-F5344CB8AC3E}">
        <p14:creationId xmlns:p14="http://schemas.microsoft.com/office/powerpoint/2010/main" val="38732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5A078-8536-EAEF-26CB-B3C2C48E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F8C610-FF1D-87B3-02D6-37F4D26B8007}"/>
              </a:ext>
            </a:extLst>
          </p:cNvPr>
          <p:cNvSpPr/>
          <p:nvPr/>
        </p:nvSpPr>
        <p:spPr>
          <a:xfrm>
            <a:off x="502443" y="471488"/>
            <a:ext cx="11187113" cy="55435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62CD13-3A40-55FD-F806-A528A5479D93}"/>
              </a:ext>
            </a:extLst>
          </p:cNvPr>
          <p:cNvSpPr/>
          <p:nvPr/>
        </p:nvSpPr>
        <p:spPr>
          <a:xfrm>
            <a:off x="785812" y="1042988"/>
            <a:ext cx="3457575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44EF39C-6720-2248-0329-3D2896A5A06A}"/>
              </a:ext>
            </a:extLst>
          </p:cNvPr>
          <p:cNvSpPr/>
          <p:nvPr/>
        </p:nvSpPr>
        <p:spPr>
          <a:xfrm>
            <a:off x="785812" y="4286245"/>
            <a:ext cx="3398046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819A921-F737-3824-FAB1-CC4ECC3CFC5E}"/>
              </a:ext>
            </a:extLst>
          </p:cNvPr>
          <p:cNvSpPr/>
          <p:nvPr/>
        </p:nvSpPr>
        <p:spPr>
          <a:xfrm>
            <a:off x="4383881" y="1042987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17EF023-DB4C-3C4E-43B7-2EBC4356352F}"/>
              </a:ext>
            </a:extLst>
          </p:cNvPr>
          <p:cNvSpPr/>
          <p:nvPr/>
        </p:nvSpPr>
        <p:spPr>
          <a:xfrm>
            <a:off x="4383880" y="4286244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71AE816-3FCA-FC13-1278-C0FF528A2E8B}"/>
              </a:ext>
            </a:extLst>
          </p:cNvPr>
          <p:cNvSpPr/>
          <p:nvPr/>
        </p:nvSpPr>
        <p:spPr>
          <a:xfrm>
            <a:off x="6723459" y="4286243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1606979-A561-3BED-6BFC-9D6E5A51BF7E}"/>
              </a:ext>
            </a:extLst>
          </p:cNvPr>
          <p:cNvSpPr/>
          <p:nvPr/>
        </p:nvSpPr>
        <p:spPr>
          <a:xfrm>
            <a:off x="6718698" y="1042986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60D408E-E7E6-9911-0BED-A752DCE97034}"/>
              </a:ext>
            </a:extLst>
          </p:cNvPr>
          <p:cNvSpPr/>
          <p:nvPr/>
        </p:nvSpPr>
        <p:spPr>
          <a:xfrm>
            <a:off x="9761934" y="1528753"/>
            <a:ext cx="1450183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71A6D79-1D64-63C0-A6BD-35503067B1AC}"/>
              </a:ext>
            </a:extLst>
          </p:cNvPr>
          <p:cNvSpPr/>
          <p:nvPr/>
        </p:nvSpPr>
        <p:spPr>
          <a:xfrm>
            <a:off x="9761934" y="2886077"/>
            <a:ext cx="1450183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D01E80E-2B91-F20D-004C-3E2FEC48ACB2}"/>
              </a:ext>
            </a:extLst>
          </p:cNvPr>
          <p:cNvSpPr/>
          <p:nvPr/>
        </p:nvSpPr>
        <p:spPr>
          <a:xfrm>
            <a:off x="9761932" y="4257672"/>
            <a:ext cx="1450183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leep with solid fill">
            <a:extLst>
              <a:ext uri="{FF2B5EF4-FFF2-40B4-BE49-F238E27FC236}">
                <a16:creationId xmlns:a16="http://schemas.microsoft.com/office/drawing/2014/main" id="{E0A22D8C-679C-EA7D-A9A4-E33BE13AE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543" y="1143000"/>
            <a:ext cx="828675" cy="828675"/>
          </a:xfrm>
          <a:prstGeom prst="rect">
            <a:avLst/>
          </a:prstGeom>
        </p:spPr>
      </p:pic>
      <p:pic>
        <p:nvPicPr>
          <p:cNvPr id="7" name="Graphic 6" descr="Sleep with solid fill">
            <a:extLst>
              <a:ext uri="{FF2B5EF4-FFF2-40B4-BE49-F238E27FC236}">
                <a16:creationId xmlns:a16="http://schemas.microsoft.com/office/drawing/2014/main" id="{645EF4F7-C3DB-98F3-753C-92866E90C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2643" y="1143000"/>
            <a:ext cx="828675" cy="828675"/>
          </a:xfrm>
          <a:prstGeom prst="rect">
            <a:avLst/>
          </a:prstGeom>
        </p:spPr>
      </p:pic>
      <p:pic>
        <p:nvPicPr>
          <p:cNvPr id="8" name="Graphic 7" descr="Sleep with solid fill">
            <a:extLst>
              <a:ext uri="{FF2B5EF4-FFF2-40B4-BE49-F238E27FC236}">
                <a16:creationId xmlns:a16="http://schemas.microsoft.com/office/drawing/2014/main" id="{4350FF8C-DED3-6A60-F74D-4ED1ABDE8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3743" y="1142999"/>
            <a:ext cx="828675" cy="828675"/>
          </a:xfrm>
          <a:prstGeom prst="rect">
            <a:avLst/>
          </a:prstGeom>
        </p:spPr>
      </p:pic>
      <p:pic>
        <p:nvPicPr>
          <p:cNvPr id="9" name="Graphic 8" descr="Sleep with solid fill">
            <a:extLst>
              <a:ext uri="{FF2B5EF4-FFF2-40B4-BE49-F238E27FC236}">
                <a16:creationId xmlns:a16="http://schemas.microsoft.com/office/drawing/2014/main" id="{31990DE1-AA09-67BF-FDC6-7B212A736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4843" y="1143000"/>
            <a:ext cx="828675" cy="828675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D03552DF-1F7D-61FD-A397-3931FCFFF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5943" y="1143000"/>
            <a:ext cx="828675" cy="828675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CC3E33CB-A818-CFF2-B0AA-9CAD8C08F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7043" y="1142999"/>
            <a:ext cx="828675" cy="828675"/>
          </a:xfrm>
          <a:prstGeom prst="rect">
            <a:avLst/>
          </a:prstGeom>
        </p:spPr>
      </p:pic>
      <p:pic>
        <p:nvPicPr>
          <p:cNvPr id="15" name="Graphic 14" descr="Sleep with solid fill">
            <a:extLst>
              <a:ext uri="{FF2B5EF4-FFF2-40B4-BE49-F238E27FC236}">
                <a16:creationId xmlns:a16="http://schemas.microsoft.com/office/drawing/2014/main" id="{2CE7EF36-B90D-4B6F-C006-D619A2911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8143" y="1142999"/>
            <a:ext cx="828675" cy="828675"/>
          </a:xfrm>
          <a:prstGeom prst="rect">
            <a:avLst/>
          </a:prstGeom>
        </p:spPr>
      </p:pic>
      <p:pic>
        <p:nvPicPr>
          <p:cNvPr id="16" name="Graphic 15" descr="Sleep with solid fill">
            <a:extLst>
              <a:ext uri="{FF2B5EF4-FFF2-40B4-BE49-F238E27FC236}">
                <a16:creationId xmlns:a16="http://schemas.microsoft.com/office/drawing/2014/main" id="{7F8EEB4F-E538-9D07-8A1E-9E0AAEDA5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543" y="4371974"/>
            <a:ext cx="828675" cy="828675"/>
          </a:xfrm>
          <a:prstGeom prst="rect">
            <a:avLst/>
          </a:prstGeom>
        </p:spPr>
      </p:pic>
      <p:pic>
        <p:nvPicPr>
          <p:cNvPr id="17" name="Graphic 16" descr="Sleep with solid fill">
            <a:extLst>
              <a:ext uri="{FF2B5EF4-FFF2-40B4-BE49-F238E27FC236}">
                <a16:creationId xmlns:a16="http://schemas.microsoft.com/office/drawing/2014/main" id="{3A01C26F-FAFC-02EC-0779-DF316105F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2643" y="4371974"/>
            <a:ext cx="828675" cy="828675"/>
          </a:xfrm>
          <a:prstGeom prst="rect">
            <a:avLst/>
          </a:prstGeom>
        </p:spPr>
      </p:pic>
      <p:pic>
        <p:nvPicPr>
          <p:cNvPr id="18" name="Graphic 17" descr="Sleep with solid fill">
            <a:extLst>
              <a:ext uri="{FF2B5EF4-FFF2-40B4-BE49-F238E27FC236}">
                <a16:creationId xmlns:a16="http://schemas.microsoft.com/office/drawing/2014/main" id="{8A7033AB-18A3-DD9B-409A-22027471D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3743" y="4371973"/>
            <a:ext cx="828675" cy="828675"/>
          </a:xfrm>
          <a:prstGeom prst="rect">
            <a:avLst/>
          </a:prstGeom>
        </p:spPr>
      </p:pic>
      <p:pic>
        <p:nvPicPr>
          <p:cNvPr id="19" name="Graphic 18" descr="Sleep with solid fill">
            <a:extLst>
              <a:ext uri="{FF2B5EF4-FFF2-40B4-BE49-F238E27FC236}">
                <a16:creationId xmlns:a16="http://schemas.microsoft.com/office/drawing/2014/main" id="{64F9DBA4-5D29-BDFC-3E4E-BCAB99D1B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4843" y="4371974"/>
            <a:ext cx="828675" cy="828675"/>
          </a:xfrm>
          <a:prstGeom prst="rect">
            <a:avLst/>
          </a:prstGeom>
        </p:spPr>
      </p:pic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42E4F327-6492-2C6B-6BBE-B4712F4B9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5943" y="4371974"/>
            <a:ext cx="828675" cy="828675"/>
          </a:xfrm>
          <a:prstGeom prst="rect">
            <a:avLst/>
          </a:prstGeom>
        </p:spPr>
      </p:pic>
      <p:pic>
        <p:nvPicPr>
          <p:cNvPr id="21" name="Graphic 20" descr="Sleep with solid fill">
            <a:extLst>
              <a:ext uri="{FF2B5EF4-FFF2-40B4-BE49-F238E27FC236}">
                <a16:creationId xmlns:a16="http://schemas.microsoft.com/office/drawing/2014/main" id="{591B2A58-276A-8E58-3B2C-05C543162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7043" y="4371973"/>
            <a:ext cx="828675" cy="828675"/>
          </a:xfrm>
          <a:prstGeom prst="rect">
            <a:avLst/>
          </a:prstGeom>
        </p:spPr>
      </p:pic>
      <p:pic>
        <p:nvPicPr>
          <p:cNvPr id="22" name="Graphic 21" descr="Sleep with solid fill">
            <a:extLst>
              <a:ext uri="{FF2B5EF4-FFF2-40B4-BE49-F238E27FC236}">
                <a16:creationId xmlns:a16="http://schemas.microsoft.com/office/drawing/2014/main" id="{C3A089D4-F3FF-4D66-17F9-C165FFCC7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8143" y="4371973"/>
            <a:ext cx="828675" cy="828675"/>
          </a:xfrm>
          <a:prstGeom prst="rect">
            <a:avLst/>
          </a:prstGeom>
        </p:spPr>
      </p:pic>
      <p:pic>
        <p:nvPicPr>
          <p:cNvPr id="23" name="Graphic 22" descr="Sleep with solid fill">
            <a:extLst>
              <a:ext uri="{FF2B5EF4-FFF2-40B4-BE49-F238E27FC236}">
                <a16:creationId xmlns:a16="http://schemas.microsoft.com/office/drawing/2014/main" id="{C3B066A5-88AB-72B7-2334-7E469D590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0782" y="1443032"/>
            <a:ext cx="828675" cy="828675"/>
          </a:xfrm>
          <a:prstGeom prst="rect">
            <a:avLst/>
          </a:prstGeom>
        </p:spPr>
      </p:pic>
      <p:pic>
        <p:nvPicPr>
          <p:cNvPr id="24" name="Graphic 23" descr="Sleep with solid fill">
            <a:extLst>
              <a:ext uri="{FF2B5EF4-FFF2-40B4-BE49-F238E27FC236}">
                <a16:creationId xmlns:a16="http://schemas.microsoft.com/office/drawing/2014/main" id="{09DC8837-4BA9-6EAB-AB07-2A1BAF54B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0781" y="2800347"/>
            <a:ext cx="828675" cy="828675"/>
          </a:xfrm>
          <a:prstGeom prst="rect">
            <a:avLst/>
          </a:prstGeom>
        </p:spPr>
      </p:pic>
      <p:pic>
        <p:nvPicPr>
          <p:cNvPr id="25" name="Graphic 24" descr="Sleep with solid fill">
            <a:extLst>
              <a:ext uri="{FF2B5EF4-FFF2-40B4-BE49-F238E27FC236}">
                <a16:creationId xmlns:a16="http://schemas.microsoft.com/office/drawing/2014/main" id="{9B4F37D5-2B0F-3E3D-3229-8FB9F5F45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0781" y="4171950"/>
            <a:ext cx="828675" cy="82867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F452406-5701-8A0A-E794-797DB91AB27A}"/>
              </a:ext>
            </a:extLst>
          </p:cNvPr>
          <p:cNvSpPr txBox="1"/>
          <p:nvPr/>
        </p:nvSpPr>
        <p:spPr>
          <a:xfrm>
            <a:off x="800156" y="638470"/>
            <a:ext cx="535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279608-91F0-60AC-50DE-A17380496841}"/>
              </a:ext>
            </a:extLst>
          </p:cNvPr>
          <p:cNvSpPr txBox="1"/>
          <p:nvPr/>
        </p:nvSpPr>
        <p:spPr>
          <a:xfrm>
            <a:off x="4383880" y="63847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371A03-54AA-CF57-6342-5EF3F55794FE}"/>
              </a:ext>
            </a:extLst>
          </p:cNvPr>
          <p:cNvSpPr txBox="1"/>
          <p:nvPr/>
        </p:nvSpPr>
        <p:spPr>
          <a:xfrm>
            <a:off x="6725214" y="614354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25C6A5-8073-E6A9-2DF5-ECC2DAA537C5}"/>
              </a:ext>
            </a:extLst>
          </p:cNvPr>
          <p:cNvSpPr txBox="1"/>
          <p:nvPr/>
        </p:nvSpPr>
        <p:spPr>
          <a:xfrm>
            <a:off x="800156" y="3843331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07A6D7-8BFD-026B-66CB-6B79265D5049}"/>
              </a:ext>
            </a:extLst>
          </p:cNvPr>
          <p:cNvSpPr txBox="1"/>
          <p:nvPr/>
        </p:nvSpPr>
        <p:spPr>
          <a:xfrm>
            <a:off x="4383880" y="384110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1F031C-8EA4-BE65-E2D4-4D2CC0FCEDBA}"/>
              </a:ext>
            </a:extLst>
          </p:cNvPr>
          <p:cNvSpPr txBox="1"/>
          <p:nvPr/>
        </p:nvSpPr>
        <p:spPr>
          <a:xfrm>
            <a:off x="6725214" y="384109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5B300F-2A8A-1468-EDE1-DBCA3170EA1B}"/>
              </a:ext>
            </a:extLst>
          </p:cNvPr>
          <p:cNvSpPr txBox="1"/>
          <p:nvPr/>
        </p:nvSpPr>
        <p:spPr>
          <a:xfrm>
            <a:off x="9712435" y="112423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91EB0-DA34-B427-5111-5A8BB235C75C}"/>
              </a:ext>
            </a:extLst>
          </p:cNvPr>
          <p:cNvSpPr txBox="1"/>
          <p:nvPr/>
        </p:nvSpPr>
        <p:spPr>
          <a:xfrm>
            <a:off x="9712435" y="2504775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BCD544-0883-9D80-710D-317134EB71D9}"/>
              </a:ext>
            </a:extLst>
          </p:cNvPr>
          <p:cNvSpPr txBox="1"/>
          <p:nvPr/>
        </p:nvSpPr>
        <p:spPr>
          <a:xfrm>
            <a:off x="9712435" y="386745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</p:spTree>
    <p:extLst>
      <p:ext uri="{BB962C8B-B14F-4D97-AF65-F5344CB8AC3E}">
        <p14:creationId xmlns:p14="http://schemas.microsoft.com/office/powerpoint/2010/main" val="92179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4DA31-3BDC-99C3-036E-803A617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Sleep with solid fill">
            <a:extLst>
              <a:ext uri="{FF2B5EF4-FFF2-40B4-BE49-F238E27FC236}">
                <a16:creationId xmlns:a16="http://schemas.microsoft.com/office/drawing/2014/main" id="{E501C44B-1888-548D-0354-955D47CB4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215" y="3324222"/>
            <a:ext cx="1514475" cy="1514475"/>
          </a:xfrm>
          <a:prstGeom prst="rect">
            <a:avLst/>
          </a:prstGeom>
        </p:spPr>
      </p:pic>
      <p:pic>
        <p:nvPicPr>
          <p:cNvPr id="45" name="Graphic 44" descr="Bed with solid fill">
            <a:extLst>
              <a:ext uri="{FF2B5EF4-FFF2-40B4-BE49-F238E27FC236}">
                <a16:creationId xmlns:a16="http://schemas.microsoft.com/office/drawing/2014/main" id="{0288C05E-DCC5-B6E6-B28A-E1F13C63BD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215" y="504828"/>
            <a:ext cx="1514475" cy="1514475"/>
          </a:xfrm>
          <a:prstGeom prst="rect">
            <a:avLst/>
          </a:prstGeom>
        </p:spPr>
      </p:pic>
      <p:pic>
        <p:nvPicPr>
          <p:cNvPr id="46" name="Graphic 45" descr="Sleep with solid fill">
            <a:extLst>
              <a:ext uri="{FF2B5EF4-FFF2-40B4-BE49-F238E27FC236}">
                <a16:creationId xmlns:a16="http://schemas.microsoft.com/office/drawing/2014/main" id="{94055BE3-CF37-ED4F-02AC-F0D2EB4A01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215" y="4838697"/>
            <a:ext cx="1514475" cy="1514475"/>
          </a:xfrm>
          <a:prstGeom prst="rect">
            <a:avLst/>
          </a:prstGeom>
        </p:spPr>
      </p:pic>
      <p:pic>
        <p:nvPicPr>
          <p:cNvPr id="47" name="Graphic 46" descr="Sleep with solid fill">
            <a:extLst>
              <a:ext uri="{FF2B5EF4-FFF2-40B4-BE49-F238E27FC236}">
                <a16:creationId xmlns:a16="http://schemas.microsoft.com/office/drawing/2014/main" id="{71EDCAAC-A0DD-E6BD-C5AC-2555A0C2C3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215" y="1800224"/>
            <a:ext cx="1514475" cy="151447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D0C02AA-EC03-B5A7-9860-4C668F5CFD9E}"/>
              </a:ext>
            </a:extLst>
          </p:cNvPr>
          <p:cNvSpPr txBox="1"/>
          <p:nvPr/>
        </p:nvSpPr>
        <p:spPr>
          <a:xfrm>
            <a:off x="2273277" y="1062010"/>
            <a:ext cx="2029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Unoccupied Bed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4320AC-39D1-8C2B-3815-9DD2430349C6}"/>
              </a:ext>
            </a:extLst>
          </p:cNvPr>
          <p:cNvSpPr txBox="1"/>
          <p:nvPr/>
        </p:nvSpPr>
        <p:spPr>
          <a:xfrm>
            <a:off x="2273277" y="2357406"/>
            <a:ext cx="751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Green Occupied Bed (duties can be shared with block’s resources)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7FE63D-2B86-4E0B-128B-F7EBA3C9E4C6}"/>
              </a:ext>
            </a:extLst>
          </p:cNvPr>
          <p:cNvSpPr txBox="1"/>
          <p:nvPr/>
        </p:nvSpPr>
        <p:spPr>
          <a:xfrm>
            <a:off x="2273277" y="3900430"/>
            <a:ext cx="9412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Amber Occupied Bed (duties can’t be shared with block’s resources, 1 to 1 attention)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4A9759-ECFB-38C4-260F-A3E111207D7D}"/>
              </a:ext>
            </a:extLst>
          </p:cNvPr>
          <p:cNvSpPr txBox="1"/>
          <p:nvPr/>
        </p:nvSpPr>
        <p:spPr>
          <a:xfrm>
            <a:off x="2297565" y="5443454"/>
            <a:ext cx="81181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Red Occupied Bed (1-1 attention, penalty if not placed in isolation block)</a:t>
            </a:r>
          </a:p>
        </p:txBody>
      </p:sp>
    </p:spTree>
    <p:extLst>
      <p:ext uri="{BB962C8B-B14F-4D97-AF65-F5344CB8AC3E}">
        <p14:creationId xmlns:p14="http://schemas.microsoft.com/office/powerpoint/2010/main" val="347487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B3EB-4D0D-F6F2-E65A-249A6D7F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82D574-3CDD-A516-76AB-2E102402B777}"/>
              </a:ext>
            </a:extLst>
          </p:cNvPr>
          <p:cNvSpPr/>
          <p:nvPr/>
        </p:nvSpPr>
        <p:spPr>
          <a:xfrm>
            <a:off x="502443" y="471488"/>
            <a:ext cx="11187113" cy="55435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9EDE8A0-2F34-BB64-B7B3-31C0A17B294D}"/>
              </a:ext>
            </a:extLst>
          </p:cNvPr>
          <p:cNvSpPr/>
          <p:nvPr/>
        </p:nvSpPr>
        <p:spPr>
          <a:xfrm>
            <a:off x="785812" y="1042988"/>
            <a:ext cx="3457575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8E442E8-A2D2-8A22-3A71-A818F374660C}"/>
              </a:ext>
            </a:extLst>
          </p:cNvPr>
          <p:cNvSpPr/>
          <p:nvPr/>
        </p:nvSpPr>
        <p:spPr>
          <a:xfrm>
            <a:off x="785812" y="4286245"/>
            <a:ext cx="3398046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A4595B9-14FA-92CE-1211-4B0C53CFB07E}"/>
              </a:ext>
            </a:extLst>
          </p:cNvPr>
          <p:cNvSpPr/>
          <p:nvPr/>
        </p:nvSpPr>
        <p:spPr>
          <a:xfrm>
            <a:off x="4383881" y="1042987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D2A1D43-4EC7-F5AF-A19B-73A5C19764BA}"/>
              </a:ext>
            </a:extLst>
          </p:cNvPr>
          <p:cNvSpPr/>
          <p:nvPr/>
        </p:nvSpPr>
        <p:spPr>
          <a:xfrm>
            <a:off x="4383880" y="4286244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9B635C6-49CC-BF29-551D-A7AB6CF1EBA8}"/>
              </a:ext>
            </a:extLst>
          </p:cNvPr>
          <p:cNvSpPr/>
          <p:nvPr/>
        </p:nvSpPr>
        <p:spPr>
          <a:xfrm>
            <a:off x="6723459" y="4286243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C008621-0415-ED39-2100-9405ABAE438F}"/>
              </a:ext>
            </a:extLst>
          </p:cNvPr>
          <p:cNvSpPr/>
          <p:nvPr/>
        </p:nvSpPr>
        <p:spPr>
          <a:xfrm>
            <a:off x="6718698" y="1042986"/>
            <a:ext cx="2221707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A4B0B62-55FE-9A6F-BE5C-6EBA9854685D}"/>
              </a:ext>
            </a:extLst>
          </p:cNvPr>
          <p:cNvSpPr/>
          <p:nvPr/>
        </p:nvSpPr>
        <p:spPr>
          <a:xfrm>
            <a:off x="9761934" y="1528753"/>
            <a:ext cx="1450183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D888AB0-5907-E4F1-5F48-B76791D834C4}"/>
              </a:ext>
            </a:extLst>
          </p:cNvPr>
          <p:cNvSpPr/>
          <p:nvPr/>
        </p:nvSpPr>
        <p:spPr>
          <a:xfrm>
            <a:off x="9761934" y="2886077"/>
            <a:ext cx="1450183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74DB526-AC18-30F5-A6F5-B571CE485C8D}"/>
              </a:ext>
            </a:extLst>
          </p:cNvPr>
          <p:cNvSpPr/>
          <p:nvPr/>
        </p:nvSpPr>
        <p:spPr>
          <a:xfrm>
            <a:off x="9761932" y="4257672"/>
            <a:ext cx="1450183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Bed with solid fill">
            <a:extLst>
              <a:ext uri="{FF2B5EF4-FFF2-40B4-BE49-F238E27FC236}">
                <a16:creationId xmlns:a16="http://schemas.microsoft.com/office/drawing/2014/main" id="{C8F7C16C-9159-9A6D-3C00-F4BAA4F1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21543" y="1143000"/>
            <a:ext cx="828675" cy="828675"/>
          </a:xfrm>
          <a:prstGeom prst="rect">
            <a:avLst/>
          </a:prstGeom>
        </p:spPr>
      </p:pic>
      <p:pic>
        <p:nvPicPr>
          <p:cNvPr id="7" name="Graphic 6" descr="Bed with solid fill">
            <a:extLst>
              <a:ext uri="{FF2B5EF4-FFF2-40B4-BE49-F238E27FC236}">
                <a16:creationId xmlns:a16="http://schemas.microsoft.com/office/drawing/2014/main" id="{35540212-6547-54EF-61FC-5D179DF70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02643" y="1143000"/>
            <a:ext cx="828675" cy="828675"/>
          </a:xfrm>
          <a:prstGeom prst="rect">
            <a:avLst/>
          </a:prstGeom>
        </p:spPr>
      </p:pic>
      <p:pic>
        <p:nvPicPr>
          <p:cNvPr id="8" name="Graphic 7" descr="Bed with solid fill">
            <a:extLst>
              <a:ext uri="{FF2B5EF4-FFF2-40B4-BE49-F238E27FC236}">
                <a16:creationId xmlns:a16="http://schemas.microsoft.com/office/drawing/2014/main" id="{150FC3E0-2487-D4A6-F946-E7CF1B33D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83743" y="1142999"/>
            <a:ext cx="828675" cy="828675"/>
          </a:xfrm>
          <a:prstGeom prst="rect">
            <a:avLst/>
          </a:prstGeom>
        </p:spPr>
      </p:pic>
      <p:pic>
        <p:nvPicPr>
          <p:cNvPr id="9" name="Graphic 8" descr="Sleep with solid fill">
            <a:extLst>
              <a:ext uri="{FF2B5EF4-FFF2-40B4-BE49-F238E27FC236}">
                <a16:creationId xmlns:a16="http://schemas.microsoft.com/office/drawing/2014/main" id="{8825AD9F-2B75-B172-9E79-C7375EBC4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4843" y="1143000"/>
            <a:ext cx="828675" cy="828675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D2D598B3-5CF6-1588-F337-E9203F948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5943" y="1143000"/>
            <a:ext cx="828675" cy="828675"/>
          </a:xfrm>
          <a:prstGeom prst="rect">
            <a:avLst/>
          </a:prstGeom>
        </p:spPr>
      </p:pic>
      <p:pic>
        <p:nvPicPr>
          <p:cNvPr id="11" name="Graphic 10" descr="Sleep with solid fill">
            <a:extLst>
              <a:ext uri="{FF2B5EF4-FFF2-40B4-BE49-F238E27FC236}">
                <a16:creationId xmlns:a16="http://schemas.microsoft.com/office/drawing/2014/main" id="{BE97EE8C-51A4-34FC-9055-7BEE57C6A5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7043" y="1142999"/>
            <a:ext cx="828675" cy="828675"/>
          </a:xfrm>
          <a:prstGeom prst="rect">
            <a:avLst/>
          </a:prstGeom>
        </p:spPr>
      </p:pic>
      <p:pic>
        <p:nvPicPr>
          <p:cNvPr id="15" name="Graphic 14" descr="Bed with solid fill">
            <a:extLst>
              <a:ext uri="{FF2B5EF4-FFF2-40B4-BE49-F238E27FC236}">
                <a16:creationId xmlns:a16="http://schemas.microsoft.com/office/drawing/2014/main" id="{D800CC2E-479B-D252-9A46-CE9BC6342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008143" y="1142999"/>
            <a:ext cx="828675" cy="828675"/>
          </a:xfrm>
          <a:prstGeom prst="rect">
            <a:avLst/>
          </a:prstGeom>
        </p:spPr>
      </p:pic>
      <p:pic>
        <p:nvPicPr>
          <p:cNvPr id="16" name="Graphic 15" descr="Sleep with solid fill">
            <a:extLst>
              <a:ext uri="{FF2B5EF4-FFF2-40B4-BE49-F238E27FC236}">
                <a16:creationId xmlns:a16="http://schemas.microsoft.com/office/drawing/2014/main" id="{BAFD1A47-BD70-0250-FC34-1C7BB02E8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1543" y="4371974"/>
            <a:ext cx="828675" cy="828675"/>
          </a:xfrm>
          <a:prstGeom prst="rect">
            <a:avLst/>
          </a:prstGeom>
        </p:spPr>
      </p:pic>
      <p:pic>
        <p:nvPicPr>
          <p:cNvPr id="17" name="Graphic 16" descr="Sleep with solid fill">
            <a:extLst>
              <a:ext uri="{FF2B5EF4-FFF2-40B4-BE49-F238E27FC236}">
                <a16:creationId xmlns:a16="http://schemas.microsoft.com/office/drawing/2014/main" id="{96710407-B96E-E05D-2ADD-034CF75E1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2643" y="4371974"/>
            <a:ext cx="828675" cy="828675"/>
          </a:xfrm>
          <a:prstGeom prst="rect">
            <a:avLst/>
          </a:prstGeom>
        </p:spPr>
      </p:pic>
      <p:pic>
        <p:nvPicPr>
          <p:cNvPr id="18" name="Graphic 17" descr="Sleep with solid fill">
            <a:extLst>
              <a:ext uri="{FF2B5EF4-FFF2-40B4-BE49-F238E27FC236}">
                <a16:creationId xmlns:a16="http://schemas.microsoft.com/office/drawing/2014/main" id="{6ED5F9E1-0658-D8DF-6A6B-2F6C70E77F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3743" y="4371973"/>
            <a:ext cx="828675" cy="828675"/>
          </a:xfrm>
          <a:prstGeom prst="rect">
            <a:avLst/>
          </a:prstGeom>
        </p:spPr>
      </p:pic>
      <p:pic>
        <p:nvPicPr>
          <p:cNvPr id="19" name="Graphic 18" descr="Bed with solid fill">
            <a:extLst>
              <a:ext uri="{FF2B5EF4-FFF2-40B4-BE49-F238E27FC236}">
                <a16:creationId xmlns:a16="http://schemas.microsoft.com/office/drawing/2014/main" id="{CFE7ED93-4A4B-DC50-41F1-780B38F7A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64843" y="4371974"/>
            <a:ext cx="828675" cy="828675"/>
          </a:xfrm>
          <a:prstGeom prst="rect">
            <a:avLst/>
          </a:prstGeom>
        </p:spPr>
      </p:pic>
      <p:pic>
        <p:nvPicPr>
          <p:cNvPr id="20" name="Graphic 19" descr="Bed with solid fill">
            <a:extLst>
              <a:ext uri="{FF2B5EF4-FFF2-40B4-BE49-F238E27FC236}">
                <a16:creationId xmlns:a16="http://schemas.microsoft.com/office/drawing/2014/main" id="{22A24FBC-C2B4-426B-D728-1B14FF68A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45943" y="4371974"/>
            <a:ext cx="828675" cy="828675"/>
          </a:xfrm>
          <a:prstGeom prst="rect">
            <a:avLst/>
          </a:prstGeom>
        </p:spPr>
      </p:pic>
      <p:pic>
        <p:nvPicPr>
          <p:cNvPr id="21" name="Graphic 20" descr="Bed with solid fill">
            <a:extLst>
              <a:ext uri="{FF2B5EF4-FFF2-40B4-BE49-F238E27FC236}">
                <a16:creationId xmlns:a16="http://schemas.microsoft.com/office/drawing/2014/main" id="{21A55D23-0374-03DE-641F-2E58ED414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27043" y="4371973"/>
            <a:ext cx="828675" cy="828675"/>
          </a:xfrm>
          <a:prstGeom prst="rect">
            <a:avLst/>
          </a:prstGeom>
        </p:spPr>
      </p:pic>
      <p:pic>
        <p:nvPicPr>
          <p:cNvPr id="22" name="Graphic 21" descr="Sleep with solid fill">
            <a:extLst>
              <a:ext uri="{FF2B5EF4-FFF2-40B4-BE49-F238E27FC236}">
                <a16:creationId xmlns:a16="http://schemas.microsoft.com/office/drawing/2014/main" id="{C0FDFC61-3C8E-01E3-BF80-A15CC560DB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008143" y="4371973"/>
            <a:ext cx="828675" cy="828675"/>
          </a:xfrm>
          <a:prstGeom prst="rect">
            <a:avLst/>
          </a:prstGeom>
        </p:spPr>
      </p:pic>
      <p:pic>
        <p:nvPicPr>
          <p:cNvPr id="23" name="Graphic 22" descr="Sleep with solid fill">
            <a:extLst>
              <a:ext uri="{FF2B5EF4-FFF2-40B4-BE49-F238E27FC236}">
                <a16:creationId xmlns:a16="http://schemas.microsoft.com/office/drawing/2014/main" id="{B2778577-098D-0DBB-3930-8A9A0BE57B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0782" y="1443032"/>
            <a:ext cx="828675" cy="828675"/>
          </a:xfrm>
          <a:prstGeom prst="rect">
            <a:avLst/>
          </a:prstGeom>
        </p:spPr>
      </p:pic>
      <p:pic>
        <p:nvPicPr>
          <p:cNvPr id="24" name="Graphic 23" descr="Sleep with solid fill">
            <a:extLst>
              <a:ext uri="{FF2B5EF4-FFF2-40B4-BE49-F238E27FC236}">
                <a16:creationId xmlns:a16="http://schemas.microsoft.com/office/drawing/2014/main" id="{82E9BDEE-3673-2847-A317-294F665640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60781" y="2800347"/>
            <a:ext cx="828675" cy="828675"/>
          </a:xfrm>
          <a:prstGeom prst="rect">
            <a:avLst/>
          </a:prstGeom>
        </p:spPr>
      </p:pic>
      <p:pic>
        <p:nvPicPr>
          <p:cNvPr id="25" name="Graphic 24" descr="Bed with solid fill">
            <a:extLst>
              <a:ext uri="{FF2B5EF4-FFF2-40B4-BE49-F238E27FC236}">
                <a16:creationId xmlns:a16="http://schemas.microsoft.com/office/drawing/2014/main" id="{08678BB4-431E-7847-42BC-C32742568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60781" y="4171950"/>
            <a:ext cx="828675" cy="82867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3C40C2B-0394-4619-3697-3FCCA011573B}"/>
              </a:ext>
            </a:extLst>
          </p:cNvPr>
          <p:cNvSpPr txBox="1"/>
          <p:nvPr/>
        </p:nvSpPr>
        <p:spPr>
          <a:xfrm>
            <a:off x="800156" y="638470"/>
            <a:ext cx="535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1865F3-1383-8C3B-9E6B-761E154AC800}"/>
              </a:ext>
            </a:extLst>
          </p:cNvPr>
          <p:cNvSpPr txBox="1"/>
          <p:nvPr/>
        </p:nvSpPr>
        <p:spPr>
          <a:xfrm>
            <a:off x="4383880" y="63847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FAD4BC-D503-B49C-4612-C3C2945962E4}"/>
              </a:ext>
            </a:extLst>
          </p:cNvPr>
          <p:cNvSpPr txBox="1"/>
          <p:nvPr/>
        </p:nvSpPr>
        <p:spPr>
          <a:xfrm>
            <a:off x="6725214" y="614354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A95272-639E-AB70-E2F2-9192149B94F1}"/>
              </a:ext>
            </a:extLst>
          </p:cNvPr>
          <p:cNvSpPr txBox="1"/>
          <p:nvPr/>
        </p:nvSpPr>
        <p:spPr>
          <a:xfrm>
            <a:off x="800156" y="3843331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93786A-7CDD-6C8B-5CAF-86745DC5798B}"/>
              </a:ext>
            </a:extLst>
          </p:cNvPr>
          <p:cNvSpPr txBox="1"/>
          <p:nvPr/>
        </p:nvSpPr>
        <p:spPr>
          <a:xfrm>
            <a:off x="4383880" y="384110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E83F35-B654-AA12-D986-D91D370F39C9}"/>
              </a:ext>
            </a:extLst>
          </p:cNvPr>
          <p:cNvSpPr txBox="1"/>
          <p:nvPr/>
        </p:nvSpPr>
        <p:spPr>
          <a:xfrm>
            <a:off x="6725214" y="384109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A32BED-B601-5EA4-F7D0-9FA5B7EBEB56}"/>
              </a:ext>
            </a:extLst>
          </p:cNvPr>
          <p:cNvSpPr txBox="1"/>
          <p:nvPr/>
        </p:nvSpPr>
        <p:spPr>
          <a:xfrm>
            <a:off x="9712435" y="112423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2EE661-7A05-5B8E-1B96-F9511CE0230D}"/>
              </a:ext>
            </a:extLst>
          </p:cNvPr>
          <p:cNvSpPr txBox="1"/>
          <p:nvPr/>
        </p:nvSpPr>
        <p:spPr>
          <a:xfrm>
            <a:off x="9712435" y="2504775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BF1D2F-2F88-C691-9C61-8E0BEB52FDD8}"/>
              </a:ext>
            </a:extLst>
          </p:cNvPr>
          <p:cNvSpPr txBox="1"/>
          <p:nvPr/>
        </p:nvSpPr>
        <p:spPr>
          <a:xfrm>
            <a:off x="9712435" y="386745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</p:spTree>
    <p:extLst>
      <p:ext uri="{BB962C8B-B14F-4D97-AF65-F5344CB8AC3E}">
        <p14:creationId xmlns:p14="http://schemas.microsoft.com/office/powerpoint/2010/main" val="124188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F287-1C5B-3116-38B2-94FB0D63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92759B-5316-2F17-B0CF-D17E3AF747BA}"/>
                  </a:ext>
                </a:extLst>
              </p:cNvPr>
              <p:cNvSpPr txBox="1"/>
              <p:nvPr/>
            </p:nvSpPr>
            <p:spPr>
              <a:xfrm>
                <a:off x="960356" y="1243012"/>
                <a:ext cx="9504910" cy="18411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92759B-5316-2F17-B0CF-D17E3AF74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356" y="1243012"/>
                <a:ext cx="9504910" cy="1841145"/>
              </a:xfrm>
              <a:prstGeom prst="rect">
                <a:avLst/>
              </a:prstGeom>
              <a:blipFill>
                <a:blip r:embed="rId2"/>
                <a:stretch>
                  <a:fillRect t="-68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156C354-1B6C-C166-5C65-D30D1234AA07}"/>
              </a:ext>
            </a:extLst>
          </p:cNvPr>
          <p:cNvSpPr txBox="1"/>
          <p:nvPr/>
        </p:nvSpPr>
        <p:spPr>
          <a:xfrm>
            <a:off x="2443213" y="78134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18002-53AB-332C-91CC-9CBF880E315A}"/>
              </a:ext>
            </a:extLst>
          </p:cNvPr>
          <p:cNvSpPr txBox="1"/>
          <p:nvPr/>
        </p:nvSpPr>
        <p:spPr>
          <a:xfrm>
            <a:off x="3281413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D1359-77E4-831C-E5BB-B7D8BBCE627F}"/>
              </a:ext>
            </a:extLst>
          </p:cNvPr>
          <p:cNvSpPr txBox="1"/>
          <p:nvPr/>
        </p:nvSpPr>
        <p:spPr>
          <a:xfrm>
            <a:off x="4119613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3DCE3C-2785-6E01-39C0-B1E6E5C7C1C3}"/>
              </a:ext>
            </a:extLst>
          </p:cNvPr>
          <p:cNvSpPr txBox="1"/>
          <p:nvPr/>
        </p:nvSpPr>
        <p:spPr>
          <a:xfrm>
            <a:off x="5045990" y="78134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B3648C-FE99-E03C-4205-F6DEAAF15FF9}"/>
              </a:ext>
            </a:extLst>
          </p:cNvPr>
          <p:cNvSpPr txBox="1"/>
          <p:nvPr/>
        </p:nvSpPr>
        <p:spPr>
          <a:xfrm>
            <a:off x="5884190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A38F29-6240-AA6C-11DB-D879D79FCAA8}"/>
              </a:ext>
            </a:extLst>
          </p:cNvPr>
          <p:cNvSpPr txBox="1"/>
          <p:nvPr/>
        </p:nvSpPr>
        <p:spPr>
          <a:xfrm>
            <a:off x="6722390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A720A4-45CC-4C42-0EF3-EEC2FAFBF4BE}"/>
              </a:ext>
            </a:extLst>
          </p:cNvPr>
          <p:cNvSpPr txBox="1"/>
          <p:nvPr/>
        </p:nvSpPr>
        <p:spPr>
          <a:xfrm>
            <a:off x="7608947" y="78134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BFCFDA-CDCC-E432-CC30-383446F8A1D2}"/>
              </a:ext>
            </a:extLst>
          </p:cNvPr>
          <p:cNvSpPr txBox="1"/>
          <p:nvPr/>
        </p:nvSpPr>
        <p:spPr>
          <a:xfrm>
            <a:off x="8447147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74EE6F-9929-EDB7-9EBA-072AA25C8629}"/>
              </a:ext>
            </a:extLst>
          </p:cNvPr>
          <p:cNvSpPr txBox="1"/>
          <p:nvPr/>
        </p:nvSpPr>
        <p:spPr>
          <a:xfrm>
            <a:off x="9285347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48" name="Graphic 47" descr="Sleep with solid fill">
            <a:extLst>
              <a:ext uri="{FF2B5EF4-FFF2-40B4-BE49-F238E27FC236}">
                <a16:creationId xmlns:a16="http://schemas.microsoft.com/office/drawing/2014/main" id="{43916075-27B0-4CFC-5C35-B86C4D7EA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1880704"/>
            <a:ext cx="561978" cy="561978"/>
          </a:xfrm>
          <a:prstGeom prst="rect">
            <a:avLst/>
          </a:prstGeom>
        </p:spPr>
      </p:pic>
      <p:pic>
        <p:nvPicPr>
          <p:cNvPr id="49" name="Graphic 48" descr="Sleep with solid fill">
            <a:extLst>
              <a:ext uri="{FF2B5EF4-FFF2-40B4-BE49-F238E27FC236}">
                <a16:creationId xmlns:a16="http://schemas.microsoft.com/office/drawing/2014/main" id="{776B2C5F-2A6A-EC24-F680-EC774CAEFB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2566508"/>
            <a:ext cx="561978" cy="561978"/>
          </a:xfrm>
          <a:prstGeom prst="rect">
            <a:avLst/>
          </a:prstGeom>
        </p:spPr>
      </p:pic>
      <p:pic>
        <p:nvPicPr>
          <p:cNvPr id="50" name="Graphic 49" descr="Sleep with solid fill">
            <a:extLst>
              <a:ext uri="{FF2B5EF4-FFF2-40B4-BE49-F238E27FC236}">
                <a16:creationId xmlns:a16="http://schemas.microsoft.com/office/drawing/2014/main" id="{8A518613-FA9D-1C59-C8F4-B6E3FAEA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1243011"/>
            <a:ext cx="561978" cy="561978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2C72CB9-365C-5544-DD25-FA2BF9F9DF76}"/>
              </a:ext>
            </a:extLst>
          </p:cNvPr>
          <p:cNvCxnSpPr/>
          <p:nvPr/>
        </p:nvCxnSpPr>
        <p:spPr>
          <a:xfrm>
            <a:off x="7443782" y="600075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424C611-99A9-3312-2C7D-F9FEF9EEC8C5}"/>
              </a:ext>
            </a:extLst>
          </p:cNvPr>
          <p:cNvSpPr txBox="1"/>
          <p:nvPr/>
        </p:nvSpPr>
        <p:spPr>
          <a:xfrm>
            <a:off x="7836706" y="412015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</p:spTree>
    <p:extLst>
      <p:ext uri="{BB962C8B-B14F-4D97-AF65-F5344CB8AC3E}">
        <p14:creationId xmlns:p14="http://schemas.microsoft.com/office/powerpoint/2010/main" val="332977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5097-7163-6DB8-ED5E-E107A786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A51626-0162-E1A8-8B81-019E742F84A3}"/>
                  </a:ext>
                </a:extLst>
              </p:cNvPr>
              <p:cNvSpPr txBox="1"/>
              <p:nvPr/>
            </p:nvSpPr>
            <p:spPr>
              <a:xfrm>
                <a:off x="960356" y="1243012"/>
                <a:ext cx="9504910" cy="18411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A51626-0162-E1A8-8B81-019E742F8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356" y="1243012"/>
                <a:ext cx="9504910" cy="1841145"/>
              </a:xfrm>
              <a:prstGeom prst="rect">
                <a:avLst/>
              </a:prstGeom>
              <a:blipFill>
                <a:blip r:embed="rId2"/>
                <a:stretch>
                  <a:fillRect t="-68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52CE8ED-D23F-7D4E-0C31-D75DE7DA6C25}"/>
              </a:ext>
            </a:extLst>
          </p:cNvPr>
          <p:cNvSpPr txBox="1"/>
          <p:nvPr/>
        </p:nvSpPr>
        <p:spPr>
          <a:xfrm>
            <a:off x="2443213" y="78134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8A56A-5FA6-2166-415A-11854FB4BC6D}"/>
              </a:ext>
            </a:extLst>
          </p:cNvPr>
          <p:cNvSpPr txBox="1"/>
          <p:nvPr/>
        </p:nvSpPr>
        <p:spPr>
          <a:xfrm>
            <a:off x="3281413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D0E1F0-6889-508D-2A40-A1686C7AB0AD}"/>
              </a:ext>
            </a:extLst>
          </p:cNvPr>
          <p:cNvSpPr txBox="1"/>
          <p:nvPr/>
        </p:nvSpPr>
        <p:spPr>
          <a:xfrm>
            <a:off x="4119613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87B10-D338-FF47-E99E-F5B2AAC75872}"/>
              </a:ext>
            </a:extLst>
          </p:cNvPr>
          <p:cNvSpPr txBox="1"/>
          <p:nvPr/>
        </p:nvSpPr>
        <p:spPr>
          <a:xfrm>
            <a:off x="5045990" y="78134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544904-C064-F26F-1253-22037110F5E6}"/>
              </a:ext>
            </a:extLst>
          </p:cNvPr>
          <p:cNvSpPr txBox="1"/>
          <p:nvPr/>
        </p:nvSpPr>
        <p:spPr>
          <a:xfrm>
            <a:off x="5884190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CA1947-7BA3-CBA6-89D0-D7DCE4017747}"/>
              </a:ext>
            </a:extLst>
          </p:cNvPr>
          <p:cNvSpPr txBox="1"/>
          <p:nvPr/>
        </p:nvSpPr>
        <p:spPr>
          <a:xfrm>
            <a:off x="6722390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7BAF5D-E92C-8F85-64CD-D8ADC824DC41}"/>
              </a:ext>
            </a:extLst>
          </p:cNvPr>
          <p:cNvSpPr txBox="1"/>
          <p:nvPr/>
        </p:nvSpPr>
        <p:spPr>
          <a:xfrm>
            <a:off x="7608947" y="78134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6247DE-E16B-BA1F-8882-DE41161FF5AD}"/>
              </a:ext>
            </a:extLst>
          </p:cNvPr>
          <p:cNvSpPr txBox="1"/>
          <p:nvPr/>
        </p:nvSpPr>
        <p:spPr>
          <a:xfrm>
            <a:off x="8447147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8F7F5E-C75A-AE7D-3198-12A5732E36DC}"/>
              </a:ext>
            </a:extLst>
          </p:cNvPr>
          <p:cNvSpPr txBox="1"/>
          <p:nvPr/>
        </p:nvSpPr>
        <p:spPr>
          <a:xfrm>
            <a:off x="9285347" y="78134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48" name="Graphic 47" descr="Sleep with solid fill">
            <a:extLst>
              <a:ext uri="{FF2B5EF4-FFF2-40B4-BE49-F238E27FC236}">
                <a16:creationId xmlns:a16="http://schemas.microsoft.com/office/drawing/2014/main" id="{08A1E55F-B7F4-7715-85C4-5178B2DF0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1880704"/>
            <a:ext cx="561978" cy="561978"/>
          </a:xfrm>
          <a:prstGeom prst="rect">
            <a:avLst/>
          </a:prstGeom>
        </p:spPr>
      </p:pic>
      <p:pic>
        <p:nvPicPr>
          <p:cNvPr id="49" name="Graphic 48" descr="Sleep with solid fill">
            <a:extLst>
              <a:ext uri="{FF2B5EF4-FFF2-40B4-BE49-F238E27FC236}">
                <a16:creationId xmlns:a16="http://schemas.microsoft.com/office/drawing/2014/main" id="{3931AF2C-6E52-FBF5-E005-EAA8D21E64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2566508"/>
            <a:ext cx="561978" cy="561978"/>
          </a:xfrm>
          <a:prstGeom prst="rect">
            <a:avLst/>
          </a:prstGeom>
        </p:spPr>
      </p:pic>
      <p:pic>
        <p:nvPicPr>
          <p:cNvPr id="50" name="Graphic 49" descr="Sleep with solid fill">
            <a:extLst>
              <a:ext uri="{FF2B5EF4-FFF2-40B4-BE49-F238E27FC236}">
                <a16:creationId xmlns:a16="http://schemas.microsoft.com/office/drawing/2014/main" id="{9907C6AD-C825-6E9F-50D5-E1DD945D00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1243011"/>
            <a:ext cx="561978" cy="561978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7E791E1-ACA8-B0D8-5BA3-CC91A1B56ED3}"/>
              </a:ext>
            </a:extLst>
          </p:cNvPr>
          <p:cNvCxnSpPr/>
          <p:nvPr/>
        </p:nvCxnSpPr>
        <p:spPr>
          <a:xfrm>
            <a:off x="7443782" y="600075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A5876EF-5AFB-4CB2-D8DA-908471E735E6}"/>
              </a:ext>
            </a:extLst>
          </p:cNvPr>
          <p:cNvSpPr txBox="1"/>
          <p:nvPr/>
        </p:nvSpPr>
        <p:spPr>
          <a:xfrm>
            <a:off x="7836706" y="412015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1E3F3-324F-4EFE-086D-7C57E8B5C6D5}"/>
              </a:ext>
            </a:extLst>
          </p:cNvPr>
          <p:cNvSpPr txBox="1"/>
          <p:nvPr/>
        </p:nvSpPr>
        <p:spPr>
          <a:xfrm>
            <a:off x="375925" y="3663180"/>
            <a:ext cx="2052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/>
              <a:t>Resource Use: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D34CD-138A-BA41-C723-897B56925411}"/>
              </a:ext>
            </a:extLst>
          </p:cNvPr>
          <p:cNvSpPr txBox="1"/>
          <p:nvPr/>
        </p:nvSpPr>
        <p:spPr>
          <a:xfrm>
            <a:off x="2443213" y="3517967"/>
            <a:ext cx="75536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0  + 1   + 1  + 1  + 0  + 1   + 1  + 1  + 0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855FA-7C97-CDC1-004B-F417FCEE8AF2}"/>
              </a:ext>
            </a:extLst>
          </p:cNvPr>
          <p:cNvSpPr txBox="1"/>
          <p:nvPr/>
        </p:nvSpPr>
        <p:spPr>
          <a:xfrm>
            <a:off x="2090921" y="4187931"/>
            <a:ext cx="79319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+ 0  + 0   + 0  + 1  + 0  + 0   + 0  + 0  + 0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83CAFD-4652-E8EB-D85F-49DA5D07ADBB}"/>
              </a:ext>
            </a:extLst>
          </p:cNvPr>
          <p:cNvSpPr txBox="1"/>
          <p:nvPr/>
        </p:nvSpPr>
        <p:spPr>
          <a:xfrm>
            <a:off x="10022901" y="4222459"/>
            <a:ext cx="2145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(additional resources from 1-1 needs)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5E869-875F-B712-4319-6925CCAE931D}"/>
              </a:ext>
            </a:extLst>
          </p:cNvPr>
          <p:cNvSpPr txBox="1"/>
          <p:nvPr/>
        </p:nvSpPr>
        <p:spPr>
          <a:xfrm>
            <a:off x="2090921" y="4868790"/>
            <a:ext cx="8370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= 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D413F-3D12-81CE-D2DF-CE6834955933}"/>
              </a:ext>
            </a:extLst>
          </p:cNvPr>
          <p:cNvSpPr txBox="1"/>
          <p:nvPr/>
        </p:nvSpPr>
        <p:spPr>
          <a:xfrm>
            <a:off x="47950" y="5684054"/>
            <a:ext cx="25093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/>
              <a:t>Isolation Penalty: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8429B-F61F-F63F-4A45-675263F9770B}"/>
              </a:ext>
            </a:extLst>
          </p:cNvPr>
          <p:cNvSpPr txBox="1"/>
          <p:nvPr/>
        </p:nvSpPr>
        <p:spPr>
          <a:xfrm>
            <a:off x="2365035" y="5514433"/>
            <a:ext cx="8377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0  + 0   + 0  + 0  + 0  + </a:t>
            </a:r>
            <a:r>
              <a:rPr lang="en-US" sz="4000" dirty="0"/>
              <a:t>𝛼</a:t>
            </a:r>
            <a:r>
              <a:rPr lang="en-US" sz="4000" i="1" dirty="0"/>
              <a:t>   + 0  + 0  + 0 = </a:t>
            </a:r>
            <a:r>
              <a:rPr lang="en-US" sz="4000" dirty="0"/>
              <a:t>𝛼</a:t>
            </a:r>
          </a:p>
        </p:txBody>
      </p:sp>
    </p:spTree>
    <p:extLst>
      <p:ext uri="{BB962C8B-B14F-4D97-AF65-F5344CB8AC3E}">
        <p14:creationId xmlns:p14="http://schemas.microsoft.com/office/powerpoint/2010/main" val="24211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8358-4212-5F5A-B19E-F70D8B67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2555B3-7287-FDA2-1782-1FF1B3D6E543}"/>
                  </a:ext>
                </a:extLst>
              </p:cNvPr>
              <p:cNvSpPr txBox="1"/>
              <p:nvPr/>
            </p:nvSpPr>
            <p:spPr>
              <a:xfrm>
                <a:off x="576798" y="1228245"/>
                <a:ext cx="9822241" cy="1837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E2555B3-7287-FDA2-1782-1FF1B3D6E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" y="1228245"/>
                <a:ext cx="9822241" cy="1837619"/>
              </a:xfrm>
              <a:prstGeom prst="rect">
                <a:avLst/>
              </a:prstGeom>
              <a:blipFill>
                <a:blip r:embed="rId2"/>
                <a:stretch>
                  <a:fillRect t="-68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9AA1CC5-5FD2-73BB-D042-8E1612E7C4E2}"/>
              </a:ext>
            </a:extLst>
          </p:cNvPr>
          <p:cNvSpPr txBox="1"/>
          <p:nvPr/>
        </p:nvSpPr>
        <p:spPr>
          <a:xfrm>
            <a:off x="2443213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BEADB-915F-1C1D-616B-118112CB9FDC}"/>
              </a:ext>
            </a:extLst>
          </p:cNvPr>
          <p:cNvSpPr txBox="1"/>
          <p:nvPr/>
        </p:nvSpPr>
        <p:spPr>
          <a:xfrm>
            <a:off x="3281413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ABCD4-6278-1D11-DB48-55E5EC1DA499}"/>
              </a:ext>
            </a:extLst>
          </p:cNvPr>
          <p:cNvSpPr txBox="1"/>
          <p:nvPr/>
        </p:nvSpPr>
        <p:spPr>
          <a:xfrm>
            <a:off x="4119613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EE2C-C280-2BA5-9F42-9EEDD99788C1}"/>
              </a:ext>
            </a:extLst>
          </p:cNvPr>
          <p:cNvSpPr txBox="1"/>
          <p:nvPr/>
        </p:nvSpPr>
        <p:spPr>
          <a:xfrm>
            <a:off x="5045990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0969C9-DBD8-662D-636B-D2A600716EC9}"/>
              </a:ext>
            </a:extLst>
          </p:cNvPr>
          <p:cNvSpPr txBox="1"/>
          <p:nvPr/>
        </p:nvSpPr>
        <p:spPr>
          <a:xfrm>
            <a:off x="5884190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452E3F-D127-6733-010C-811753C3FEB7}"/>
              </a:ext>
            </a:extLst>
          </p:cNvPr>
          <p:cNvSpPr txBox="1"/>
          <p:nvPr/>
        </p:nvSpPr>
        <p:spPr>
          <a:xfrm>
            <a:off x="6722390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33F62C-60E1-B167-DA0F-80EE207A9523}"/>
              </a:ext>
            </a:extLst>
          </p:cNvPr>
          <p:cNvSpPr txBox="1"/>
          <p:nvPr/>
        </p:nvSpPr>
        <p:spPr>
          <a:xfrm>
            <a:off x="7608947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536BD5-37B3-31E3-415D-C861BB36FB3E}"/>
              </a:ext>
            </a:extLst>
          </p:cNvPr>
          <p:cNvSpPr txBox="1"/>
          <p:nvPr/>
        </p:nvSpPr>
        <p:spPr>
          <a:xfrm>
            <a:off x="8447147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356F43-8FD6-D395-3041-763B0461EDE9}"/>
              </a:ext>
            </a:extLst>
          </p:cNvPr>
          <p:cNvSpPr txBox="1"/>
          <p:nvPr/>
        </p:nvSpPr>
        <p:spPr>
          <a:xfrm>
            <a:off x="9285347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48" name="Graphic 47" descr="Sleep with solid fill">
            <a:extLst>
              <a:ext uri="{FF2B5EF4-FFF2-40B4-BE49-F238E27FC236}">
                <a16:creationId xmlns:a16="http://schemas.microsoft.com/office/drawing/2014/main" id="{0582E965-1248-C2C1-56D5-0637605F8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1837840"/>
            <a:ext cx="561978" cy="561978"/>
          </a:xfrm>
          <a:prstGeom prst="rect">
            <a:avLst/>
          </a:prstGeom>
        </p:spPr>
      </p:pic>
      <p:pic>
        <p:nvPicPr>
          <p:cNvPr id="49" name="Graphic 48" descr="Sleep with solid fill">
            <a:extLst>
              <a:ext uri="{FF2B5EF4-FFF2-40B4-BE49-F238E27FC236}">
                <a16:creationId xmlns:a16="http://schemas.microsoft.com/office/drawing/2014/main" id="{5E370C37-CFE5-9264-8D35-71BE7075B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2523644"/>
            <a:ext cx="561978" cy="561978"/>
          </a:xfrm>
          <a:prstGeom prst="rect">
            <a:avLst/>
          </a:prstGeom>
        </p:spPr>
      </p:pic>
      <p:pic>
        <p:nvPicPr>
          <p:cNvPr id="50" name="Graphic 49" descr="Sleep with solid fill">
            <a:extLst>
              <a:ext uri="{FF2B5EF4-FFF2-40B4-BE49-F238E27FC236}">
                <a16:creationId xmlns:a16="http://schemas.microsoft.com/office/drawing/2014/main" id="{B15C58C8-A3FF-3A75-B7D2-A526DC7634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1200147"/>
            <a:ext cx="561978" cy="561978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9916929-54CD-3097-4C53-39042AD8DD9F}"/>
              </a:ext>
            </a:extLst>
          </p:cNvPr>
          <p:cNvCxnSpPr/>
          <p:nvPr/>
        </p:nvCxnSpPr>
        <p:spPr>
          <a:xfrm>
            <a:off x="7443782" y="557211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1F51353-F0D9-CF07-F339-ABD28598B814}"/>
              </a:ext>
            </a:extLst>
          </p:cNvPr>
          <p:cNvSpPr txBox="1"/>
          <p:nvPr/>
        </p:nvSpPr>
        <p:spPr>
          <a:xfrm>
            <a:off x="7836706" y="369151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E0F8D6-9F2C-0BBC-692F-158CA8F55BC1}"/>
                  </a:ext>
                </a:extLst>
              </p:cNvPr>
              <p:cNvSpPr txBox="1"/>
              <p:nvPr/>
            </p:nvSpPr>
            <p:spPr>
              <a:xfrm>
                <a:off x="576798" y="4574322"/>
                <a:ext cx="9718238" cy="1866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1E0F8D6-9F2C-0BBC-692F-158CA8F55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" y="4574322"/>
                <a:ext cx="9718238" cy="1866793"/>
              </a:xfrm>
              <a:prstGeom prst="rect">
                <a:avLst/>
              </a:prstGeom>
              <a:blipFill>
                <a:blip r:embed="rId9"/>
                <a:stretch>
                  <a:fillRect t="-1351" b="-7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AC0E218-C6D6-E666-8D1A-217812C52C3E}"/>
              </a:ext>
            </a:extLst>
          </p:cNvPr>
          <p:cNvSpPr txBox="1"/>
          <p:nvPr/>
        </p:nvSpPr>
        <p:spPr>
          <a:xfrm>
            <a:off x="2443213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9EEE7-E0B7-9E63-9B03-7614E83D8CE5}"/>
              </a:ext>
            </a:extLst>
          </p:cNvPr>
          <p:cNvSpPr txBox="1"/>
          <p:nvPr/>
        </p:nvSpPr>
        <p:spPr>
          <a:xfrm>
            <a:off x="3281413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A509B-1F0F-A22D-89CE-CFE5901DED0D}"/>
              </a:ext>
            </a:extLst>
          </p:cNvPr>
          <p:cNvSpPr txBox="1"/>
          <p:nvPr/>
        </p:nvSpPr>
        <p:spPr>
          <a:xfrm>
            <a:off x="4119613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6869B-FEC1-1E63-BD95-EC4020971EBD}"/>
              </a:ext>
            </a:extLst>
          </p:cNvPr>
          <p:cNvSpPr txBox="1"/>
          <p:nvPr/>
        </p:nvSpPr>
        <p:spPr>
          <a:xfrm>
            <a:off x="5045990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2BEBF4-0F55-127B-C93E-EC2B886971A7}"/>
              </a:ext>
            </a:extLst>
          </p:cNvPr>
          <p:cNvSpPr txBox="1"/>
          <p:nvPr/>
        </p:nvSpPr>
        <p:spPr>
          <a:xfrm>
            <a:off x="5884190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3FCD4-D022-8E96-6C02-02EB68E5F939}"/>
              </a:ext>
            </a:extLst>
          </p:cNvPr>
          <p:cNvSpPr txBox="1"/>
          <p:nvPr/>
        </p:nvSpPr>
        <p:spPr>
          <a:xfrm>
            <a:off x="6722390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B48F10-3812-620B-BA02-F3AEDB6AC6A6}"/>
              </a:ext>
            </a:extLst>
          </p:cNvPr>
          <p:cNvSpPr txBox="1"/>
          <p:nvPr/>
        </p:nvSpPr>
        <p:spPr>
          <a:xfrm>
            <a:off x="7608947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24E70-2681-7730-3C31-BD4758279269}"/>
              </a:ext>
            </a:extLst>
          </p:cNvPr>
          <p:cNvSpPr txBox="1"/>
          <p:nvPr/>
        </p:nvSpPr>
        <p:spPr>
          <a:xfrm>
            <a:off x="8447147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4302E1-EF10-30C7-6FAB-CC601D330B3F}"/>
              </a:ext>
            </a:extLst>
          </p:cNvPr>
          <p:cNvSpPr txBox="1"/>
          <p:nvPr/>
        </p:nvSpPr>
        <p:spPr>
          <a:xfrm>
            <a:off x="9285347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18" name="Graphic 17" descr="Sleep with solid fill">
            <a:extLst>
              <a:ext uri="{FF2B5EF4-FFF2-40B4-BE49-F238E27FC236}">
                <a16:creationId xmlns:a16="http://schemas.microsoft.com/office/drawing/2014/main" id="{6B1593D3-82B8-EEBA-DF31-D97CFF221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5183917"/>
            <a:ext cx="561978" cy="561978"/>
          </a:xfrm>
          <a:prstGeom prst="rect">
            <a:avLst/>
          </a:prstGeom>
        </p:spPr>
      </p:pic>
      <p:pic>
        <p:nvPicPr>
          <p:cNvPr id="19" name="Graphic 18" descr="Sleep with solid fill">
            <a:extLst>
              <a:ext uri="{FF2B5EF4-FFF2-40B4-BE49-F238E27FC236}">
                <a16:creationId xmlns:a16="http://schemas.microsoft.com/office/drawing/2014/main" id="{985B4EEE-A44B-8523-5571-2B93B76958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5869721"/>
            <a:ext cx="561978" cy="561978"/>
          </a:xfrm>
          <a:prstGeom prst="rect">
            <a:avLst/>
          </a:prstGeom>
        </p:spPr>
      </p:pic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64ADCB2C-88ED-973E-D0F7-7AF80E5CE7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4546224"/>
            <a:ext cx="561978" cy="56197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0F878C-82EF-4009-B898-062FB66FCF4D}"/>
              </a:ext>
            </a:extLst>
          </p:cNvPr>
          <p:cNvCxnSpPr/>
          <p:nvPr/>
        </p:nvCxnSpPr>
        <p:spPr>
          <a:xfrm>
            <a:off x="7443782" y="3903288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83ACC6-A57B-C1D3-7DEA-A0DEBBB639DB}"/>
              </a:ext>
            </a:extLst>
          </p:cNvPr>
          <p:cNvSpPr txBox="1"/>
          <p:nvPr/>
        </p:nvSpPr>
        <p:spPr>
          <a:xfrm>
            <a:off x="7836706" y="3715228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p:sp>
        <p:nvSpPr>
          <p:cNvPr id="23" name="Bent Arrow 22">
            <a:extLst>
              <a:ext uri="{FF2B5EF4-FFF2-40B4-BE49-F238E27FC236}">
                <a16:creationId xmlns:a16="http://schemas.microsoft.com/office/drawing/2014/main" id="{3118AB44-74DB-5CA7-C524-59897F46DFAF}"/>
              </a:ext>
            </a:extLst>
          </p:cNvPr>
          <p:cNvSpPr/>
          <p:nvPr/>
        </p:nvSpPr>
        <p:spPr>
          <a:xfrm rot="2955889" flipV="1">
            <a:off x="325704" y="3182340"/>
            <a:ext cx="1721432" cy="1441897"/>
          </a:xfrm>
          <a:prstGeom prst="bentArrow">
            <a:avLst>
              <a:gd name="adj1" fmla="val 9504"/>
              <a:gd name="adj2" fmla="val 15732"/>
              <a:gd name="adj3" fmla="val 25000"/>
              <a:gd name="adj4" fmla="val 7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43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36863-E7A3-E919-77F9-B9C7BF04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073A1A-9915-6075-00FB-E36D45D61098}"/>
                  </a:ext>
                </a:extLst>
              </p:cNvPr>
              <p:cNvSpPr txBox="1"/>
              <p:nvPr/>
            </p:nvSpPr>
            <p:spPr>
              <a:xfrm>
                <a:off x="576798" y="1228245"/>
                <a:ext cx="9822241" cy="1837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073A1A-9915-6075-00FB-E36D45D6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" y="1228245"/>
                <a:ext cx="9822241" cy="1837619"/>
              </a:xfrm>
              <a:prstGeom prst="rect">
                <a:avLst/>
              </a:prstGeom>
              <a:blipFill>
                <a:blip r:embed="rId2"/>
                <a:stretch>
                  <a:fillRect t="-68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2BB413C-33CA-5E2D-EC50-50A9CAB63DEF}"/>
              </a:ext>
            </a:extLst>
          </p:cNvPr>
          <p:cNvSpPr txBox="1"/>
          <p:nvPr/>
        </p:nvSpPr>
        <p:spPr>
          <a:xfrm>
            <a:off x="2443213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712A5-CE78-ACD8-5E8C-E34F238C25D1}"/>
              </a:ext>
            </a:extLst>
          </p:cNvPr>
          <p:cNvSpPr txBox="1"/>
          <p:nvPr/>
        </p:nvSpPr>
        <p:spPr>
          <a:xfrm>
            <a:off x="3281413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B9E61-9D83-E610-3318-E803EBB4A1C1}"/>
              </a:ext>
            </a:extLst>
          </p:cNvPr>
          <p:cNvSpPr txBox="1"/>
          <p:nvPr/>
        </p:nvSpPr>
        <p:spPr>
          <a:xfrm>
            <a:off x="4119613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457389-199D-1DA3-93A5-6BD20AEF9C47}"/>
              </a:ext>
            </a:extLst>
          </p:cNvPr>
          <p:cNvSpPr txBox="1"/>
          <p:nvPr/>
        </p:nvSpPr>
        <p:spPr>
          <a:xfrm>
            <a:off x="5045990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767B7C-136B-569C-649B-E24647D350A2}"/>
              </a:ext>
            </a:extLst>
          </p:cNvPr>
          <p:cNvSpPr txBox="1"/>
          <p:nvPr/>
        </p:nvSpPr>
        <p:spPr>
          <a:xfrm>
            <a:off x="5884190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98EA5D-C506-AFE3-3CEF-A529DDEF02A6}"/>
              </a:ext>
            </a:extLst>
          </p:cNvPr>
          <p:cNvSpPr txBox="1"/>
          <p:nvPr/>
        </p:nvSpPr>
        <p:spPr>
          <a:xfrm>
            <a:off x="6722390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B12B41-FC6C-BE59-F60E-C7759D0437AA}"/>
              </a:ext>
            </a:extLst>
          </p:cNvPr>
          <p:cNvSpPr txBox="1"/>
          <p:nvPr/>
        </p:nvSpPr>
        <p:spPr>
          <a:xfrm>
            <a:off x="7608947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5C7EE3-4E90-AFA4-6B1B-6B43EFA950BF}"/>
              </a:ext>
            </a:extLst>
          </p:cNvPr>
          <p:cNvSpPr txBox="1"/>
          <p:nvPr/>
        </p:nvSpPr>
        <p:spPr>
          <a:xfrm>
            <a:off x="8447147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2827B9-A3FA-0D60-216A-4B93FC52D4E8}"/>
              </a:ext>
            </a:extLst>
          </p:cNvPr>
          <p:cNvSpPr txBox="1"/>
          <p:nvPr/>
        </p:nvSpPr>
        <p:spPr>
          <a:xfrm>
            <a:off x="9285347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48" name="Graphic 47" descr="Sleep with solid fill">
            <a:extLst>
              <a:ext uri="{FF2B5EF4-FFF2-40B4-BE49-F238E27FC236}">
                <a16:creationId xmlns:a16="http://schemas.microsoft.com/office/drawing/2014/main" id="{8308958B-517F-2B40-0E57-61E045446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1837840"/>
            <a:ext cx="561978" cy="561978"/>
          </a:xfrm>
          <a:prstGeom prst="rect">
            <a:avLst/>
          </a:prstGeom>
        </p:spPr>
      </p:pic>
      <p:pic>
        <p:nvPicPr>
          <p:cNvPr id="49" name="Graphic 48" descr="Sleep with solid fill">
            <a:extLst>
              <a:ext uri="{FF2B5EF4-FFF2-40B4-BE49-F238E27FC236}">
                <a16:creationId xmlns:a16="http://schemas.microsoft.com/office/drawing/2014/main" id="{86C61D7E-A42A-15FC-96B3-6CDBEA9B3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2523644"/>
            <a:ext cx="561978" cy="561978"/>
          </a:xfrm>
          <a:prstGeom prst="rect">
            <a:avLst/>
          </a:prstGeom>
        </p:spPr>
      </p:pic>
      <p:pic>
        <p:nvPicPr>
          <p:cNvPr id="50" name="Graphic 49" descr="Sleep with solid fill">
            <a:extLst>
              <a:ext uri="{FF2B5EF4-FFF2-40B4-BE49-F238E27FC236}">
                <a16:creationId xmlns:a16="http://schemas.microsoft.com/office/drawing/2014/main" id="{41A806DF-0B2B-7F3D-1804-87BB6DED29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1200147"/>
            <a:ext cx="561978" cy="561978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9742F99-88A5-445C-E031-E30E99F81777}"/>
              </a:ext>
            </a:extLst>
          </p:cNvPr>
          <p:cNvCxnSpPr/>
          <p:nvPr/>
        </p:nvCxnSpPr>
        <p:spPr>
          <a:xfrm>
            <a:off x="7443782" y="557211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E31EFCF-2B34-EFFF-9031-FA721C52C4F5}"/>
              </a:ext>
            </a:extLst>
          </p:cNvPr>
          <p:cNvSpPr txBox="1"/>
          <p:nvPr/>
        </p:nvSpPr>
        <p:spPr>
          <a:xfrm>
            <a:off x="7836706" y="369151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6974F-1C55-C24A-F108-574513B6D2B8}"/>
                  </a:ext>
                </a:extLst>
              </p:cNvPr>
              <p:cNvSpPr txBox="1"/>
              <p:nvPr/>
            </p:nvSpPr>
            <p:spPr>
              <a:xfrm>
                <a:off x="576798" y="4574322"/>
                <a:ext cx="9718238" cy="1866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6974F-1C55-C24A-F108-574513B6D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" y="4574322"/>
                <a:ext cx="9718238" cy="1866793"/>
              </a:xfrm>
              <a:prstGeom prst="rect">
                <a:avLst/>
              </a:prstGeom>
              <a:blipFill>
                <a:blip r:embed="rId9"/>
                <a:stretch>
                  <a:fillRect t="-1351" b="-7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2FFF8D3-6CBE-0A13-D1EB-F5042DB20278}"/>
              </a:ext>
            </a:extLst>
          </p:cNvPr>
          <p:cNvSpPr txBox="1"/>
          <p:nvPr/>
        </p:nvSpPr>
        <p:spPr>
          <a:xfrm>
            <a:off x="2443213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072B7-8172-66A5-A054-5E48377F866A}"/>
              </a:ext>
            </a:extLst>
          </p:cNvPr>
          <p:cNvSpPr txBox="1"/>
          <p:nvPr/>
        </p:nvSpPr>
        <p:spPr>
          <a:xfrm>
            <a:off x="3281413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08DFD-1F25-F765-9064-80CFC7EE0B31}"/>
              </a:ext>
            </a:extLst>
          </p:cNvPr>
          <p:cNvSpPr txBox="1"/>
          <p:nvPr/>
        </p:nvSpPr>
        <p:spPr>
          <a:xfrm>
            <a:off x="4119613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8547D6-F3C6-5A78-707B-0B188B0EDD16}"/>
              </a:ext>
            </a:extLst>
          </p:cNvPr>
          <p:cNvSpPr txBox="1"/>
          <p:nvPr/>
        </p:nvSpPr>
        <p:spPr>
          <a:xfrm>
            <a:off x="5045990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7C437-1FC0-EB0F-1395-BF7DD3D89767}"/>
              </a:ext>
            </a:extLst>
          </p:cNvPr>
          <p:cNvSpPr txBox="1"/>
          <p:nvPr/>
        </p:nvSpPr>
        <p:spPr>
          <a:xfrm>
            <a:off x="5884190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6022E-5003-553F-3762-012BAF0D329D}"/>
              </a:ext>
            </a:extLst>
          </p:cNvPr>
          <p:cNvSpPr txBox="1"/>
          <p:nvPr/>
        </p:nvSpPr>
        <p:spPr>
          <a:xfrm>
            <a:off x="6722390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ACF040-C973-964E-55E3-F1CDB446D404}"/>
              </a:ext>
            </a:extLst>
          </p:cNvPr>
          <p:cNvSpPr txBox="1"/>
          <p:nvPr/>
        </p:nvSpPr>
        <p:spPr>
          <a:xfrm>
            <a:off x="7608947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F3ABC-159E-9F49-FDB3-BBDAB2113A89}"/>
              </a:ext>
            </a:extLst>
          </p:cNvPr>
          <p:cNvSpPr txBox="1"/>
          <p:nvPr/>
        </p:nvSpPr>
        <p:spPr>
          <a:xfrm>
            <a:off x="8447147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AF03E5-7B12-E96E-9BA8-06C9FF35D8BC}"/>
              </a:ext>
            </a:extLst>
          </p:cNvPr>
          <p:cNvSpPr txBox="1"/>
          <p:nvPr/>
        </p:nvSpPr>
        <p:spPr>
          <a:xfrm>
            <a:off x="9285347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18" name="Graphic 17" descr="Sleep with solid fill">
            <a:extLst>
              <a:ext uri="{FF2B5EF4-FFF2-40B4-BE49-F238E27FC236}">
                <a16:creationId xmlns:a16="http://schemas.microsoft.com/office/drawing/2014/main" id="{35244B92-AA5F-1190-CBA1-0B8B2F3675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5183917"/>
            <a:ext cx="561978" cy="561978"/>
          </a:xfrm>
          <a:prstGeom prst="rect">
            <a:avLst/>
          </a:prstGeom>
        </p:spPr>
      </p:pic>
      <p:pic>
        <p:nvPicPr>
          <p:cNvPr id="19" name="Graphic 18" descr="Sleep with solid fill">
            <a:extLst>
              <a:ext uri="{FF2B5EF4-FFF2-40B4-BE49-F238E27FC236}">
                <a16:creationId xmlns:a16="http://schemas.microsoft.com/office/drawing/2014/main" id="{500CB86A-A0DA-E103-5C97-E455FD16BD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5869721"/>
            <a:ext cx="561978" cy="561978"/>
          </a:xfrm>
          <a:prstGeom prst="rect">
            <a:avLst/>
          </a:prstGeom>
        </p:spPr>
      </p:pic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E185DBC0-6934-F002-A3FD-7C0DF53626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4546224"/>
            <a:ext cx="561978" cy="56197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53C322-1A79-20BF-48D6-AB5F4193A8F2}"/>
              </a:ext>
            </a:extLst>
          </p:cNvPr>
          <p:cNvCxnSpPr/>
          <p:nvPr/>
        </p:nvCxnSpPr>
        <p:spPr>
          <a:xfrm>
            <a:off x="7443782" y="3903288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C78587A-DD9E-95A8-2DBF-AB08CBEA08C1}"/>
              </a:ext>
            </a:extLst>
          </p:cNvPr>
          <p:cNvSpPr txBox="1"/>
          <p:nvPr/>
        </p:nvSpPr>
        <p:spPr>
          <a:xfrm>
            <a:off x="7836706" y="3715228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p:sp>
        <p:nvSpPr>
          <p:cNvPr id="23" name="Bent Arrow 22">
            <a:extLst>
              <a:ext uri="{FF2B5EF4-FFF2-40B4-BE49-F238E27FC236}">
                <a16:creationId xmlns:a16="http://schemas.microsoft.com/office/drawing/2014/main" id="{6ED5F8F8-5D63-4C53-B0BA-4D2A14F9740A}"/>
              </a:ext>
            </a:extLst>
          </p:cNvPr>
          <p:cNvSpPr/>
          <p:nvPr/>
        </p:nvSpPr>
        <p:spPr>
          <a:xfrm rot="2955889" flipV="1">
            <a:off x="325704" y="3182340"/>
            <a:ext cx="1721432" cy="1441897"/>
          </a:xfrm>
          <a:prstGeom prst="bentArrow">
            <a:avLst>
              <a:gd name="adj1" fmla="val 9504"/>
              <a:gd name="adj2" fmla="val 15732"/>
              <a:gd name="adj3" fmla="val 25000"/>
              <a:gd name="adj4" fmla="val 7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35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0C3B-9BA8-0B5C-7450-F03F28936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2010D2-E1CB-067A-D172-CE52BFACB63E}"/>
                  </a:ext>
                </a:extLst>
              </p:cNvPr>
              <p:cNvSpPr txBox="1"/>
              <p:nvPr/>
            </p:nvSpPr>
            <p:spPr>
              <a:xfrm>
                <a:off x="576798" y="1228245"/>
                <a:ext cx="9822241" cy="1837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2010D2-E1CB-067A-D172-CE52BFACB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" y="1228245"/>
                <a:ext cx="9822241" cy="1837619"/>
              </a:xfrm>
              <a:prstGeom prst="rect">
                <a:avLst/>
              </a:prstGeom>
              <a:blipFill>
                <a:blip r:embed="rId2"/>
                <a:stretch>
                  <a:fillRect t="-685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9DDCBA8-49D4-2DDB-6877-2878D57F4300}"/>
              </a:ext>
            </a:extLst>
          </p:cNvPr>
          <p:cNvSpPr txBox="1"/>
          <p:nvPr/>
        </p:nvSpPr>
        <p:spPr>
          <a:xfrm>
            <a:off x="2443213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2EE0F-41E9-2F6D-165E-25E70E22FF94}"/>
              </a:ext>
            </a:extLst>
          </p:cNvPr>
          <p:cNvSpPr txBox="1"/>
          <p:nvPr/>
        </p:nvSpPr>
        <p:spPr>
          <a:xfrm>
            <a:off x="3281413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7829B2-3928-88D8-AFA1-0612788497EF}"/>
              </a:ext>
            </a:extLst>
          </p:cNvPr>
          <p:cNvSpPr txBox="1"/>
          <p:nvPr/>
        </p:nvSpPr>
        <p:spPr>
          <a:xfrm>
            <a:off x="4119613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D9EEF-BC86-7E1E-32DE-6E8AFAA391F8}"/>
              </a:ext>
            </a:extLst>
          </p:cNvPr>
          <p:cNvSpPr txBox="1"/>
          <p:nvPr/>
        </p:nvSpPr>
        <p:spPr>
          <a:xfrm>
            <a:off x="5045990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0846E-F7AE-E147-4A40-50D750EEA23B}"/>
              </a:ext>
            </a:extLst>
          </p:cNvPr>
          <p:cNvSpPr txBox="1"/>
          <p:nvPr/>
        </p:nvSpPr>
        <p:spPr>
          <a:xfrm>
            <a:off x="5884190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6885F6-5A16-47BF-9F52-39D47FA22753}"/>
              </a:ext>
            </a:extLst>
          </p:cNvPr>
          <p:cNvSpPr txBox="1"/>
          <p:nvPr/>
        </p:nvSpPr>
        <p:spPr>
          <a:xfrm>
            <a:off x="6722390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5DA77A-D69B-3F90-BF32-9ABE0D05BE7F}"/>
              </a:ext>
            </a:extLst>
          </p:cNvPr>
          <p:cNvSpPr txBox="1"/>
          <p:nvPr/>
        </p:nvSpPr>
        <p:spPr>
          <a:xfrm>
            <a:off x="7608947" y="73848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D56E49-3E8B-6602-E6BE-3AC2C6727C0E}"/>
              </a:ext>
            </a:extLst>
          </p:cNvPr>
          <p:cNvSpPr txBox="1"/>
          <p:nvPr/>
        </p:nvSpPr>
        <p:spPr>
          <a:xfrm>
            <a:off x="8447147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51FF3D-C4E4-8BC4-5B95-8820F6F66712}"/>
              </a:ext>
            </a:extLst>
          </p:cNvPr>
          <p:cNvSpPr txBox="1"/>
          <p:nvPr/>
        </p:nvSpPr>
        <p:spPr>
          <a:xfrm>
            <a:off x="9285347" y="73848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48" name="Graphic 47" descr="Sleep with solid fill">
            <a:extLst>
              <a:ext uri="{FF2B5EF4-FFF2-40B4-BE49-F238E27FC236}">
                <a16:creationId xmlns:a16="http://schemas.microsoft.com/office/drawing/2014/main" id="{2164D36D-C7A8-BFBC-BC99-59471CD6F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1837840"/>
            <a:ext cx="561978" cy="561978"/>
          </a:xfrm>
          <a:prstGeom prst="rect">
            <a:avLst/>
          </a:prstGeom>
        </p:spPr>
      </p:pic>
      <p:pic>
        <p:nvPicPr>
          <p:cNvPr id="49" name="Graphic 48" descr="Sleep with solid fill">
            <a:extLst>
              <a:ext uri="{FF2B5EF4-FFF2-40B4-BE49-F238E27FC236}">
                <a16:creationId xmlns:a16="http://schemas.microsoft.com/office/drawing/2014/main" id="{E977CD66-B8C9-E2AB-8427-B756581765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2523644"/>
            <a:ext cx="561978" cy="561978"/>
          </a:xfrm>
          <a:prstGeom prst="rect">
            <a:avLst/>
          </a:prstGeom>
        </p:spPr>
      </p:pic>
      <p:pic>
        <p:nvPicPr>
          <p:cNvPr id="50" name="Graphic 49" descr="Sleep with solid fill">
            <a:extLst>
              <a:ext uri="{FF2B5EF4-FFF2-40B4-BE49-F238E27FC236}">
                <a16:creationId xmlns:a16="http://schemas.microsoft.com/office/drawing/2014/main" id="{8EB53598-ABC8-B8FF-5434-4B383CDE7D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1200147"/>
            <a:ext cx="561978" cy="561978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D95B11F-0DBA-08C0-ED9B-B672F349C1E6}"/>
              </a:ext>
            </a:extLst>
          </p:cNvPr>
          <p:cNvCxnSpPr/>
          <p:nvPr/>
        </p:nvCxnSpPr>
        <p:spPr>
          <a:xfrm>
            <a:off x="7443782" y="557211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F9E1FBB-0E9E-377E-76CA-3E2FEDC9C833}"/>
              </a:ext>
            </a:extLst>
          </p:cNvPr>
          <p:cNvSpPr txBox="1"/>
          <p:nvPr/>
        </p:nvSpPr>
        <p:spPr>
          <a:xfrm>
            <a:off x="7836706" y="369151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0F1653-24C8-57A4-D304-313B3CEBB1E2}"/>
                  </a:ext>
                </a:extLst>
              </p:cNvPr>
              <p:cNvSpPr txBox="1"/>
              <p:nvPr/>
            </p:nvSpPr>
            <p:spPr>
              <a:xfrm>
                <a:off x="576798" y="4574322"/>
                <a:ext cx="9718238" cy="1866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GB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4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4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GB" sz="4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en-GB" sz="4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3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GB" sz="4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r>
                                                    <a:rPr lang="en-GB" sz="4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e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3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GB" sz="4400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>
                                                        <m:r>
                                                          <m:rPr>
                                                            <m:brk m:alnAt="7"/>
                                                          </m:rP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  <m:e>
                                                        <m:r>
                                                          <a:rPr lang="en-GB" sz="4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0</m:t>
                                                        </m:r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C0F1653-24C8-57A4-D304-313B3CEB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" y="4574322"/>
                <a:ext cx="9718238" cy="1866793"/>
              </a:xfrm>
              <a:prstGeom prst="rect">
                <a:avLst/>
              </a:prstGeom>
              <a:blipFill>
                <a:blip r:embed="rId9"/>
                <a:stretch>
                  <a:fillRect t="-1351" b="-7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BE78BA6-6BCF-0C52-9F0A-955164646B03}"/>
              </a:ext>
            </a:extLst>
          </p:cNvPr>
          <p:cNvSpPr txBox="1"/>
          <p:nvPr/>
        </p:nvSpPr>
        <p:spPr>
          <a:xfrm>
            <a:off x="2443213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6AB69-77FE-B727-97B9-35112DFC93CD}"/>
              </a:ext>
            </a:extLst>
          </p:cNvPr>
          <p:cNvSpPr txBox="1"/>
          <p:nvPr/>
        </p:nvSpPr>
        <p:spPr>
          <a:xfrm>
            <a:off x="3281413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03E13-252B-936B-B077-2886E3A54C25}"/>
              </a:ext>
            </a:extLst>
          </p:cNvPr>
          <p:cNvSpPr txBox="1"/>
          <p:nvPr/>
        </p:nvSpPr>
        <p:spPr>
          <a:xfrm>
            <a:off x="4119613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0D8312-61B3-DAA7-EC70-A007AB661C06}"/>
              </a:ext>
            </a:extLst>
          </p:cNvPr>
          <p:cNvSpPr txBox="1"/>
          <p:nvPr/>
        </p:nvSpPr>
        <p:spPr>
          <a:xfrm>
            <a:off x="5045990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511576-842B-3DBB-B178-F910FDCEA500}"/>
              </a:ext>
            </a:extLst>
          </p:cNvPr>
          <p:cNvSpPr txBox="1"/>
          <p:nvPr/>
        </p:nvSpPr>
        <p:spPr>
          <a:xfrm>
            <a:off x="5884190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E8F76-C751-69E7-8E8A-EDD12F5A3722}"/>
              </a:ext>
            </a:extLst>
          </p:cNvPr>
          <p:cNvSpPr txBox="1"/>
          <p:nvPr/>
        </p:nvSpPr>
        <p:spPr>
          <a:xfrm>
            <a:off x="6722390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EA6916-59B0-C877-3E6A-2FFD3BDFCC1D}"/>
              </a:ext>
            </a:extLst>
          </p:cNvPr>
          <p:cNvSpPr txBox="1"/>
          <p:nvPr/>
        </p:nvSpPr>
        <p:spPr>
          <a:xfrm>
            <a:off x="7608947" y="4084560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8E4BD2-EFB3-6F05-49AA-FE02C7BB18BD}"/>
              </a:ext>
            </a:extLst>
          </p:cNvPr>
          <p:cNvSpPr txBox="1"/>
          <p:nvPr/>
        </p:nvSpPr>
        <p:spPr>
          <a:xfrm>
            <a:off x="8447147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36AE18-F273-5378-12DB-0B443AB16E3D}"/>
              </a:ext>
            </a:extLst>
          </p:cNvPr>
          <p:cNvSpPr txBox="1"/>
          <p:nvPr/>
        </p:nvSpPr>
        <p:spPr>
          <a:xfrm>
            <a:off x="9285347" y="4084559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pic>
        <p:nvPicPr>
          <p:cNvPr id="18" name="Graphic 17" descr="Sleep with solid fill">
            <a:extLst>
              <a:ext uri="{FF2B5EF4-FFF2-40B4-BE49-F238E27FC236}">
                <a16:creationId xmlns:a16="http://schemas.microsoft.com/office/drawing/2014/main" id="{218F6151-69FC-A5FE-54B1-BEDB0F633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6035" y="5183917"/>
            <a:ext cx="561978" cy="561978"/>
          </a:xfrm>
          <a:prstGeom prst="rect">
            <a:avLst/>
          </a:prstGeom>
        </p:spPr>
      </p:pic>
      <p:pic>
        <p:nvPicPr>
          <p:cNvPr id="19" name="Graphic 18" descr="Sleep with solid fill">
            <a:extLst>
              <a:ext uri="{FF2B5EF4-FFF2-40B4-BE49-F238E27FC236}">
                <a16:creationId xmlns:a16="http://schemas.microsoft.com/office/drawing/2014/main" id="{DD477655-08C9-B0EA-AF72-EC0544C849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6035" y="5869721"/>
            <a:ext cx="561978" cy="561978"/>
          </a:xfrm>
          <a:prstGeom prst="rect">
            <a:avLst/>
          </a:prstGeom>
        </p:spPr>
      </p:pic>
      <p:pic>
        <p:nvPicPr>
          <p:cNvPr id="20" name="Graphic 19" descr="Sleep with solid fill">
            <a:extLst>
              <a:ext uri="{FF2B5EF4-FFF2-40B4-BE49-F238E27FC236}">
                <a16:creationId xmlns:a16="http://schemas.microsoft.com/office/drawing/2014/main" id="{F24609AF-82DB-3A4E-428F-5FE411B8DB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06035" y="4546224"/>
            <a:ext cx="561978" cy="56197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47F986-66BC-3F7D-6838-728B6AB8DC27}"/>
              </a:ext>
            </a:extLst>
          </p:cNvPr>
          <p:cNvCxnSpPr/>
          <p:nvPr/>
        </p:nvCxnSpPr>
        <p:spPr>
          <a:xfrm>
            <a:off x="7443782" y="3903288"/>
            <a:ext cx="0" cy="270033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B243AB3-84C7-E0E8-F56B-92800CA5D424}"/>
              </a:ext>
            </a:extLst>
          </p:cNvPr>
          <p:cNvSpPr txBox="1"/>
          <p:nvPr/>
        </p:nvSpPr>
        <p:spPr>
          <a:xfrm>
            <a:off x="7836706" y="3715228"/>
            <a:ext cx="17827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Isolation Units</a:t>
            </a:r>
          </a:p>
        </p:txBody>
      </p:sp>
      <p:sp>
        <p:nvSpPr>
          <p:cNvPr id="23" name="Bent Arrow 22">
            <a:extLst>
              <a:ext uri="{FF2B5EF4-FFF2-40B4-BE49-F238E27FC236}">
                <a16:creationId xmlns:a16="http://schemas.microsoft.com/office/drawing/2014/main" id="{B8D1C8AC-B86D-BEEB-E12E-F5A50350B8D6}"/>
              </a:ext>
            </a:extLst>
          </p:cNvPr>
          <p:cNvSpPr/>
          <p:nvPr/>
        </p:nvSpPr>
        <p:spPr>
          <a:xfrm rot="2955889" flipV="1">
            <a:off x="325704" y="3182340"/>
            <a:ext cx="1721432" cy="1441897"/>
          </a:xfrm>
          <a:prstGeom prst="bentArrow">
            <a:avLst>
              <a:gd name="adj1" fmla="val 9504"/>
              <a:gd name="adj2" fmla="val 15732"/>
              <a:gd name="adj3" fmla="val 25000"/>
              <a:gd name="adj4" fmla="val 7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7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6FA0-CCB5-89A0-B221-5C978594D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6DF5769-F3B7-3366-93B2-22B77AB6281F}"/>
              </a:ext>
            </a:extLst>
          </p:cNvPr>
          <p:cNvSpPr/>
          <p:nvPr/>
        </p:nvSpPr>
        <p:spPr>
          <a:xfrm>
            <a:off x="2372824" y="1042986"/>
            <a:ext cx="1121185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5DFA640-237D-C859-BB69-771DDE212B17}"/>
              </a:ext>
            </a:extLst>
          </p:cNvPr>
          <p:cNvSpPr/>
          <p:nvPr/>
        </p:nvSpPr>
        <p:spPr>
          <a:xfrm>
            <a:off x="2372824" y="4286243"/>
            <a:ext cx="1101882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629571F-C6F4-93EA-37DE-612C694FBF0D}"/>
              </a:ext>
            </a:extLst>
          </p:cNvPr>
          <p:cNvSpPr/>
          <p:nvPr/>
        </p:nvSpPr>
        <p:spPr>
          <a:xfrm>
            <a:off x="4383882" y="1042987"/>
            <a:ext cx="1101882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EC07E3B-BD2F-9A4F-974F-7CCDFB319B66}"/>
              </a:ext>
            </a:extLst>
          </p:cNvPr>
          <p:cNvSpPr/>
          <p:nvPr/>
        </p:nvSpPr>
        <p:spPr>
          <a:xfrm>
            <a:off x="4383881" y="4286244"/>
            <a:ext cx="1101882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C06BD69-E8D9-BE3F-1324-EC2885B07338}"/>
              </a:ext>
            </a:extLst>
          </p:cNvPr>
          <p:cNvSpPr/>
          <p:nvPr/>
        </p:nvSpPr>
        <p:spPr>
          <a:xfrm>
            <a:off x="6723459" y="4286243"/>
            <a:ext cx="1243951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6208195-D1B1-07BA-680F-C8B92C7F2FE2}"/>
              </a:ext>
            </a:extLst>
          </p:cNvPr>
          <p:cNvSpPr/>
          <p:nvPr/>
        </p:nvSpPr>
        <p:spPr>
          <a:xfrm>
            <a:off x="6718698" y="1042986"/>
            <a:ext cx="1243951" cy="111442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508AB73-8D67-6850-D550-15FF7F495FA2}"/>
              </a:ext>
            </a:extLst>
          </p:cNvPr>
          <p:cNvSpPr/>
          <p:nvPr/>
        </p:nvSpPr>
        <p:spPr>
          <a:xfrm>
            <a:off x="9328036" y="1516689"/>
            <a:ext cx="982280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404902D-88C5-2D4A-D1A4-B9B971A5F2EF}"/>
              </a:ext>
            </a:extLst>
          </p:cNvPr>
          <p:cNvSpPr/>
          <p:nvPr/>
        </p:nvSpPr>
        <p:spPr>
          <a:xfrm>
            <a:off x="9328036" y="2874013"/>
            <a:ext cx="982280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48E3C6F-16FF-5FD5-0BCB-E11232175E29}"/>
              </a:ext>
            </a:extLst>
          </p:cNvPr>
          <p:cNvSpPr/>
          <p:nvPr/>
        </p:nvSpPr>
        <p:spPr>
          <a:xfrm>
            <a:off x="9328034" y="4245608"/>
            <a:ext cx="982280" cy="82867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14000"/>
            </a:schemeClr>
          </a:solidFill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6E7D4A-E277-6544-B6AA-A226A44C33C7}"/>
              </a:ext>
            </a:extLst>
          </p:cNvPr>
          <p:cNvSpPr txBox="1"/>
          <p:nvPr/>
        </p:nvSpPr>
        <p:spPr>
          <a:xfrm>
            <a:off x="2655903" y="1364895"/>
            <a:ext cx="535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2D1D89-B18B-2A8A-644A-DA725299AC23}"/>
              </a:ext>
            </a:extLst>
          </p:cNvPr>
          <p:cNvSpPr txBox="1"/>
          <p:nvPr/>
        </p:nvSpPr>
        <p:spPr>
          <a:xfrm>
            <a:off x="4654146" y="136489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31AEF6-D0E4-6D7A-0577-8A0229B13D50}"/>
              </a:ext>
            </a:extLst>
          </p:cNvPr>
          <p:cNvSpPr txBox="1"/>
          <p:nvPr/>
        </p:nvSpPr>
        <p:spPr>
          <a:xfrm>
            <a:off x="7070406" y="1369365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14BA03-264B-4C59-54F6-70BAE9F2BD27}"/>
              </a:ext>
            </a:extLst>
          </p:cNvPr>
          <p:cNvSpPr txBox="1"/>
          <p:nvPr/>
        </p:nvSpPr>
        <p:spPr>
          <a:xfrm>
            <a:off x="2651094" y="4612618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68BA63-C922-AC3B-D929-BBF59D890AD1}"/>
              </a:ext>
            </a:extLst>
          </p:cNvPr>
          <p:cNvSpPr txBox="1"/>
          <p:nvPr/>
        </p:nvSpPr>
        <p:spPr>
          <a:xfrm>
            <a:off x="4654146" y="4612621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F1B403-1B3A-DE21-F36A-F998EC8F905C}"/>
              </a:ext>
            </a:extLst>
          </p:cNvPr>
          <p:cNvSpPr txBox="1"/>
          <p:nvPr/>
        </p:nvSpPr>
        <p:spPr>
          <a:xfrm>
            <a:off x="7070405" y="461262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F16851-04BC-1BBE-CF5C-A0EFCACFF6DF}"/>
              </a:ext>
            </a:extLst>
          </p:cNvPr>
          <p:cNvSpPr txBox="1"/>
          <p:nvPr/>
        </p:nvSpPr>
        <p:spPr>
          <a:xfrm>
            <a:off x="9548800" y="1700193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91D94C-E1B8-01B4-30B1-C42EA49DC4AA}"/>
              </a:ext>
            </a:extLst>
          </p:cNvPr>
          <p:cNvSpPr txBox="1"/>
          <p:nvPr/>
        </p:nvSpPr>
        <p:spPr>
          <a:xfrm>
            <a:off x="9548801" y="3057517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3A4F24-D132-F9F0-2994-49F7295BEC2E}"/>
              </a:ext>
            </a:extLst>
          </p:cNvPr>
          <p:cNvSpPr txBox="1"/>
          <p:nvPr/>
        </p:nvSpPr>
        <p:spPr>
          <a:xfrm>
            <a:off x="9548800" y="442911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B9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C729DC-BA22-22D9-4708-B4BB23B8D57F}"/>
              </a:ext>
            </a:extLst>
          </p:cNvPr>
          <p:cNvCxnSpPr>
            <a:stCxn id="27" idx="3"/>
            <a:endCxn id="29" idx="1"/>
          </p:cNvCxnSpPr>
          <p:nvPr/>
        </p:nvCxnSpPr>
        <p:spPr>
          <a:xfrm>
            <a:off x="3494009" y="1600199"/>
            <a:ext cx="889873" cy="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706B78-7FC5-3926-80FE-7287D3061F5E}"/>
              </a:ext>
            </a:extLst>
          </p:cNvPr>
          <p:cNvCxnSpPr>
            <a:cxnSpLocks/>
            <a:stCxn id="28" idx="3"/>
            <a:endCxn id="30" idx="1"/>
          </p:cNvCxnSpPr>
          <p:nvPr/>
        </p:nvCxnSpPr>
        <p:spPr>
          <a:xfrm>
            <a:off x="3474706" y="4843456"/>
            <a:ext cx="909175" cy="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DC4151-E1CD-0D72-7435-8D503399B7F0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 flipV="1">
            <a:off x="5485764" y="1600199"/>
            <a:ext cx="1232934" cy="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ACE2ED-E345-5794-56A6-0B54FACED28F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>
            <a:off x="7340674" y="2157411"/>
            <a:ext cx="4761" cy="212883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E8CFA80-3FB7-7493-A007-717F08587A31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 flipV="1">
            <a:off x="5485763" y="4843456"/>
            <a:ext cx="1237696" cy="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F098807-EDA4-1429-6F2F-D9B0143ED04E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flipH="1">
            <a:off x="4934822" y="2157412"/>
            <a:ext cx="1" cy="212883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5B5697C-9BE1-4EAE-F27D-985D86DD7637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2923765" y="2157411"/>
            <a:ext cx="9652" cy="212883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655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264</Words>
  <Application>Microsoft Macintosh PowerPoint</Application>
  <PresentationFormat>Widescreen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Geraint Palmer</dc:creator>
  <cp:lastModifiedBy>Geraint Palmer</cp:lastModifiedBy>
  <cp:revision>8</cp:revision>
  <dcterms:created xsi:type="dcterms:W3CDTF">2026-01-02T13:42:42Z</dcterms:created>
  <dcterms:modified xsi:type="dcterms:W3CDTF">2026-01-02T16:00:27Z</dcterms:modified>
</cp:coreProperties>
</file>