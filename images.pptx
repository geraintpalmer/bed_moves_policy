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9" r:id="rId3"/>
    <p:sldId id="258" r:id="rId4"/>
    <p:sldId id="260" r:id="rId5"/>
    <p:sldId id="262" r:id="rId6"/>
    <p:sldId id="263" r:id="rId7"/>
    <p:sldId id="264" r:id="rId8"/>
    <p:sldId id="265" r:id="rId9"/>
    <p:sldId id="266" r:id="rId10"/>
    <p:sldId id="267" r:id="rId11"/>
    <p:sldId id="26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AA4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17"/>
    <p:restoredTop sz="94544"/>
  </p:normalViewPr>
  <p:slideViewPr>
    <p:cSldViewPr snapToGrid="0">
      <p:cViewPr>
        <p:scale>
          <a:sx n="87" d="100"/>
          <a:sy n="87" d="100"/>
        </p:scale>
        <p:origin x="120" y="8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47A408-EBC4-5647-91C9-55695362FF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8A2DE-7095-939B-9D2D-2457667C1C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2AE03D-651C-F5C3-767A-5F4D2C4D1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42F0-F67B-EC40-91BE-EF08B282755F}" type="datetimeFigureOut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226DC8-ED2D-2705-C86E-2EDC79F15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814E6A-4BBD-9762-F82A-30D248FBC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62A5E-B425-3944-BFE9-B0701A6019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2097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C78A5-CBB0-AB5E-D7CB-F0A5BFBE9F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6731ED-CB1B-1BA2-8F5F-8147858F74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AB5F99-E138-D62A-8326-E9B4D55F4B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42F0-F67B-EC40-91BE-EF08B282755F}" type="datetimeFigureOut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BFED-D8AB-0D7D-3A14-8B54110EB5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50AABD-2349-FCFE-BFC8-EFF7779B5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62A5E-B425-3944-BFE9-B0701A6019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4218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EF5E4-1EEA-797D-6D3B-2D4514DAC7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DCD9AB-759A-811C-225C-9C4642B97D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AC4D58-7251-B20C-931B-066AEC5C00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42F0-F67B-EC40-91BE-EF08B282755F}" type="datetimeFigureOut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D9AB6E-8B85-E6B3-FC07-82169E095B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A6E7C1-F27D-8389-A8E1-3D3539DDD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62A5E-B425-3944-BFE9-B0701A6019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4436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188E6-D9F6-37A2-436E-84DE45FC9D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29752B-3DB0-FA44-8461-78298B2A88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7786AB-27CE-5533-40F0-81A739F228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D09E7E-FF04-46CD-7C30-67A26BF09D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42F0-F67B-EC40-91BE-EF08B282755F}" type="datetimeFigureOut">
              <a:rPr lang="en-US" smtClean="0"/>
              <a:t>4/14/26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58C14C-8A24-2957-41BE-17EF9454FC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24071C-4A28-7B38-7236-08FF0EF71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62A5E-B425-3944-BFE9-B0701A6019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27351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E1545E-E890-CA44-1C83-D3414155C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B705AA-57EB-F574-8180-47064CBF0D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557FF8-1C6E-FA17-1C3D-69B900F994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D8D76F-0D99-FA99-8989-C1DF4E5BA1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F09F97-0C92-A54E-A1B9-10586E137B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6B98DB4-C3AD-A975-3AB8-45F57BD7EA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42F0-F67B-EC40-91BE-EF08B282755F}" type="datetimeFigureOut">
              <a:rPr lang="en-US" smtClean="0"/>
              <a:t>4/14/26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2513EB9-08A4-7436-5B3B-202CE703D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2DFEE2-3193-7FCD-CA2F-FD23A710E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62A5E-B425-3944-BFE9-B0701A6019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02021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DAB37-BA3E-5893-7415-9EA076076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B33E894-8A30-F009-1C5A-4DC1A966D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42F0-F67B-EC40-91BE-EF08B282755F}" type="datetimeFigureOut">
              <a:rPr lang="en-US" smtClean="0"/>
              <a:t>4/14/26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C55D0A-699D-2273-3561-54FABA552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4702BE-B81C-49B2-2729-FA60B60D0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62A5E-B425-3944-BFE9-B0701A6019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96118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7FE7F8B-5832-A368-B392-E5C6BE641B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42F0-F67B-EC40-91BE-EF08B282755F}" type="datetimeFigureOut">
              <a:rPr lang="en-US" smtClean="0"/>
              <a:t>4/14/26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6AF579A-1C04-AA14-51EE-7ADCF0835F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37BB62-AFF0-2906-E7A4-EBE4C15BA8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62A5E-B425-3944-BFE9-B0701A6019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21261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F2016-DFCF-BF24-B555-31E06753D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FE873-772A-16C6-C43D-B8E57AF39A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BFDA17-96D0-E60A-4991-AD1FEB1FE0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E82FB4-6F50-C2AF-EDDA-15376E810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42F0-F67B-EC40-91BE-EF08B282755F}" type="datetimeFigureOut">
              <a:rPr lang="en-US" smtClean="0"/>
              <a:t>4/14/26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086BAC-459B-427A-A670-06ADF53C0B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B4B737-01A6-8E08-5073-AC2760F1A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62A5E-B425-3944-BFE9-B0701A6019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1926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E7DBC7-7BE4-CDBC-2973-7BE8D106EF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53C98D3-4D61-92FF-4C7D-A2A0B4AA1B9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66F07-920A-D364-5167-FF228AD43D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A1253A-AB76-634B-C46F-3101704D34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42F0-F67B-EC40-91BE-EF08B282755F}" type="datetimeFigureOut">
              <a:rPr lang="en-US" smtClean="0"/>
              <a:t>4/14/26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F1A64C-D75D-A417-D1F0-168F70234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537E89-65FF-7C50-646A-21308CA9C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62A5E-B425-3944-BFE9-B0701A6019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8732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63AC6-A956-6913-D858-85D0EFCD1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D5D27F-058F-63CA-6AC1-FF8FC7C91C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F70DA6-619A-A85D-C4C7-C70087020C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42F0-F67B-EC40-91BE-EF08B282755F}" type="datetimeFigureOut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E5B93B-4BC2-3EB6-95CD-544C216F64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1CD1D4-E046-500C-337B-D18E088CB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62A5E-B425-3944-BFE9-B0701A6019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974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940BC9-29C2-BBC3-0A1A-E7C8FE0E41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A7CADD-CFB1-7BB2-C0AC-3123FA5C51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36194F-68AF-D314-2E35-C15E63B7F6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42F0-F67B-EC40-91BE-EF08B282755F}" type="datetimeFigureOut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837123-F298-E222-4E0D-0378066BE2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40ADAE-DDC8-1A05-1527-C3BB059DC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62A5E-B425-3944-BFE9-B0701A6019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2601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2B953F-55F4-0042-FA1C-D5F5BE07D1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1B0A36-2073-249A-4F1A-FFFD7C2F03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C09752-F012-CD31-E16C-BFD8C7E6739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6642F0-F67B-EC40-91BE-EF08B282755F}" type="datetimeFigureOut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1677B4-26EF-A67B-97D4-7701C6B304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D06FF6-7775-8105-8A8B-6A761853BC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E62A5E-B425-3944-BFE9-B0701A6019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3078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svg"/><Relationship Id="rId4" Type="http://schemas.openxmlformats.org/officeDocument/2006/relationships/image" Target="../media/image4.svg"/><Relationship Id="rId9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svg"/><Relationship Id="rId4" Type="http://schemas.openxmlformats.org/officeDocument/2006/relationships/image" Target="../media/image4.svg"/><Relationship Id="rId9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svg"/><Relationship Id="rId4" Type="http://schemas.openxmlformats.org/officeDocument/2006/relationships/image" Target="../media/image4.svg"/><Relationship Id="rId9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FF816D0-C7C9-4E8F-17B2-E6E7C88B5343}"/>
              </a:ext>
            </a:extLst>
          </p:cNvPr>
          <p:cNvSpPr/>
          <p:nvPr/>
        </p:nvSpPr>
        <p:spPr>
          <a:xfrm>
            <a:off x="502443" y="471488"/>
            <a:ext cx="11187113" cy="55435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Graphic 5" descr="Sleep with solid fill">
            <a:extLst>
              <a:ext uri="{FF2B5EF4-FFF2-40B4-BE49-F238E27FC236}">
                <a16:creationId xmlns:a16="http://schemas.microsoft.com/office/drawing/2014/main" id="{70649826-674C-474C-401D-21B4DA6B27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1543" y="1143000"/>
            <a:ext cx="828675" cy="828675"/>
          </a:xfrm>
          <a:prstGeom prst="rect">
            <a:avLst/>
          </a:prstGeom>
        </p:spPr>
      </p:pic>
      <p:pic>
        <p:nvPicPr>
          <p:cNvPr id="7" name="Graphic 6" descr="Sleep with solid fill">
            <a:extLst>
              <a:ext uri="{FF2B5EF4-FFF2-40B4-BE49-F238E27FC236}">
                <a16:creationId xmlns:a16="http://schemas.microsoft.com/office/drawing/2014/main" id="{90CC2D46-3A99-5B06-316A-E9A7E33CEB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102643" y="1143000"/>
            <a:ext cx="828675" cy="828675"/>
          </a:xfrm>
          <a:prstGeom prst="rect">
            <a:avLst/>
          </a:prstGeom>
        </p:spPr>
      </p:pic>
      <p:pic>
        <p:nvPicPr>
          <p:cNvPr id="8" name="Graphic 7" descr="Sleep with solid fill">
            <a:extLst>
              <a:ext uri="{FF2B5EF4-FFF2-40B4-BE49-F238E27FC236}">
                <a16:creationId xmlns:a16="http://schemas.microsoft.com/office/drawing/2014/main" id="{0E48D74D-2E23-1FDD-C7C7-3A38EAE61A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283743" y="1142999"/>
            <a:ext cx="828675" cy="828675"/>
          </a:xfrm>
          <a:prstGeom prst="rect">
            <a:avLst/>
          </a:prstGeom>
        </p:spPr>
      </p:pic>
      <p:pic>
        <p:nvPicPr>
          <p:cNvPr id="9" name="Graphic 8" descr="Sleep with solid fill">
            <a:extLst>
              <a:ext uri="{FF2B5EF4-FFF2-40B4-BE49-F238E27FC236}">
                <a16:creationId xmlns:a16="http://schemas.microsoft.com/office/drawing/2014/main" id="{6629DCBF-DB8E-3109-68A3-5E5DD6EDC3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464843" y="1143000"/>
            <a:ext cx="828675" cy="828675"/>
          </a:xfrm>
          <a:prstGeom prst="rect">
            <a:avLst/>
          </a:prstGeom>
        </p:spPr>
      </p:pic>
      <p:pic>
        <p:nvPicPr>
          <p:cNvPr id="10" name="Graphic 9" descr="Sleep with solid fill">
            <a:extLst>
              <a:ext uri="{FF2B5EF4-FFF2-40B4-BE49-F238E27FC236}">
                <a16:creationId xmlns:a16="http://schemas.microsoft.com/office/drawing/2014/main" id="{73021D29-F6D4-05E7-725F-3C59852578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45943" y="1143000"/>
            <a:ext cx="828675" cy="828675"/>
          </a:xfrm>
          <a:prstGeom prst="rect">
            <a:avLst/>
          </a:prstGeom>
        </p:spPr>
      </p:pic>
      <p:pic>
        <p:nvPicPr>
          <p:cNvPr id="11" name="Graphic 10" descr="Sleep with solid fill">
            <a:extLst>
              <a:ext uri="{FF2B5EF4-FFF2-40B4-BE49-F238E27FC236}">
                <a16:creationId xmlns:a16="http://schemas.microsoft.com/office/drawing/2014/main" id="{A2AB1957-BDB3-08A4-A611-EDC8190C77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27043" y="1142999"/>
            <a:ext cx="828675" cy="828675"/>
          </a:xfrm>
          <a:prstGeom prst="rect">
            <a:avLst/>
          </a:prstGeom>
        </p:spPr>
      </p:pic>
      <p:pic>
        <p:nvPicPr>
          <p:cNvPr id="15" name="Graphic 14" descr="Sleep with solid fill">
            <a:extLst>
              <a:ext uri="{FF2B5EF4-FFF2-40B4-BE49-F238E27FC236}">
                <a16:creationId xmlns:a16="http://schemas.microsoft.com/office/drawing/2014/main" id="{AC7F1B10-A6CA-8980-73E5-279466A0E3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08143" y="1142999"/>
            <a:ext cx="828675" cy="828675"/>
          </a:xfrm>
          <a:prstGeom prst="rect">
            <a:avLst/>
          </a:prstGeom>
        </p:spPr>
      </p:pic>
      <p:pic>
        <p:nvPicPr>
          <p:cNvPr id="16" name="Graphic 15" descr="Sleep with solid fill">
            <a:extLst>
              <a:ext uri="{FF2B5EF4-FFF2-40B4-BE49-F238E27FC236}">
                <a16:creationId xmlns:a16="http://schemas.microsoft.com/office/drawing/2014/main" id="{16261EA3-9FE2-FBAF-63A6-94D816C153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1543" y="4371974"/>
            <a:ext cx="828675" cy="828675"/>
          </a:xfrm>
          <a:prstGeom prst="rect">
            <a:avLst/>
          </a:prstGeom>
        </p:spPr>
      </p:pic>
      <p:pic>
        <p:nvPicPr>
          <p:cNvPr id="17" name="Graphic 16" descr="Sleep with solid fill">
            <a:extLst>
              <a:ext uri="{FF2B5EF4-FFF2-40B4-BE49-F238E27FC236}">
                <a16:creationId xmlns:a16="http://schemas.microsoft.com/office/drawing/2014/main" id="{BF790319-B66A-0DB5-5B50-E88D1BB058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102643" y="4371974"/>
            <a:ext cx="828675" cy="828675"/>
          </a:xfrm>
          <a:prstGeom prst="rect">
            <a:avLst/>
          </a:prstGeom>
        </p:spPr>
      </p:pic>
      <p:pic>
        <p:nvPicPr>
          <p:cNvPr id="18" name="Graphic 17" descr="Sleep with solid fill">
            <a:extLst>
              <a:ext uri="{FF2B5EF4-FFF2-40B4-BE49-F238E27FC236}">
                <a16:creationId xmlns:a16="http://schemas.microsoft.com/office/drawing/2014/main" id="{4CFE1C4E-4C8C-7955-CECB-71A0F0E322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283743" y="4371973"/>
            <a:ext cx="828675" cy="828675"/>
          </a:xfrm>
          <a:prstGeom prst="rect">
            <a:avLst/>
          </a:prstGeom>
        </p:spPr>
      </p:pic>
      <p:pic>
        <p:nvPicPr>
          <p:cNvPr id="19" name="Graphic 18" descr="Sleep with solid fill">
            <a:extLst>
              <a:ext uri="{FF2B5EF4-FFF2-40B4-BE49-F238E27FC236}">
                <a16:creationId xmlns:a16="http://schemas.microsoft.com/office/drawing/2014/main" id="{F73B3595-B430-2B6E-DAE4-523EA1CC83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464843" y="4371974"/>
            <a:ext cx="828675" cy="828675"/>
          </a:xfrm>
          <a:prstGeom prst="rect">
            <a:avLst/>
          </a:prstGeom>
        </p:spPr>
      </p:pic>
      <p:pic>
        <p:nvPicPr>
          <p:cNvPr id="20" name="Graphic 19" descr="Sleep with solid fill">
            <a:extLst>
              <a:ext uri="{FF2B5EF4-FFF2-40B4-BE49-F238E27FC236}">
                <a16:creationId xmlns:a16="http://schemas.microsoft.com/office/drawing/2014/main" id="{321E13ED-0DA4-B19D-B1D2-6E2211455D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45943" y="4371974"/>
            <a:ext cx="828675" cy="828675"/>
          </a:xfrm>
          <a:prstGeom prst="rect">
            <a:avLst/>
          </a:prstGeom>
        </p:spPr>
      </p:pic>
      <p:pic>
        <p:nvPicPr>
          <p:cNvPr id="21" name="Graphic 20" descr="Sleep with solid fill">
            <a:extLst>
              <a:ext uri="{FF2B5EF4-FFF2-40B4-BE49-F238E27FC236}">
                <a16:creationId xmlns:a16="http://schemas.microsoft.com/office/drawing/2014/main" id="{641829CB-3D39-2BCB-77B0-3EDC845C4E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27043" y="4371973"/>
            <a:ext cx="828675" cy="828675"/>
          </a:xfrm>
          <a:prstGeom prst="rect">
            <a:avLst/>
          </a:prstGeom>
        </p:spPr>
      </p:pic>
      <p:pic>
        <p:nvPicPr>
          <p:cNvPr id="22" name="Graphic 21" descr="Sleep with solid fill">
            <a:extLst>
              <a:ext uri="{FF2B5EF4-FFF2-40B4-BE49-F238E27FC236}">
                <a16:creationId xmlns:a16="http://schemas.microsoft.com/office/drawing/2014/main" id="{1BC0507A-5EB2-312D-356B-54E2A705D8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08143" y="4371973"/>
            <a:ext cx="828675" cy="828675"/>
          </a:xfrm>
          <a:prstGeom prst="rect">
            <a:avLst/>
          </a:prstGeom>
        </p:spPr>
      </p:pic>
      <p:pic>
        <p:nvPicPr>
          <p:cNvPr id="23" name="Graphic 22" descr="Sleep with solid fill">
            <a:extLst>
              <a:ext uri="{FF2B5EF4-FFF2-40B4-BE49-F238E27FC236}">
                <a16:creationId xmlns:a16="http://schemas.microsoft.com/office/drawing/2014/main" id="{4E8F397B-2235-DD17-2607-EF1B0AE3EA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60782" y="1443032"/>
            <a:ext cx="828675" cy="828675"/>
          </a:xfrm>
          <a:prstGeom prst="rect">
            <a:avLst/>
          </a:prstGeom>
        </p:spPr>
      </p:pic>
      <p:pic>
        <p:nvPicPr>
          <p:cNvPr id="24" name="Graphic 23" descr="Sleep with solid fill">
            <a:extLst>
              <a:ext uri="{FF2B5EF4-FFF2-40B4-BE49-F238E27FC236}">
                <a16:creationId xmlns:a16="http://schemas.microsoft.com/office/drawing/2014/main" id="{3E70F18D-6EE8-94DA-579C-05F51B4A210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60781" y="2800347"/>
            <a:ext cx="828675" cy="828675"/>
          </a:xfrm>
          <a:prstGeom prst="rect">
            <a:avLst/>
          </a:prstGeom>
        </p:spPr>
      </p:pic>
      <p:pic>
        <p:nvPicPr>
          <p:cNvPr id="25" name="Graphic 24" descr="Sleep with solid fill">
            <a:extLst>
              <a:ext uri="{FF2B5EF4-FFF2-40B4-BE49-F238E27FC236}">
                <a16:creationId xmlns:a16="http://schemas.microsoft.com/office/drawing/2014/main" id="{4F4506B2-3AF0-7621-C03C-F082FBCE60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60781" y="4171950"/>
            <a:ext cx="828675" cy="828675"/>
          </a:xfrm>
          <a:prstGeom prst="rect">
            <a:avLst/>
          </a:prstGeom>
        </p:spPr>
      </p:pic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6C6EA16-7F31-774A-AB50-479813C54375}"/>
              </a:ext>
            </a:extLst>
          </p:cNvPr>
          <p:cNvCxnSpPr>
            <a:cxnSpLocks/>
          </p:cNvCxnSpPr>
          <p:nvPr/>
        </p:nvCxnSpPr>
        <p:spPr>
          <a:xfrm>
            <a:off x="9686925" y="471488"/>
            <a:ext cx="0" cy="5543550"/>
          </a:xfrm>
          <a:prstGeom prst="line">
            <a:avLst/>
          </a:prstGeom>
          <a:ln w="317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BDBAB0A-5A94-1908-B73A-C1A3517B001D}"/>
              </a:ext>
            </a:extLst>
          </p:cNvPr>
          <p:cNvCxnSpPr>
            <a:cxnSpLocks/>
            <a:stCxn id="4" idx="1"/>
          </p:cNvCxnSpPr>
          <p:nvPr/>
        </p:nvCxnSpPr>
        <p:spPr>
          <a:xfrm>
            <a:off x="502443" y="3243263"/>
            <a:ext cx="9184482" cy="0"/>
          </a:xfrm>
          <a:prstGeom prst="line">
            <a:avLst/>
          </a:prstGeom>
          <a:ln w="317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FA1E0CEC-32F4-B395-8724-F8F9C3E80C84}"/>
              </a:ext>
            </a:extLst>
          </p:cNvPr>
          <p:cNvSpPr txBox="1"/>
          <p:nvPr/>
        </p:nvSpPr>
        <p:spPr>
          <a:xfrm>
            <a:off x="9796843" y="771458"/>
            <a:ext cx="17827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 dirty="0"/>
              <a:t>Isolation Units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D5179D8-82BC-311E-258D-93BC6F14C473}"/>
              </a:ext>
            </a:extLst>
          </p:cNvPr>
          <p:cNvSpPr txBox="1"/>
          <p:nvPr/>
        </p:nvSpPr>
        <p:spPr>
          <a:xfrm>
            <a:off x="858820" y="692908"/>
            <a:ext cx="23182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 dirty="0"/>
              <a:t>Left side of corridor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0C41B2B-3BD3-1E70-E039-8495F716BDE1}"/>
              </a:ext>
            </a:extLst>
          </p:cNvPr>
          <p:cNvSpPr txBox="1"/>
          <p:nvPr/>
        </p:nvSpPr>
        <p:spPr>
          <a:xfrm>
            <a:off x="858819" y="3957541"/>
            <a:ext cx="24609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 dirty="0"/>
              <a:t>Right side of corridor</a:t>
            </a:r>
          </a:p>
        </p:txBody>
      </p:sp>
    </p:spTree>
    <p:extLst>
      <p:ext uri="{BB962C8B-B14F-4D97-AF65-F5344CB8AC3E}">
        <p14:creationId xmlns:p14="http://schemas.microsoft.com/office/powerpoint/2010/main" val="3873219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5A078-8536-EAEF-26CB-B3C2C48E7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3F8C610-FF1D-87B3-02D6-37F4D26B8007}"/>
              </a:ext>
            </a:extLst>
          </p:cNvPr>
          <p:cNvSpPr/>
          <p:nvPr/>
        </p:nvSpPr>
        <p:spPr>
          <a:xfrm>
            <a:off x="502443" y="471488"/>
            <a:ext cx="11187113" cy="55435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4A62CD13-3A40-55FD-F806-A528A5479D93}"/>
              </a:ext>
            </a:extLst>
          </p:cNvPr>
          <p:cNvSpPr/>
          <p:nvPr/>
        </p:nvSpPr>
        <p:spPr>
          <a:xfrm>
            <a:off x="785812" y="1042988"/>
            <a:ext cx="3457575" cy="1114425"/>
          </a:xfrm>
          <a:prstGeom prst="roundRect">
            <a:avLst/>
          </a:prstGeom>
          <a:solidFill>
            <a:schemeClr val="accent1">
              <a:lumMod val="60000"/>
              <a:lumOff val="40000"/>
              <a:alpha val="14000"/>
            </a:schemeClr>
          </a:solidFill>
          <a:ln w="508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244EF39C-6720-2248-0329-3D2896A5A06A}"/>
              </a:ext>
            </a:extLst>
          </p:cNvPr>
          <p:cNvSpPr/>
          <p:nvPr/>
        </p:nvSpPr>
        <p:spPr>
          <a:xfrm>
            <a:off x="785812" y="4286245"/>
            <a:ext cx="3398046" cy="1114425"/>
          </a:xfrm>
          <a:prstGeom prst="roundRect">
            <a:avLst/>
          </a:prstGeom>
          <a:solidFill>
            <a:schemeClr val="accent1">
              <a:lumMod val="60000"/>
              <a:lumOff val="40000"/>
              <a:alpha val="14000"/>
            </a:schemeClr>
          </a:solidFill>
          <a:ln w="508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5819A921-F737-3824-FAB1-CC4ECC3CFC5E}"/>
              </a:ext>
            </a:extLst>
          </p:cNvPr>
          <p:cNvSpPr/>
          <p:nvPr/>
        </p:nvSpPr>
        <p:spPr>
          <a:xfrm>
            <a:off x="4383881" y="1042987"/>
            <a:ext cx="2221707" cy="1114425"/>
          </a:xfrm>
          <a:prstGeom prst="roundRect">
            <a:avLst/>
          </a:prstGeom>
          <a:solidFill>
            <a:schemeClr val="accent1">
              <a:lumMod val="60000"/>
              <a:lumOff val="40000"/>
              <a:alpha val="14000"/>
            </a:schemeClr>
          </a:solidFill>
          <a:ln w="508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E17EF023-DB4C-3C4E-43B7-2EBC4356352F}"/>
              </a:ext>
            </a:extLst>
          </p:cNvPr>
          <p:cNvSpPr/>
          <p:nvPr/>
        </p:nvSpPr>
        <p:spPr>
          <a:xfrm>
            <a:off x="4383880" y="4286244"/>
            <a:ext cx="2221707" cy="1114425"/>
          </a:xfrm>
          <a:prstGeom prst="roundRect">
            <a:avLst/>
          </a:prstGeom>
          <a:solidFill>
            <a:schemeClr val="accent1">
              <a:lumMod val="60000"/>
              <a:lumOff val="40000"/>
              <a:alpha val="14000"/>
            </a:schemeClr>
          </a:solidFill>
          <a:ln w="508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D71AE816-3FCA-FC13-1278-C0FF528A2E8B}"/>
              </a:ext>
            </a:extLst>
          </p:cNvPr>
          <p:cNvSpPr/>
          <p:nvPr/>
        </p:nvSpPr>
        <p:spPr>
          <a:xfrm>
            <a:off x="6723459" y="4286243"/>
            <a:ext cx="2221707" cy="1114425"/>
          </a:xfrm>
          <a:prstGeom prst="roundRect">
            <a:avLst/>
          </a:prstGeom>
          <a:solidFill>
            <a:schemeClr val="accent1">
              <a:lumMod val="60000"/>
              <a:lumOff val="40000"/>
              <a:alpha val="14000"/>
            </a:schemeClr>
          </a:solidFill>
          <a:ln w="508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91606979-A561-3BED-6BFC-9D6E5A51BF7E}"/>
              </a:ext>
            </a:extLst>
          </p:cNvPr>
          <p:cNvSpPr/>
          <p:nvPr/>
        </p:nvSpPr>
        <p:spPr>
          <a:xfrm>
            <a:off x="6718698" y="1042986"/>
            <a:ext cx="2221707" cy="1114425"/>
          </a:xfrm>
          <a:prstGeom prst="roundRect">
            <a:avLst/>
          </a:prstGeom>
          <a:solidFill>
            <a:schemeClr val="accent1">
              <a:lumMod val="60000"/>
              <a:lumOff val="40000"/>
              <a:alpha val="14000"/>
            </a:schemeClr>
          </a:solidFill>
          <a:ln w="508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560D408E-E7E6-9911-0BED-A752DCE97034}"/>
              </a:ext>
            </a:extLst>
          </p:cNvPr>
          <p:cNvSpPr/>
          <p:nvPr/>
        </p:nvSpPr>
        <p:spPr>
          <a:xfrm>
            <a:off x="9761934" y="1528753"/>
            <a:ext cx="1450183" cy="828675"/>
          </a:xfrm>
          <a:prstGeom prst="roundRect">
            <a:avLst/>
          </a:prstGeom>
          <a:solidFill>
            <a:schemeClr val="accent1">
              <a:lumMod val="60000"/>
              <a:lumOff val="40000"/>
              <a:alpha val="14000"/>
            </a:schemeClr>
          </a:solidFill>
          <a:ln w="508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571A6D79-1D64-63C0-A6BD-35503067B1AC}"/>
              </a:ext>
            </a:extLst>
          </p:cNvPr>
          <p:cNvSpPr/>
          <p:nvPr/>
        </p:nvSpPr>
        <p:spPr>
          <a:xfrm>
            <a:off x="9761934" y="2886077"/>
            <a:ext cx="1450183" cy="828675"/>
          </a:xfrm>
          <a:prstGeom prst="roundRect">
            <a:avLst/>
          </a:prstGeom>
          <a:solidFill>
            <a:schemeClr val="accent1">
              <a:lumMod val="60000"/>
              <a:lumOff val="40000"/>
              <a:alpha val="14000"/>
            </a:schemeClr>
          </a:solidFill>
          <a:ln w="508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BD01E80E-2B91-F20D-004C-3E2FEC48ACB2}"/>
              </a:ext>
            </a:extLst>
          </p:cNvPr>
          <p:cNvSpPr/>
          <p:nvPr/>
        </p:nvSpPr>
        <p:spPr>
          <a:xfrm>
            <a:off x="9761932" y="4257672"/>
            <a:ext cx="1450183" cy="828675"/>
          </a:xfrm>
          <a:prstGeom prst="roundRect">
            <a:avLst/>
          </a:prstGeom>
          <a:solidFill>
            <a:schemeClr val="accent1">
              <a:lumMod val="60000"/>
              <a:lumOff val="40000"/>
              <a:alpha val="14000"/>
            </a:schemeClr>
          </a:solidFill>
          <a:ln w="508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Graphic 5" descr="Sleep with solid fill">
            <a:extLst>
              <a:ext uri="{FF2B5EF4-FFF2-40B4-BE49-F238E27FC236}">
                <a16:creationId xmlns:a16="http://schemas.microsoft.com/office/drawing/2014/main" id="{E0A22D8C-679C-EA7D-A9A4-E33BE13AE1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1543" y="1143000"/>
            <a:ext cx="828675" cy="828675"/>
          </a:xfrm>
          <a:prstGeom prst="rect">
            <a:avLst/>
          </a:prstGeom>
        </p:spPr>
      </p:pic>
      <p:pic>
        <p:nvPicPr>
          <p:cNvPr id="7" name="Graphic 6" descr="Sleep with solid fill">
            <a:extLst>
              <a:ext uri="{FF2B5EF4-FFF2-40B4-BE49-F238E27FC236}">
                <a16:creationId xmlns:a16="http://schemas.microsoft.com/office/drawing/2014/main" id="{645EF4F7-C3DB-98F3-753C-92866E90CD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102643" y="1143000"/>
            <a:ext cx="828675" cy="828675"/>
          </a:xfrm>
          <a:prstGeom prst="rect">
            <a:avLst/>
          </a:prstGeom>
        </p:spPr>
      </p:pic>
      <p:pic>
        <p:nvPicPr>
          <p:cNvPr id="8" name="Graphic 7" descr="Sleep with solid fill">
            <a:extLst>
              <a:ext uri="{FF2B5EF4-FFF2-40B4-BE49-F238E27FC236}">
                <a16:creationId xmlns:a16="http://schemas.microsoft.com/office/drawing/2014/main" id="{4350FF8C-DED3-6A60-F74D-4ED1ABDE86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283743" y="1142999"/>
            <a:ext cx="828675" cy="828675"/>
          </a:xfrm>
          <a:prstGeom prst="rect">
            <a:avLst/>
          </a:prstGeom>
        </p:spPr>
      </p:pic>
      <p:pic>
        <p:nvPicPr>
          <p:cNvPr id="9" name="Graphic 8" descr="Sleep with solid fill">
            <a:extLst>
              <a:ext uri="{FF2B5EF4-FFF2-40B4-BE49-F238E27FC236}">
                <a16:creationId xmlns:a16="http://schemas.microsoft.com/office/drawing/2014/main" id="{31990DE1-AA09-67BF-FDC6-7B212A736A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464843" y="1143000"/>
            <a:ext cx="828675" cy="828675"/>
          </a:xfrm>
          <a:prstGeom prst="rect">
            <a:avLst/>
          </a:prstGeom>
        </p:spPr>
      </p:pic>
      <p:pic>
        <p:nvPicPr>
          <p:cNvPr id="10" name="Graphic 9" descr="Sleep with solid fill">
            <a:extLst>
              <a:ext uri="{FF2B5EF4-FFF2-40B4-BE49-F238E27FC236}">
                <a16:creationId xmlns:a16="http://schemas.microsoft.com/office/drawing/2014/main" id="{D03552DF-1F7D-61FD-A397-3931FCFFFF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45943" y="1143000"/>
            <a:ext cx="828675" cy="828675"/>
          </a:xfrm>
          <a:prstGeom prst="rect">
            <a:avLst/>
          </a:prstGeom>
        </p:spPr>
      </p:pic>
      <p:pic>
        <p:nvPicPr>
          <p:cNvPr id="11" name="Graphic 10" descr="Sleep with solid fill">
            <a:extLst>
              <a:ext uri="{FF2B5EF4-FFF2-40B4-BE49-F238E27FC236}">
                <a16:creationId xmlns:a16="http://schemas.microsoft.com/office/drawing/2014/main" id="{CC3E33CB-A818-CFF2-B0AA-9CAD8C08FF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27043" y="1142999"/>
            <a:ext cx="828675" cy="828675"/>
          </a:xfrm>
          <a:prstGeom prst="rect">
            <a:avLst/>
          </a:prstGeom>
        </p:spPr>
      </p:pic>
      <p:pic>
        <p:nvPicPr>
          <p:cNvPr id="15" name="Graphic 14" descr="Sleep with solid fill">
            <a:extLst>
              <a:ext uri="{FF2B5EF4-FFF2-40B4-BE49-F238E27FC236}">
                <a16:creationId xmlns:a16="http://schemas.microsoft.com/office/drawing/2014/main" id="{2CE7EF36-B90D-4B6F-C006-D619A2911BB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08143" y="1142999"/>
            <a:ext cx="828675" cy="828675"/>
          </a:xfrm>
          <a:prstGeom prst="rect">
            <a:avLst/>
          </a:prstGeom>
        </p:spPr>
      </p:pic>
      <p:pic>
        <p:nvPicPr>
          <p:cNvPr id="16" name="Graphic 15" descr="Sleep with solid fill">
            <a:extLst>
              <a:ext uri="{FF2B5EF4-FFF2-40B4-BE49-F238E27FC236}">
                <a16:creationId xmlns:a16="http://schemas.microsoft.com/office/drawing/2014/main" id="{7F8EEB4F-E538-9D07-8A1E-9E0AAEDA5E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1543" y="4371974"/>
            <a:ext cx="828675" cy="828675"/>
          </a:xfrm>
          <a:prstGeom prst="rect">
            <a:avLst/>
          </a:prstGeom>
        </p:spPr>
      </p:pic>
      <p:pic>
        <p:nvPicPr>
          <p:cNvPr id="17" name="Graphic 16" descr="Sleep with solid fill">
            <a:extLst>
              <a:ext uri="{FF2B5EF4-FFF2-40B4-BE49-F238E27FC236}">
                <a16:creationId xmlns:a16="http://schemas.microsoft.com/office/drawing/2014/main" id="{3A01C26F-FAFC-02EC-0779-DF316105F3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102643" y="4371974"/>
            <a:ext cx="828675" cy="828675"/>
          </a:xfrm>
          <a:prstGeom prst="rect">
            <a:avLst/>
          </a:prstGeom>
        </p:spPr>
      </p:pic>
      <p:pic>
        <p:nvPicPr>
          <p:cNvPr id="18" name="Graphic 17" descr="Sleep with solid fill">
            <a:extLst>
              <a:ext uri="{FF2B5EF4-FFF2-40B4-BE49-F238E27FC236}">
                <a16:creationId xmlns:a16="http://schemas.microsoft.com/office/drawing/2014/main" id="{8A7033AB-18A3-DD9B-409A-22027471D9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283743" y="4371973"/>
            <a:ext cx="828675" cy="828675"/>
          </a:xfrm>
          <a:prstGeom prst="rect">
            <a:avLst/>
          </a:prstGeom>
        </p:spPr>
      </p:pic>
      <p:pic>
        <p:nvPicPr>
          <p:cNvPr id="19" name="Graphic 18" descr="Sleep with solid fill">
            <a:extLst>
              <a:ext uri="{FF2B5EF4-FFF2-40B4-BE49-F238E27FC236}">
                <a16:creationId xmlns:a16="http://schemas.microsoft.com/office/drawing/2014/main" id="{64F9DBA4-5D29-BDFC-3E4E-BCAB99D1B1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464843" y="4371974"/>
            <a:ext cx="828675" cy="828675"/>
          </a:xfrm>
          <a:prstGeom prst="rect">
            <a:avLst/>
          </a:prstGeom>
        </p:spPr>
      </p:pic>
      <p:pic>
        <p:nvPicPr>
          <p:cNvPr id="20" name="Graphic 19" descr="Sleep with solid fill">
            <a:extLst>
              <a:ext uri="{FF2B5EF4-FFF2-40B4-BE49-F238E27FC236}">
                <a16:creationId xmlns:a16="http://schemas.microsoft.com/office/drawing/2014/main" id="{42E4F327-6492-2C6B-6BBE-B4712F4B9C5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45943" y="4371974"/>
            <a:ext cx="828675" cy="828675"/>
          </a:xfrm>
          <a:prstGeom prst="rect">
            <a:avLst/>
          </a:prstGeom>
        </p:spPr>
      </p:pic>
      <p:pic>
        <p:nvPicPr>
          <p:cNvPr id="21" name="Graphic 20" descr="Sleep with solid fill">
            <a:extLst>
              <a:ext uri="{FF2B5EF4-FFF2-40B4-BE49-F238E27FC236}">
                <a16:creationId xmlns:a16="http://schemas.microsoft.com/office/drawing/2014/main" id="{591B2A58-276A-8E58-3B2C-05C543162D0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27043" y="4371973"/>
            <a:ext cx="828675" cy="828675"/>
          </a:xfrm>
          <a:prstGeom prst="rect">
            <a:avLst/>
          </a:prstGeom>
        </p:spPr>
      </p:pic>
      <p:pic>
        <p:nvPicPr>
          <p:cNvPr id="22" name="Graphic 21" descr="Sleep with solid fill">
            <a:extLst>
              <a:ext uri="{FF2B5EF4-FFF2-40B4-BE49-F238E27FC236}">
                <a16:creationId xmlns:a16="http://schemas.microsoft.com/office/drawing/2014/main" id="{C3A089D4-F3FF-4D66-17F9-C165FFCC75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08143" y="4371973"/>
            <a:ext cx="828675" cy="828675"/>
          </a:xfrm>
          <a:prstGeom prst="rect">
            <a:avLst/>
          </a:prstGeom>
        </p:spPr>
      </p:pic>
      <p:pic>
        <p:nvPicPr>
          <p:cNvPr id="23" name="Graphic 22" descr="Sleep with solid fill">
            <a:extLst>
              <a:ext uri="{FF2B5EF4-FFF2-40B4-BE49-F238E27FC236}">
                <a16:creationId xmlns:a16="http://schemas.microsoft.com/office/drawing/2014/main" id="{C3B066A5-88AB-72B7-2334-7E469D590E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60782" y="1443032"/>
            <a:ext cx="828675" cy="828675"/>
          </a:xfrm>
          <a:prstGeom prst="rect">
            <a:avLst/>
          </a:prstGeom>
        </p:spPr>
      </p:pic>
      <p:pic>
        <p:nvPicPr>
          <p:cNvPr id="24" name="Graphic 23" descr="Sleep with solid fill">
            <a:extLst>
              <a:ext uri="{FF2B5EF4-FFF2-40B4-BE49-F238E27FC236}">
                <a16:creationId xmlns:a16="http://schemas.microsoft.com/office/drawing/2014/main" id="{09DC8837-4BA9-6EAB-AB07-2A1BAF54B7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60781" y="2800347"/>
            <a:ext cx="828675" cy="828675"/>
          </a:xfrm>
          <a:prstGeom prst="rect">
            <a:avLst/>
          </a:prstGeom>
        </p:spPr>
      </p:pic>
      <p:pic>
        <p:nvPicPr>
          <p:cNvPr id="25" name="Graphic 24" descr="Sleep with solid fill">
            <a:extLst>
              <a:ext uri="{FF2B5EF4-FFF2-40B4-BE49-F238E27FC236}">
                <a16:creationId xmlns:a16="http://schemas.microsoft.com/office/drawing/2014/main" id="{9B4F37D5-2B0F-3E3D-3229-8FB9F5F45D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60781" y="4171950"/>
            <a:ext cx="828675" cy="828675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5F452406-5701-8A0A-E794-797DB91AB27A}"/>
              </a:ext>
            </a:extLst>
          </p:cNvPr>
          <p:cNvSpPr txBox="1"/>
          <p:nvPr/>
        </p:nvSpPr>
        <p:spPr>
          <a:xfrm>
            <a:off x="800156" y="638470"/>
            <a:ext cx="5357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4279608-91F0-60AC-50DE-A17380496841}"/>
              </a:ext>
            </a:extLst>
          </p:cNvPr>
          <p:cNvSpPr txBox="1"/>
          <p:nvPr/>
        </p:nvSpPr>
        <p:spPr>
          <a:xfrm>
            <a:off x="4383880" y="638470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3371A03-54AA-CF57-6342-5EF3F55794FE}"/>
              </a:ext>
            </a:extLst>
          </p:cNvPr>
          <p:cNvSpPr txBox="1"/>
          <p:nvPr/>
        </p:nvSpPr>
        <p:spPr>
          <a:xfrm>
            <a:off x="6725214" y="614354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525C6A5-8073-E6A9-2DF5-ECC2DAA537C5}"/>
              </a:ext>
            </a:extLst>
          </p:cNvPr>
          <p:cNvSpPr txBox="1"/>
          <p:nvPr/>
        </p:nvSpPr>
        <p:spPr>
          <a:xfrm>
            <a:off x="800156" y="3843331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707A6D7-8BFD-026B-66CB-6B79265D5049}"/>
              </a:ext>
            </a:extLst>
          </p:cNvPr>
          <p:cNvSpPr txBox="1"/>
          <p:nvPr/>
        </p:nvSpPr>
        <p:spPr>
          <a:xfrm>
            <a:off x="4383880" y="3841100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B1F031C-8EA4-BE65-E2D4-4D2CC0FCEDBA}"/>
              </a:ext>
            </a:extLst>
          </p:cNvPr>
          <p:cNvSpPr txBox="1"/>
          <p:nvPr/>
        </p:nvSpPr>
        <p:spPr>
          <a:xfrm>
            <a:off x="6725214" y="3841099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F5B300F-2A8A-1468-EDE1-DBCA3170EA1B}"/>
              </a:ext>
            </a:extLst>
          </p:cNvPr>
          <p:cNvSpPr txBox="1"/>
          <p:nvPr/>
        </p:nvSpPr>
        <p:spPr>
          <a:xfrm>
            <a:off x="9712435" y="1124233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3291EB0-DA34-B427-5111-5A8BB235C75C}"/>
              </a:ext>
            </a:extLst>
          </p:cNvPr>
          <p:cNvSpPr txBox="1"/>
          <p:nvPr/>
        </p:nvSpPr>
        <p:spPr>
          <a:xfrm>
            <a:off x="9712435" y="2504775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5BCD544-0883-9D80-710D-317134EB71D9}"/>
              </a:ext>
            </a:extLst>
          </p:cNvPr>
          <p:cNvSpPr txBox="1"/>
          <p:nvPr/>
        </p:nvSpPr>
        <p:spPr>
          <a:xfrm>
            <a:off x="9712435" y="3867457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B9</a:t>
            </a:r>
          </a:p>
        </p:txBody>
      </p:sp>
    </p:spTree>
    <p:extLst>
      <p:ext uri="{BB962C8B-B14F-4D97-AF65-F5344CB8AC3E}">
        <p14:creationId xmlns:p14="http://schemas.microsoft.com/office/powerpoint/2010/main" val="9217918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24DA31-3BDC-99C3-036E-803A61799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Sleep with solid fill">
            <a:extLst>
              <a:ext uri="{FF2B5EF4-FFF2-40B4-BE49-F238E27FC236}">
                <a16:creationId xmlns:a16="http://schemas.microsoft.com/office/drawing/2014/main" id="{E501C44B-1888-548D-0354-955D47CB46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7215" y="3324222"/>
            <a:ext cx="1514475" cy="1514475"/>
          </a:xfrm>
          <a:prstGeom prst="rect">
            <a:avLst/>
          </a:prstGeom>
        </p:spPr>
      </p:pic>
      <p:pic>
        <p:nvPicPr>
          <p:cNvPr id="45" name="Graphic 44" descr="Bed with solid fill">
            <a:extLst>
              <a:ext uri="{FF2B5EF4-FFF2-40B4-BE49-F238E27FC236}">
                <a16:creationId xmlns:a16="http://schemas.microsoft.com/office/drawing/2014/main" id="{0288C05E-DCC5-B6E6-B28A-E1F13C63BD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7215" y="504828"/>
            <a:ext cx="1514475" cy="1514475"/>
          </a:xfrm>
          <a:prstGeom prst="rect">
            <a:avLst/>
          </a:prstGeom>
        </p:spPr>
      </p:pic>
      <p:pic>
        <p:nvPicPr>
          <p:cNvPr id="46" name="Graphic 45" descr="Sleep with solid fill">
            <a:extLst>
              <a:ext uri="{FF2B5EF4-FFF2-40B4-BE49-F238E27FC236}">
                <a16:creationId xmlns:a16="http://schemas.microsoft.com/office/drawing/2014/main" id="{94055BE3-CF37-ED4F-02AC-F0D2EB4A01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7215" y="4838697"/>
            <a:ext cx="1514475" cy="1514475"/>
          </a:xfrm>
          <a:prstGeom prst="rect">
            <a:avLst/>
          </a:prstGeom>
        </p:spPr>
      </p:pic>
      <p:pic>
        <p:nvPicPr>
          <p:cNvPr id="47" name="Graphic 46" descr="Sleep with solid fill">
            <a:extLst>
              <a:ext uri="{FF2B5EF4-FFF2-40B4-BE49-F238E27FC236}">
                <a16:creationId xmlns:a16="http://schemas.microsoft.com/office/drawing/2014/main" id="{71EDCAAC-A0DD-E6BD-C5AC-2555A0C2C3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7215" y="1800224"/>
            <a:ext cx="1514475" cy="1514475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7D0C02AA-EC03-B5A7-9860-4C668F5CFD9E}"/>
              </a:ext>
            </a:extLst>
          </p:cNvPr>
          <p:cNvSpPr txBox="1"/>
          <p:nvPr/>
        </p:nvSpPr>
        <p:spPr>
          <a:xfrm>
            <a:off x="2273277" y="1062010"/>
            <a:ext cx="202972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 dirty="0"/>
              <a:t>Unoccupied Bed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64320AC-39D1-8C2B-3815-9DD2430349C6}"/>
              </a:ext>
            </a:extLst>
          </p:cNvPr>
          <p:cNvSpPr txBox="1"/>
          <p:nvPr/>
        </p:nvSpPr>
        <p:spPr>
          <a:xfrm>
            <a:off x="2273277" y="2357406"/>
            <a:ext cx="75134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 dirty="0"/>
              <a:t>Green Occupied Bed (duties can be shared with block’s resources)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87FE63D-2B86-4E0B-128B-F7EBA3C9E4C6}"/>
              </a:ext>
            </a:extLst>
          </p:cNvPr>
          <p:cNvSpPr txBox="1"/>
          <p:nvPr/>
        </p:nvSpPr>
        <p:spPr>
          <a:xfrm>
            <a:off x="2273277" y="3900430"/>
            <a:ext cx="94122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 dirty="0"/>
              <a:t>Amber Occupied Bed (duties can’t be shared with block’s resources, 1 to 1 attention)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14A9759-ECFB-38C4-260F-A3E111207D7D}"/>
              </a:ext>
            </a:extLst>
          </p:cNvPr>
          <p:cNvSpPr txBox="1"/>
          <p:nvPr/>
        </p:nvSpPr>
        <p:spPr>
          <a:xfrm>
            <a:off x="2297565" y="5443454"/>
            <a:ext cx="81181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 dirty="0"/>
              <a:t>Red Occupied Bed (1-1 attention, penalty if not placed in isolation block)</a:t>
            </a:r>
          </a:p>
        </p:txBody>
      </p:sp>
    </p:spTree>
    <p:extLst>
      <p:ext uri="{BB962C8B-B14F-4D97-AF65-F5344CB8AC3E}">
        <p14:creationId xmlns:p14="http://schemas.microsoft.com/office/powerpoint/2010/main" val="34748709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53B3EB-4D0D-F6F2-E65A-249A6D7F1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C82D574-3CDD-A516-76AB-2E102402B777}"/>
              </a:ext>
            </a:extLst>
          </p:cNvPr>
          <p:cNvSpPr/>
          <p:nvPr/>
        </p:nvSpPr>
        <p:spPr>
          <a:xfrm>
            <a:off x="502443" y="471488"/>
            <a:ext cx="11187113" cy="55435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99EDE8A0-2F34-BB64-B7B3-31C0A17B294D}"/>
              </a:ext>
            </a:extLst>
          </p:cNvPr>
          <p:cNvSpPr/>
          <p:nvPr/>
        </p:nvSpPr>
        <p:spPr>
          <a:xfrm>
            <a:off x="785812" y="1042988"/>
            <a:ext cx="3457575" cy="1114425"/>
          </a:xfrm>
          <a:prstGeom prst="roundRect">
            <a:avLst/>
          </a:prstGeom>
          <a:solidFill>
            <a:schemeClr val="accent1">
              <a:lumMod val="60000"/>
              <a:lumOff val="40000"/>
              <a:alpha val="14000"/>
            </a:schemeClr>
          </a:solidFill>
          <a:ln w="508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E8E442E8-A2D2-8A22-3A71-A818F374660C}"/>
              </a:ext>
            </a:extLst>
          </p:cNvPr>
          <p:cNvSpPr/>
          <p:nvPr/>
        </p:nvSpPr>
        <p:spPr>
          <a:xfrm>
            <a:off x="785812" y="4286245"/>
            <a:ext cx="3398046" cy="1114425"/>
          </a:xfrm>
          <a:prstGeom prst="roundRect">
            <a:avLst/>
          </a:prstGeom>
          <a:solidFill>
            <a:schemeClr val="accent1">
              <a:lumMod val="60000"/>
              <a:lumOff val="40000"/>
              <a:alpha val="14000"/>
            </a:schemeClr>
          </a:solidFill>
          <a:ln w="508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3A4595B9-14FA-92CE-1211-4B0C53CFB07E}"/>
              </a:ext>
            </a:extLst>
          </p:cNvPr>
          <p:cNvSpPr/>
          <p:nvPr/>
        </p:nvSpPr>
        <p:spPr>
          <a:xfrm>
            <a:off x="4383881" y="1042987"/>
            <a:ext cx="2221707" cy="1114425"/>
          </a:xfrm>
          <a:prstGeom prst="roundRect">
            <a:avLst/>
          </a:prstGeom>
          <a:solidFill>
            <a:schemeClr val="accent1">
              <a:lumMod val="60000"/>
              <a:lumOff val="40000"/>
              <a:alpha val="14000"/>
            </a:schemeClr>
          </a:solidFill>
          <a:ln w="508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2D2A1D43-4EC7-F5AF-A19B-73A5C19764BA}"/>
              </a:ext>
            </a:extLst>
          </p:cNvPr>
          <p:cNvSpPr/>
          <p:nvPr/>
        </p:nvSpPr>
        <p:spPr>
          <a:xfrm>
            <a:off x="4383880" y="4286244"/>
            <a:ext cx="2221707" cy="1114425"/>
          </a:xfrm>
          <a:prstGeom prst="roundRect">
            <a:avLst/>
          </a:prstGeom>
          <a:solidFill>
            <a:schemeClr val="accent1">
              <a:lumMod val="60000"/>
              <a:lumOff val="40000"/>
              <a:alpha val="14000"/>
            </a:schemeClr>
          </a:solidFill>
          <a:ln w="508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E9B635C6-49CC-BF29-551D-A7AB6CF1EBA8}"/>
              </a:ext>
            </a:extLst>
          </p:cNvPr>
          <p:cNvSpPr/>
          <p:nvPr/>
        </p:nvSpPr>
        <p:spPr>
          <a:xfrm>
            <a:off x="6723459" y="4286243"/>
            <a:ext cx="2221707" cy="1114425"/>
          </a:xfrm>
          <a:prstGeom prst="roundRect">
            <a:avLst/>
          </a:prstGeom>
          <a:solidFill>
            <a:schemeClr val="accent1">
              <a:lumMod val="60000"/>
              <a:lumOff val="40000"/>
              <a:alpha val="14000"/>
            </a:schemeClr>
          </a:solidFill>
          <a:ln w="508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8C008621-0415-ED39-2100-9405ABAE438F}"/>
              </a:ext>
            </a:extLst>
          </p:cNvPr>
          <p:cNvSpPr/>
          <p:nvPr/>
        </p:nvSpPr>
        <p:spPr>
          <a:xfrm>
            <a:off x="6718698" y="1042986"/>
            <a:ext cx="2221707" cy="1114425"/>
          </a:xfrm>
          <a:prstGeom prst="roundRect">
            <a:avLst/>
          </a:prstGeom>
          <a:solidFill>
            <a:schemeClr val="accent1">
              <a:lumMod val="60000"/>
              <a:lumOff val="40000"/>
              <a:alpha val="14000"/>
            </a:schemeClr>
          </a:solidFill>
          <a:ln w="508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CA4B0B62-55FE-9A6F-BE5C-6EBA9854685D}"/>
              </a:ext>
            </a:extLst>
          </p:cNvPr>
          <p:cNvSpPr/>
          <p:nvPr/>
        </p:nvSpPr>
        <p:spPr>
          <a:xfrm>
            <a:off x="9761934" y="1528753"/>
            <a:ext cx="1450183" cy="828675"/>
          </a:xfrm>
          <a:prstGeom prst="roundRect">
            <a:avLst/>
          </a:prstGeom>
          <a:solidFill>
            <a:schemeClr val="accent1">
              <a:lumMod val="60000"/>
              <a:lumOff val="40000"/>
              <a:alpha val="14000"/>
            </a:schemeClr>
          </a:solidFill>
          <a:ln w="508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DD888AB0-5907-E4F1-5F48-B76791D834C4}"/>
              </a:ext>
            </a:extLst>
          </p:cNvPr>
          <p:cNvSpPr/>
          <p:nvPr/>
        </p:nvSpPr>
        <p:spPr>
          <a:xfrm>
            <a:off x="9761934" y="2886077"/>
            <a:ext cx="1450183" cy="828675"/>
          </a:xfrm>
          <a:prstGeom prst="roundRect">
            <a:avLst/>
          </a:prstGeom>
          <a:solidFill>
            <a:schemeClr val="accent1">
              <a:lumMod val="60000"/>
              <a:lumOff val="40000"/>
              <a:alpha val="14000"/>
            </a:schemeClr>
          </a:solidFill>
          <a:ln w="508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A74DB526-AC18-30F5-A6F5-B571CE485C8D}"/>
              </a:ext>
            </a:extLst>
          </p:cNvPr>
          <p:cNvSpPr/>
          <p:nvPr/>
        </p:nvSpPr>
        <p:spPr>
          <a:xfrm>
            <a:off x="9761932" y="4257672"/>
            <a:ext cx="1450183" cy="828675"/>
          </a:xfrm>
          <a:prstGeom prst="roundRect">
            <a:avLst/>
          </a:prstGeom>
          <a:solidFill>
            <a:schemeClr val="accent1">
              <a:lumMod val="60000"/>
              <a:lumOff val="40000"/>
              <a:alpha val="14000"/>
            </a:schemeClr>
          </a:solidFill>
          <a:ln w="508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Graphic 5" descr="Bed with solid fill">
            <a:extLst>
              <a:ext uri="{FF2B5EF4-FFF2-40B4-BE49-F238E27FC236}">
                <a16:creationId xmlns:a16="http://schemas.microsoft.com/office/drawing/2014/main" id="{C8F7C16C-9159-9A6D-3C00-F4BAA4F1A4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21543" y="1143000"/>
            <a:ext cx="828675" cy="828675"/>
          </a:xfrm>
          <a:prstGeom prst="rect">
            <a:avLst/>
          </a:prstGeom>
        </p:spPr>
      </p:pic>
      <p:pic>
        <p:nvPicPr>
          <p:cNvPr id="7" name="Graphic 6" descr="Bed with solid fill">
            <a:extLst>
              <a:ext uri="{FF2B5EF4-FFF2-40B4-BE49-F238E27FC236}">
                <a16:creationId xmlns:a16="http://schemas.microsoft.com/office/drawing/2014/main" id="{35540212-6547-54EF-61FC-5D179DF708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2102643" y="1143000"/>
            <a:ext cx="828675" cy="828675"/>
          </a:xfrm>
          <a:prstGeom prst="rect">
            <a:avLst/>
          </a:prstGeom>
        </p:spPr>
      </p:pic>
      <p:pic>
        <p:nvPicPr>
          <p:cNvPr id="8" name="Graphic 7" descr="Bed with solid fill">
            <a:extLst>
              <a:ext uri="{FF2B5EF4-FFF2-40B4-BE49-F238E27FC236}">
                <a16:creationId xmlns:a16="http://schemas.microsoft.com/office/drawing/2014/main" id="{150FC3E0-2487-D4A6-F946-E7CF1B33D9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283743" y="1142999"/>
            <a:ext cx="828675" cy="828675"/>
          </a:xfrm>
          <a:prstGeom prst="rect">
            <a:avLst/>
          </a:prstGeom>
        </p:spPr>
      </p:pic>
      <p:pic>
        <p:nvPicPr>
          <p:cNvPr id="9" name="Graphic 8" descr="Sleep with solid fill">
            <a:extLst>
              <a:ext uri="{FF2B5EF4-FFF2-40B4-BE49-F238E27FC236}">
                <a16:creationId xmlns:a16="http://schemas.microsoft.com/office/drawing/2014/main" id="{8825AD9F-2B75-B172-9E79-C7375EBC48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64843" y="1143000"/>
            <a:ext cx="828675" cy="828675"/>
          </a:xfrm>
          <a:prstGeom prst="rect">
            <a:avLst/>
          </a:prstGeom>
        </p:spPr>
      </p:pic>
      <p:pic>
        <p:nvPicPr>
          <p:cNvPr id="10" name="Graphic 9" descr="Sleep with solid fill">
            <a:extLst>
              <a:ext uri="{FF2B5EF4-FFF2-40B4-BE49-F238E27FC236}">
                <a16:creationId xmlns:a16="http://schemas.microsoft.com/office/drawing/2014/main" id="{D2D598B3-5CF6-1588-F337-E9203F9486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45943" y="1143000"/>
            <a:ext cx="828675" cy="828675"/>
          </a:xfrm>
          <a:prstGeom prst="rect">
            <a:avLst/>
          </a:prstGeom>
        </p:spPr>
      </p:pic>
      <p:pic>
        <p:nvPicPr>
          <p:cNvPr id="11" name="Graphic 10" descr="Sleep with solid fill">
            <a:extLst>
              <a:ext uri="{FF2B5EF4-FFF2-40B4-BE49-F238E27FC236}">
                <a16:creationId xmlns:a16="http://schemas.microsoft.com/office/drawing/2014/main" id="{BE97EE8C-51A4-34FC-9055-7BEE57C6A5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27043" y="1142999"/>
            <a:ext cx="828675" cy="828675"/>
          </a:xfrm>
          <a:prstGeom prst="rect">
            <a:avLst/>
          </a:prstGeom>
        </p:spPr>
      </p:pic>
      <p:pic>
        <p:nvPicPr>
          <p:cNvPr id="15" name="Graphic 14" descr="Bed with solid fill">
            <a:extLst>
              <a:ext uri="{FF2B5EF4-FFF2-40B4-BE49-F238E27FC236}">
                <a16:creationId xmlns:a16="http://schemas.microsoft.com/office/drawing/2014/main" id="{D800CC2E-479B-D252-9A46-CE9BC63429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8008143" y="1142999"/>
            <a:ext cx="828675" cy="828675"/>
          </a:xfrm>
          <a:prstGeom prst="rect">
            <a:avLst/>
          </a:prstGeom>
        </p:spPr>
      </p:pic>
      <p:pic>
        <p:nvPicPr>
          <p:cNvPr id="16" name="Graphic 15" descr="Sleep with solid fill">
            <a:extLst>
              <a:ext uri="{FF2B5EF4-FFF2-40B4-BE49-F238E27FC236}">
                <a16:creationId xmlns:a16="http://schemas.microsoft.com/office/drawing/2014/main" id="{BAFD1A47-BD70-0250-FC34-1C7BB02E87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1543" y="4371974"/>
            <a:ext cx="828675" cy="828675"/>
          </a:xfrm>
          <a:prstGeom prst="rect">
            <a:avLst/>
          </a:prstGeom>
        </p:spPr>
      </p:pic>
      <p:pic>
        <p:nvPicPr>
          <p:cNvPr id="17" name="Graphic 16" descr="Sleep with solid fill">
            <a:extLst>
              <a:ext uri="{FF2B5EF4-FFF2-40B4-BE49-F238E27FC236}">
                <a16:creationId xmlns:a16="http://schemas.microsoft.com/office/drawing/2014/main" id="{96710407-B96E-E05D-2ADD-034CF75E1C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02643" y="4371974"/>
            <a:ext cx="828675" cy="828675"/>
          </a:xfrm>
          <a:prstGeom prst="rect">
            <a:avLst/>
          </a:prstGeom>
        </p:spPr>
      </p:pic>
      <p:pic>
        <p:nvPicPr>
          <p:cNvPr id="18" name="Graphic 17" descr="Sleep with solid fill">
            <a:extLst>
              <a:ext uri="{FF2B5EF4-FFF2-40B4-BE49-F238E27FC236}">
                <a16:creationId xmlns:a16="http://schemas.microsoft.com/office/drawing/2014/main" id="{6ED5F9E1-0658-D8DF-6A6B-2F6C70E77F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83743" y="4371973"/>
            <a:ext cx="828675" cy="828675"/>
          </a:xfrm>
          <a:prstGeom prst="rect">
            <a:avLst/>
          </a:prstGeom>
        </p:spPr>
      </p:pic>
      <p:pic>
        <p:nvPicPr>
          <p:cNvPr id="19" name="Graphic 18" descr="Bed with solid fill">
            <a:extLst>
              <a:ext uri="{FF2B5EF4-FFF2-40B4-BE49-F238E27FC236}">
                <a16:creationId xmlns:a16="http://schemas.microsoft.com/office/drawing/2014/main" id="{CFE7ED93-4A4B-DC50-41F1-780B38F7AC0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464843" y="4371974"/>
            <a:ext cx="828675" cy="828675"/>
          </a:xfrm>
          <a:prstGeom prst="rect">
            <a:avLst/>
          </a:prstGeom>
        </p:spPr>
      </p:pic>
      <p:pic>
        <p:nvPicPr>
          <p:cNvPr id="20" name="Graphic 19" descr="Bed with solid fill">
            <a:extLst>
              <a:ext uri="{FF2B5EF4-FFF2-40B4-BE49-F238E27FC236}">
                <a16:creationId xmlns:a16="http://schemas.microsoft.com/office/drawing/2014/main" id="{22A24FBC-C2B4-426B-D728-1B14FF68A5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5645943" y="4371974"/>
            <a:ext cx="828675" cy="828675"/>
          </a:xfrm>
          <a:prstGeom prst="rect">
            <a:avLst/>
          </a:prstGeom>
        </p:spPr>
      </p:pic>
      <p:pic>
        <p:nvPicPr>
          <p:cNvPr id="21" name="Graphic 20" descr="Bed with solid fill">
            <a:extLst>
              <a:ext uri="{FF2B5EF4-FFF2-40B4-BE49-F238E27FC236}">
                <a16:creationId xmlns:a16="http://schemas.microsoft.com/office/drawing/2014/main" id="{21A55D23-0374-03DE-641F-2E58ED4141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6827043" y="4371973"/>
            <a:ext cx="828675" cy="828675"/>
          </a:xfrm>
          <a:prstGeom prst="rect">
            <a:avLst/>
          </a:prstGeom>
        </p:spPr>
      </p:pic>
      <p:pic>
        <p:nvPicPr>
          <p:cNvPr id="22" name="Graphic 21" descr="Sleep with solid fill">
            <a:extLst>
              <a:ext uri="{FF2B5EF4-FFF2-40B4-BE49-F238E27FC236}">
                <a16:creationId xmlns:a16="http://schemas.microsoft.com/office/drawing/2014/main" id="{C0FDFC61-3C8E-01E3-BF80-A15CC560DB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8008143" y="4371973"/>
            <a:ext cx="828675" cy="828675"/>
          </a:xfrm>
          <a:prstGeom prst="rect">
            <a:avLst/>
          </a:prstGeom>
        </p:spPr>
      </p:pic>
      <p:pic>
        <p:nvPicPr>
          <p:cNvPr id="23" name="Graphic 22" descr="Sleep with solid fill">
            <a:extLst>
              <a:ext uri="{FF2B5EF4-FFF2-40B4-BE49-F238E27FC236}">
                <a16:creationId xmlns:a16="http://schemas.microsoft.com/office/drawing/2014/main" id="{B2778577-098D-0DBB-3930-8A9A0BE57B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60782" y="1443032"/>
            <a:ext cx="828675" cy="828675"/>
          </a:xfrm>
          <a:prstGeom prst="rect">
            <a:avLst/>
          </a:prstGeom>
        </p:spPr>
      </p:pic>
      <p:pic>
        <p:nvPicPr>
          <p:cNvPr id="24" name="Graphic 23" descr="Sleep with solid fill">
            <a:extLst>
              <a:ext uri="{FF2B5EF4-FFF2-40B4-BE49-F238E27FC236}">
                <a16:creationId xmlns:a16="http://schemas.microsoft.com/office/drawing/2014/main" id="{82E9BDEE-3673-2847-A317-294F665640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60781" y="2800347"/>
            <a:ext cx="828675" cy="828675"/>
          </a:xfrm>
          <a:prstGeom prst="rect">
            <a:avLst/>
          </a:prstGeom>
        </p:spPr>
      </p:pic>
      <p:pic>
        <p:nvPicPr>
          <p:cNvPr id="25" name="Graphic 24" descr="Bed with solid fill">
            <a:extLst>
              <a:ext uri="{FF2B5EF4-FFF2-40B4-BE49-F238E27FC236}">
                <a16:creationId xmlns:a16="http://schemas.microsoft.com/office/drawing/2014/main" id="{08678BB4-431E-7847-42BC-C32742568A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060781" y="4171950"/>
            <a:ext cx="828675" cy="828675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3C40C2B-0394-4619-3697-3FCCA011573B}"/>
              </a:ext>
            </a:extLst>
          </p:cNvPr>
          <p:cNvSpPr txBox="1"/>
          <p:nvPr/>
        </p:nvSpPr>
        <p:spPr>
          <a:xfrm>
            <a:off x="800156" y="638470"/>
            <a:ext cx="5357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91865F3-1383-8C3B-9E6B-761E154AC800}"/>
              </a:ext>
            </a:extLst>
          </p:cNvPr>
          <p:cNvSpPr txBox="1"/>
          <p:nvPr/>
        </p:nvSpPr>
        <p:spPr>
          <a:xfrm>
            <a:off x="4383880" y="638470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1FAD4BC-D503-B49C-4612-C3C2945962E4}"/>
              </a:ext>
            </a:extLst>
          </p:cNvPr>
          <p:cNvSpPr txBox="1"/>
          <p:nvPr/>
        </p:nvSpPr>
        <p:spPr>
          <a:xfrm>
            <a:off x="6725214" y="614354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5A95272-639E-AB70-E2F2-9192149B94F1}"/>
              </a:ext>
            </a:extLst>
          </p:cNvPr>
          <p:cNvSpPr txBox="1"/>
          <p:nvPr/>
        </p:nvSpPr>
        <p:spPr>
          <a:xfrm>
            <a:off x="800156" y="3843331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793786A-7CDD-6C8B-5CAF-86745DC5798B}"/>
              </a:ext>
            </a:extLst>
          </p:cNvPr>
          <p:cNvSpPr txBox="1"/>
          <p:nvPr/>
        </p:nvSpPr>
        <p:spPr>
          <a:xfrm>
            <a:off x="4383880" y="3841100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2E83F35-B654-AA12-D986-D91D370F39C9}"/>
              </a:ext>
            </a:extLst>
          </p:cNvPr>
          <p:cNvSpPr txBox="1"/>
          <p:nvPr/>
        </p:nvSpPr>
        <p:spPr>
          <a:xfrm>
            <a:off x="6725214" y="3841099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6A32BED-B601-5EA4-F7D0-9FA5B7EBEB56}"/>
              </a:ext>
            </a:extLst>
          </p:cNvPr>
          <p:cNvSpPr txBox="1"/>
          <p:nvPr/>
        </p:nvSpPr>
        <p:spPr>
          <a:xfrm>
            <a:off x="9712435" y="1124233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2EE661-7A05-5B8E-1B96-F9511CE0230D}"/>
              </a:ext>
            </a:extLst>
          </p:cNvPr>
          <p:cNvSpPr txBox="1"/>
          <p:nvPr/>
        </p:nvSpPr>
        <p:spPr>
          <a:xfrm>
            <a:off x="9712435" y="2504775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FBF1D2F-2F88-C691-9C61-8E0BEB52FDD8}"/>
              </a:ext>
            </a:extLst>
          </p:cNvPr>
          <p:cNvSpPr txBox="1"/>
          <p:nvPr/>
        </p:nvSpPr>
        <p:spPr>
          <a:xfrm>
            <a:off x="9712435" y="3867457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B9</a:t>
            </a:r>
          </a:p>
        </p:txBody>
      </p:sp>
    </p:spTree>
    <p:extLst>
      <p:ext uri="{BB962C8B-B14F-4D97-AF65-F5344CB8AC3E}">
        <p14:creationId xmlns:p14="http://schemas.microsoft.com/office/powerpoint/2010/main" val="12418867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4F287-1C5B-3116-38B2-94FB0D6394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F92759B-5316-2F17-B0CF-D17E3AF747BA}"/>
                  </a:ext>
                </a:extLst>
              </p:cNvPr>
              <p:cNvSpPr txBox="1"/>
              <p:nvPr/>
            </p:nvSpPr>
            <p:spPr>
              <a:xfrm>
                <a:off x="960356" y="1243012"/>
                <a:ext cx="9504910" cy="184114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4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GB" sz="4400" b="0" i="1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ctrlPr>
                            <a:rPr lang="en-GB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GB" sz="4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GB" sz="4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GB" sz="4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GB" sz="4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GB" sz="4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r>
                                              <a:rPr lang="en-GB" sz="4400" b="0" i="1" smtClean="0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e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3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GB" sz="4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GB" sz="4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r>
                                                    <a:rPr lang="en-GB" sz="4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m>
                                                    <m:mPr>
                                                      <m:mcs>
                                                        <m:mc>
                                                          <m:mcPr>
                                                            <m:count m:val="3"/>
                                                            <m:mcJc m:val="center"/>
                                                          </m:mcPr>
                                                        </m:mc>
                                                      </m:mcs>
                                                      <m:ctrlPr>
                                                        <a:rPr lang="en-GB" sz="4400" b="0" i="1" smtClean="0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mPr>
                                                    <m:mr>
                                                      <m:e>
                                                        <m:r>
                                                          <m:rPr>
                                                            <m:brk m:alnAt="7"/>
                                                          </m:rP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</m:mr>
                                                  </m:m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GB" sz="4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GB" sz="4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GB" sz="4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GB" sz="4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GB" sz="4400" b="0" i="1" smtClean="0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e>
                                          <m:e>
                                            <m:r>
                                              <a:rPr lang="en-GB" sz="4400" b="0" i="1" smtClean="0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e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3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GB" sz="4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GB" sz="4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r>
                                                    <a:rPr lang="en-GB" sz="4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m>
                                                    <m:mPr>
                                                      <m:mcs>
                                                        <m:mc>
                                                          <m:mcPr>
                                                            <m:count m:val="3"/>
                                                            <m:mcJc m:val="center"/>
                                                          </m:mcPr>
                                                        </m:mc>
                                                      </m:mcs>
                                                      <m:ctrlPr>
                                                        <a:rPr lang="en-GB" sz="4400" b="0" i="1" smtClean="0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mPr>
                                                    <m:mr>
                                                      <m:e>
                                                        <m:r>
                                                          <m:rPr>
                                                            <m:brk m:alnAt="7"/>
                                                          </m:rP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</m:mr>
                                                  </m:m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GB" sz="4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GB" sz="4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GB" sz="4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GB" sz="4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GB" sz="4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r>
                                              <a:rPr lang="en-GB" sz="4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3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GB" sz="4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GB" sz="4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r>
                                                    <a:rPr lang="en-GB" sz="4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e>
                                                <m:e>
                                                  <m:m>
                                                    <m:mPr>
                                                      <m:mcs>
                                                        <m:mc>
                                                          <m:mcPr>
                                                            <m:count m:val="3"/>
                                                            <m:mcJc m:val="center"/>
                                                          </m:mcPr>
                                                        </m:mc>
                                                      </m:mcs>
                                                      <m:ctrlPr>
                                                        <a:rPr lang="en-GB" sz="4400" b="0" i="1" smtClean="0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mPr>
                                                    <m:mr>
                                                      <m:e>
                                                        <m:r>
                                                          <m:rPr>
                                                            <m:brk m:alnAt="7"/>
                                                          </m:rP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1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1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</m:mr>
                                                  </m:m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F92759B-5316-2F17-B0CF-D17E3AF747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356" y="1243012"/>
                <a:ext cx="9504910" cy="1841145"/>
              </a:xfrm>
              <a:prstGeom prst="rect">
                <a:avLst/>
              </a:prstGeom>
              <a:blipFill>
                <a:blip r:embed="rId2"/>
                <a:stretch>
                  <a:fillRect t="-685" b="-95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4156C354-1B6C-C166-5C65-D30D1234AA07}"/>
              </a:ext>
            </a:extLst>
          </p:cNvPr>
          <p:cNvSpPr txBox="1"/>
          <p:nvPr/>
        </p:nvSpPr>
        <p:spPr>
          <a:xfrm>
            <a:off x="2443213" y="781347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218002-53AB-332C-91CC-9CBF880E315A}"/>
              </a:ext>
            </a:extLst>
          </p:cNvPr>
          <p:cNvSpPr txBox="1"/>
          <p:nvPr/>
        </p:nvSpPr>
        <p:spPr>
          <a:xfrm>
            <a:off x="3281413" y="781346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ED1359-77E4-831C-E5BB-B7D8BBCE627F}"/>
              </a:ext>
            </a:extLst>
          </p:cNvPr>
          <p:cNvSpPr txBox="1"/>
          <p:nvPr/>
        </p:nvSpPr>
        <p:spPr>
          <a:xfrm>
            <a:off x="4119613" y="781346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73DCE3C-2785-6E01-39C0-B1E6E5C7C1C3}"/>
              </a:ext>
            </a:extLst>
          </p:cNvPr>
          <p:cNvSpPr txBox="1"/>
          <p:nvPr/>
        </p:nvSpPr>
        <p:spPr>
          <a:xfrm>
            <a:off x="5045990" y="781347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7B3648C-FE99-E03C-4205-F6DEAAF15FF9}"/>
              </a:ext>
            </a:extLst>
          </p:cNvPr>
          <p:cNvSpPr txBox="1"/>
          <p:nvPr/>
        </p:nvSpPr>
        <p:spPr>
          <a:xfrm>
            <a:off x="5884190" y="781346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7A38F29-6240-AA6C-11DB-D879D79FCAA8}"/>
              </a:ext>
            </a:extLst>
          </p:cNvPr>
          <p:cNvSpPr txBox="1"/>
          <p:nvPr/>
        </p:nvSpPr>
        <p:spPr>
          <a:xfrm>
            <a:off x="6722390" y="781346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0A720A4-45CC-4C42-0EF3-EEC2FAFBF4BE}"/>
              </a:ext>
            </a:extLst>
          </p:cNvPr>
          <p:cNvSpPr txBox="1"/>
          <p:nvPr/>
        </p:nvSpPr>
        <p:spPr>
          <a:xfrm>
            <a:off x="7608947" y="781347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3BFCFDA-CDCC-E432-CC30-383446F8A1D2}"/>
              </a:ext>
            </a:extLst>
          </p:cNvPr>
          <p:cNvSpPr txBox="1"/>
          <p:nvPr/>
        </p:nvSpPr>
        <p:spPr>
          <a:xfrm>
            <a:off x="8447147" y="781346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B74EE6F-9929-EDB7-9EBA-072AA25C8629}"/>
              </a:ext>
            </a:extLst>
          </p:cNvPr>
          <p:cNvSpPr txBox="1"/>
          <p:nvPr/>
        </p:nvSpPr>
        <p:spPr>
          <a:xfrm>
            <a:off x="9285347" y="781346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B9</a:t>
            </a:r>
          </a:p>
        </p:txBody>
      </p:sp>
      <p:pic>
        <p:nvPicPr>
          <p:cNvPr id="48" name="Graphic 47" descr="Sleep with solid fill">
            <a:extLst>
              <a:ext uri="{FF2B5EF4-FFF2-40B4-BE49-F238E27FC236}">
                <a16:creationId xmlns:a16="http://schemas.microsoft.com/office/drawing/2014/main" id="{43916075-27B0-4CFC-5C35-B86C4D7EA6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06035" y="1880704"/>
            <a:ext cx="561978" cy="561978"/>
          </a:xfrm>
          <a:prstGeom prst="rect">
            <a:avLst/>
          </a:prstGeom>
        </p:spPr>
      </p:pic>
      <p:pic>
        <p:nvPicPr>
          <p:cNvPr id="49" name="Graphic 48" descr="Sleep with solid fill">
            <a:extLst>
              <a:ext uri="{FF2B5EF4-FFF2-40B4-BE49-F238E27FC236}">
                <a16:creationId xmlns:a16="http://schemas.microsoft.com/office/drawing/2014/main" id="{776B2C5F-2A6A-EC24-F680-EC774CAEFB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6035" y="2566508"/>
            <a:ext cx="561978" cy="561978"/>
          </a:xfrm>
          <a:prstGeom prst="rect">
            <a:avLst/>
          </a:prstGeom>
        </p:spPr>
      </p:pic>
      <p:pic>
        <p:nvPicPr>
          <p:cNvPr id="50" name="Graphic 49" descr="Sleep with solid fill">
            <a:extLst>
              <a:ext uri="{FF2B5EF4-FFF2-40B4-BE49-F238E27FC236}">
                <a16:creationId xmlns:a16="http://schemas.microsoft.com/office/drawing/2014/main" id="{8A518613-FA9D-1C59-C8F4-B6E3FAEA5C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06035" y="1243011"/>
            <a:ext cx="561978" cy="561978"/>
          </a:xfrm>
          <a:prstGeom prst="rect">
            <a:avLst/>
          </a:prstGeom>
        </p:spPr>
      </p:pic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2C72CB9-365C-5544-DD25-FA2BF9F9DF76}"/>
              </a:ext>
            </a:extLst>
          </p:cNvPr>
          <p:cNvCxnSpPr/>
          <p:nvPr/>
        </p:nvCxnSpPr>
        <p:spPr>
          <a:xfrm>
            <a:off x="7443782" y="600075"/>
            <a:ext cx="0" cy="2700338"/>
          </a:xfrm>
          <a:prstGeom prst="line">
            <a:avLst/>
          </a:prstGeom>
          <a:ln w="25400">
            <a:solidFill>
              <a:srgbClr val="0070C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B424C611-99A9-3312-2C7D-F9FEF9EEC8C5}"/>
              </a:ext>
            </a:extLst>
          </p:cNvPr>
          <p:cNvSpPr txBox="1"/>
          <p:nvPr/>
        </p:nvSpPr>
        <p:spPr>
          <a:xfrm>
            <a:off x="7836706" y="412015"/>
            <a:ext cx="17827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 dirty="0"/>
              <a:t>Isolation Units</a:t>
            </a:r>
          </a:p>
        </p:txBody>
      </p:sp>
    </p:spTree>
    <p:extLst>
      <p:ext uri="{BB962C8B-B14F-4D97-AF65-F5344CB8AC3E}">
        <p14:creationId xmlns:p14="http://schemas.microsoft.com/office/powerpoint/2010/main" val="33297716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45097-7163-6DB8-ED5E-E107A7869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3A51626-0162-E1A8-8B81-019E742F84A3}"/>
                  </a:ext>
                </a:extLst>
              </p:cNvPr>
              <p:cNvSpPr txBox="1"/>
              <p:nvPr/>
            </p:nvSpPr>
            <p:spPr>
              <a:xfrm>
                <a:off x="960356" y="1243012"/>
                <a:ext cx="9504910" cy="184114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4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GB" sz="4400" b="0" i="1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ctrlPr>
                            <a:rPr lang="en-GB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GB" sz="4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GB" sz="4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GB" sz="4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GB" sz="4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GB" sz="4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r>
                                              <a:rPr lang="en-GB" sz="4400" b="0" i="1" smtClean="0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e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3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GB" sz="4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GB" sz="4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r>
                                                    <a:rPr lang="en-GB" sz="4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m>
                                                    <m:mPr>
                                                      <m:mcs>
                                                        <m:mc>
                                                          <m:mcPr>
                                                            <m:count m:val="3"/>
                                                            <m:mcJc m:val="center"/>
                                                          </m:mcPr>
                                                        </m:mc>
                                                      </m:mcs>
                                                      <m:ctrlPr>
                                                        <a:rPr lang="en-GB" sz="4400" b="0" i="1" smtClean="0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mPr>
                                                    <m:mr>
                                                      <m:e>
                                                        <m:r>
                                                          <m:rPr>
                                                            <m:brk m:alnAt="7"/>
                                                          </m:rP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</m:mr>
                                                  </m:m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GB" sz="4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GB" sz="4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GB" sz="4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GB" sz="4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GB" sz="4400" b="0" i="1" smtClean="0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e>
                                          <m:e>
                                            <m:r>
                                              <a:rPr lang="en-GB" sz="4400" b="0" i="1" smtClean="0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e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3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GB" sz="4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GB" sz="4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r>
                                                    <a:rPr lang="en-GB" sz="4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m>
                                                    <m:mPr>
                                                      <m:mcs>
                                                        <m:mc>
                                                          <m:mcPr>
                                                            <m:count m:val="3"/>
                                                            <m:mcJc m:val="center"/>
                                                          </m:mcPr>
                                                        </m:mc>
                                                      </m:mcs>
                                                      <m:ctrlPr>
                                                        <a:rPr lang="en-GB" sz="4400" b="0" i="1" smtClean="0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mPr>
                                                    <m:mr>
                                                      <m:e>
                                                        <m:r>
                                                          <m:rPr>
                                                            <m:brk m:alnAt="7"/>
                                                          </m:rP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</m:mr>
                                                  </m:m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GB" sz="4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GB" sz="4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GB" sz="4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GB" sz="4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GB" sz="4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r>
                                              <a:rPr lang="en-GB" sz="4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3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GB" sz="4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GB" sz="4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r>
                                                    <a:rPr lang="en-GB" sz="4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e>
                                                <m:e>
                                                  <m:m>
                                                    <m:mPr>
                                                      <m:mcs>
                                                        <m:mc>
                                                          <m:mcPr>
                                                            <m:count m:val="3"/>
                                                            <m:mcJc m:val="center"/>
                                                          </m:mcPr>
                                                        </m:mc>
                                                      </m:mcs>
                                                      <m:ctrlPr>
                                                        <a:rPr lang="en-GB" sz="4400" b="0" i="1" smtClean="0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mPr>
                                                    <m:mr>
                                                      <m:e>
                                                        <m:r>
                                                          <m:rPr>
                                                            <m:brk m:alnAt="7"/>
                                                          </m:rP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1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1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</m:mr>
                                                  </m:m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3A51626-0162-E1A8-8B81-019E742F84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356" y="1243012"/>
                <a:ext cx="9504910" cy="1841145"/>
              </a:xfrm>
              <a:prstGeom prst="rect">
                <a:avLst/>
              </a:prstGeom>
              <a:blipFill>
                <a:blip r:embed="rId2"/>
                <a:stretch>
                  <a:fillRect t="-685" b="-95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D52CE8ED-D23F-7D4E-0C31-D75DE7DA6C25}"/>
              </a:ext>
            </a:extLst>
          </p:cNvPr>
          <p:cNvSpPr txBox="1"/>
          <p:nvPr/>
        </p:nvSpPr>
        <p:spPr>
          <a:xfrm>
            <a:off x="2443213" y="781347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58A56A-5FA6-2166-415A-11854FB4BC6D}"/>
              </a:ext>
            </a:extLst>
          </p:cNvPr>
          <p:cNvSpPr txBox="1"/>
          <p:nvPr/>
        </p:nvSpPr>
        <p:spPr>
          <a:xfrm>
            <a:off x="3281413" y="781346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D0E1F0-6889-508D-2A40-A1686C7AB0AD}"/>
              </a:ext>
            </a:extLst>
          </p:cNvPr>
          <p:cNvSpPr txBox="1"/>
          <p:nvPr/>
        </p:nvSpPr>
        <p:spPr>
          <a:xfrm>
            <a:off x="4119613" y="781346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F87B10-D338-FF47-E99E-F5B2AAC75872}"/>
              </a:ext>
            </a:extLst>
          </p:cNvPr>
          <p:cNvSpPr txBox="1"/>
          <p:nvPr/>
        </p:nvSpPr>
        <p:spPr>
          <a:xfrm>
            <a:off x="5045990" y="781347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0544904-C064-F26F-1253-22037110F5E6}"/>
              </a:ext>
            </a:extLst>
          </p:cNvPr>
          <p:cNvSpPr txBox="1"/>
          <p:nvPr/>
        </p:nvSpPr>
        <p:spPr>
          <a:xfrm>
            <a:off x="5884190" y="781346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6CA1947-7BA3-CBA6-89D0-D7DCE4017747}"/>
              </a:ext>
            </a:extLst>
          </p:cNvPr>
          <p:cNvSpPr txBox="1"/>
          <p:nvPr/>
        </p:nvSpPr>
        <p:spPr>
          <a:xfrm>
            <a:off x="6722390" y="781346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A7BAF5D-E92C-8F85-64CD-D8ADC824DC41}"/>
              </a:ext>
            </a:extLst>
          </p:cNvPr>
          <p:cNvSpPr txBox="1"/>
          <p:nvPr/>
        </p:nvSpPr>
        <p:spPr>
          <a:xfrm>
            <a:off x="7608947" y="781347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76247DE-E16B-BA1F-8882-DE41161FF5AD}"/>
              </a:ext>
            </a:extLst>
          </p:cNvPr>
          <p:cNvSpPr txBox="1"/>
          <p:nvPr/>
        </p:nvSpPr>
        <p:spPr>
          <a:xfrm>
            <a:off x="8447147" y="781346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F8F7F5E-C75A-AE7D-3198-12A5732E36DC}"/>
              </a:ext>
            </a:extLst>
          </p:cNvPr>
          <p:cNvSpPr txBox="1"/>
          <p:nvPr/>
        </p:nvSpPr>
        <p:spPr>
          <a:xfrm>
            <a:off x="9285347" y="781346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B9</a:t>
            </a:r>
          </a:p>
        </p:txBody>
      </p:sp>
      <p:pic>
        <p:nvPicPr>
          <p:cNvPr id="48" name="Graphic 47" descr="Sleep with solid fill">
            <a:extLst>
              <a:ext uri="{FF2B5EF4-FFF2-40B4-BE49-F238E27FC236}">
                <a16:creationId xmlns:a16="http://schemas.microsoft.com/office/drawing/2014/main" id="{08A1E55F-B7F4-7715-85C4-5178B2DF02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06035" y="1880704"/>
            <a:ext cx="561978" cy="561978"/>
          </a:xfrm>
          <a:prstGeom prst="rect">
            <a:avLst/>
          </a:prstGeom>
        </p:spPr>
      </p:pic>
      <p:pic>
        <p:nvPicPr>
          <p:cNvPr id="49" name="Graphic 48" descr="Sleep with solid fill">
            <a:extLst>
              <a:ext uri="{FF2B5EF4-FFF2-40B4-BE49-F238E27FC236}">
                <a16:creationId xmlns:a16="http://schemas.microsoft.com/office/drawing/2014/main" id="{3931AF2C-6E52-FBF5-E005-EAA8D21E64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6035" y="2566508"/>
            <a:ext cx="561978" cy="561978"/>
          </a:xfrm>
          <a:prstGeom prst="rect">
            <a:avLst/>
          </a:prstGeom>
        </p:spPr>
      </p:pic>
      <p:pic>
        <p:nvPicPr>
          <p:cNvPr id="50" name="Graphic 49" descr="Sleep with solid fill">
            <a:extLst>
              <a:ext uri="{FF2B5EF4-FFF2-40B4-BE49-F238E27FC236}">
                <a16:creationId xmlns:a16="http://schemas.microsoft.com/office/drawing/2014/main" id="{9907C6AD-C825-6E9F-50D5-E1DD945D00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06035" y="1243011"/>
            <a:ext cx="561978" cy="561978"/>
          </a:xfrm>
          <a:prstGeom prst="rect">
            <a:avLst/>
          </a:prstGeom>
        </p:spPr>
      </p:pic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7E791E1-ACA8-B0D8-5BA3-CC91A1B56ED3}"/>
              </a:ext>
            </a:extLst>
          </p:cNvPr>
          <p:cNvCxnSpPr/>
          <p:nvPr/>
        </p:nvCxnSpPr>
        <p:spPr>
          <a:xfrm>
            <a:off x="7443782" y="600075"/>
            <a:ext cx="0" cy="2700338"/>
          </a:xfrm>
          <a:prstGeom prst="line">
            <a:avLst/>
          </a:prstGeom>
          <a:ln w="25400">
            <a:solidFill>
              <a:srgbClr val="0070C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FA5876EF-5AFB-4CB2-D8DA-908471E735E6}"/>
              </a:ext>
            </a:extLst>
          </p:cNvPr>
          <p:cNvSpPr txBox="1"/>
          <p:nvPr/>
        </p:nvSpPr>
        <p:spPr>
          <a:xfrm>
            <a:off x="7836706" y="412015"/>
            <a:ext cx="17827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 dirty="0"/>
              <a:t>Isolation Units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B1E3F3-324F-4EFE-086D-7C57E8B5C6D5}"/>
              </a:ext>
            </a:extLst>
          </p:cNvPr>
          <p:cNvSpPr txBox="1"/>
          <p:nvPr/>
        </p:nvSpPr>
        <p:spPr>
          <a:xfrm>
            <a:off x="375925" y="3663180"/>
            <a:ext cx="205222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b="1" i="1" dirty="0"/>
              <a:t>Resource Use: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0D34CD-138A-BA41-C723-897B56925411}"/>
              </a:ext>
            </a:extLst>
          </p:cNvPr>
          <p:cNvSpPr txBox="1"/>
          <p:nvPr/>
        </p:nvSpPr>
        <p:spPr>
          <a:xfrm>
            <a:off x="2443213" y="3517967"/>
            <a:ext cx="75536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i="1" dirty="0"/>
              <a:t>0  + 1   + 1  + 1  + 0  + 1   + 1  + 1  + 0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1855FA-7C97-CDC1-004B-F417FCEE8AF2}"/>
              </a:ext>
            </a:extLst>
          </p:cNvPr>
          <p:cNvSpPr txBox="1"/>
          <p:nvPr/>
        </p:nvSpPr>
        <p:spPr>
          <a:xfrm>
            <a:off x="2090921" y="4187931"/>
            <a:ext cx="79319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i="1" dirty="0"/>
              <a:t>+ 0  + 0   + 0  + 1  + 0  + 0   + 0  + 0  + 0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83CAFD-4652-E8EB-D85F-49DA5D07ADBB}"/>
              </a:ext>
            </a:extLst>
          </p:cNvPr>
          <p:cNvSpPr txBox="1"/>
          <p:nvPr/>
        </p:nvSpPr>
        <p:spPr>
          <a:xfrm>
            <a:off x="10022901" y="4222459"/>
            <a:ext cx="21454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/>
              <a:t>(additional resources from 1-1 needs)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D5E869-875F-B712-4319-6925CCAE931D}"/>
              </a:ext>
            </a:extLst>
          </p:cNvPr>
          <p:cNvSpPr txBox="1"/>
          <p:nvPr/>
        </p:nvSpPr>
        <p:spPr>
          <a:xfrm>
            <a:off x="2090921" y="4868790"/>
            <a:ext cx="83708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i="1" dirty="0"/>
              <a:t>= 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BD413F-3D12-81CE-D2DF-CE6834955933}"/>
              </a:ext>
            </a:extLst>
          </p:cNvPr>
          <p:cNvSpPr txBox="1"/>
          <p:nvPr/>
        </p:nvSpPr>
        <p:spPr>
          <a:xfrm>
            <a:off x="47950" y="5684054"/>
            <a:ext cx="25093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i="1" dirty="0"/>
              <a:t>Isolation Penalty: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98429B-F61F-F63F-4A45-675263F9770B}"/>
              </a:ext>
            </a:extLst>
          </p:cNvPr>
          <p:cNvSpPr txBox="1"/>
          <p:nvPr/>
        </p:nvSpPr>
        <p:spPr>
          <a:xfrm>
            <a:off x="2365035" y="5514433"/>
            <a:ext cx="837761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i="1" dirty="0"/>
              <a:t>0  + 0   + 0  + 0  + 0  + </a:t>
            </a:r>
            <a:r>
              <a:rPr lang="en-US" sz="4000" dirty="0"/>
              <a:t>𝛼</a:t>
            </a:r>
            <a:r>
              <a:rPr lang="en-US" sz="4000" i="1" dirty="0"/>
              <a:t>   + 0  + 0  + 0 = </a:t>
            </a:r>
            <a:r>
              <a:rPr lang="en-US" sz="4000" dirty="0"/>
              <a:t>𝛼</a:t>
            </a:r>
          </a:p>
        </p:txBody>
      </p:sp>
    </p:spTree>
    <p:extLst>
      <p:ext uri="{BB962C8B-B14F-4D97-AF65-F5344CB8AC3E}">
        <p14:creationId xmlns:p14="http://schemas.microsoft.com/office/powerpoint/2010/main" val="2421135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E38358-4212-5F5A-B19E-F70D8B67F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E2555B3-7287-FDA2-1782-1FF1B3D6E543}"/>
                  </a:ext>
                </a:extLst>
              </p:cNvPr>
              <p:cNvSpPr txBox="1"/>
              <p:nvPr/>
            </p:nvSpPr>
            <p:spPr>
              <a:xfrm>
                <a:off x="576798" y="1228245"/>
                <a:ext cx="9822241" cy="18376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GB" sz="4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4400" b="0" i="1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ctrlPr>
                            <a:rPr lang="en-GB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GB" sz="4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GB" sz="4400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e>
                                    <m:e>
                                      <m:r>
                                        <a:rPr lang="en-GB" sz="4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GB" sz="4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GB" sz="4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r>
                                              <a:rPr lang="en-GB" sz="4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3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GB" sz="4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GB" sz="4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r>
                                                    <a:rPr lang="en-GB" sz="4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m>
                                                    <m:mPr>
                                                      <m:mcs>
                                                        <m:mc>
                                                          <m:mcPr>
                                                            <m:count m:val="3"/>
                                                            <m:mcJc m:val="center"/>
                                                          </m:mcPr>
                                                        </m:mc>
                                                      </m:mcs>
                                                      <m:ctrlPr>
                                                        <a:rPr lang="en-GB" sz="4400" b="0" i="1" smtClean="0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mPr>
                                                    <m:mr>
                                                      <m:e>
                                                        <m:r>
                                                          <m:rPr>
                                                            <m:brk m:alnAt="7"/>
                                                          </m:rP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</m:mr>
                                                  </m:m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GB" sz="4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GB" sz="4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GB" sz="4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GB" sz="4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GB" sz="4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r>
                                              <a:rPr lang="en-GB" sz="4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3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GB" sz="4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GB" sz="4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r>
                                                    <a:rPr lang="en-GB" sz="4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m>
                                                    <m:mPr>
                                                      <m:mcs>
                                                        <m:mc>
                                                          <m:mcPr>
                                                            <m:count m:val="3"/>
                                                            <m:mcJc m:val="center"/>
                                                          </m:mcPr>
                                                        </m:mc>
                                                      </m:mcs>
                                                      <m:ctrlPr>
                                                        <a:rPr lang="en-GB" sz="4400" b="0" i="1" smtClean="0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mPr>
                                                    <m:mr>
                                                      <m:e>
                                                        <m:r>
                                                          <m:rPr>
                                                            <m:brk m:alnAt="7"/>
                                                          </m:rP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</m:mr>
                                                  </m:m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GB" sz="4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GB" sz="4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GB" sz="4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GB" sz="4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GB" sz="4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r>
                                              <a:rPr lang="en-GB" sz="4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3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GB" sz="4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GB" sz="4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r>
                                                    <a:rPr lang="en-GB" sz="4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m>
                                                    <m:mPr>
                                                      <m:mcs>
                                                        <m:mc>
                                                          <m:mcPr>
                                                            <m:count m:val="3"/>
                                                            <m:mcJc m:val="center"/>
                                                          </m:mcPr>
                                                        </m:mc>
                                                      </m:mcs>
                                                      <m:ctrlPr>
                                                        <a:rPr lang="en-GB" sz="4400" b="0" i="1" smtClean="0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mPr>
                                                    <m:mr>
                                                      <m:e>
                                                        <m:r>
                                                          <m:rPr>
                                                            <m:brk m:alnAt="7"/>
                                                          </m:rP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1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</m:mr>
                                                  </m:m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E2555B3-7287-FDA2-1782-1FF1B3D6E5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798" y="1228245"/>
                <a:ext cx="9822241" cy="1837619"/>
              </a:xfrm>
              <a:prstGeom prst="rect">
                <a:avLst/>
              </a:prstGeom>
              <a:blipFill>
                <a:blip r:embed="rId2"/>
                <a:stretch>
                  <a:fillRect t="-685" b="-95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79AA1CC5-5FD2-73BB-D042-8E1612E7C4E2}"/>
              </a:ext>
            </a:extLst>
          </p:cNvPr>
          <p:cNvSpPr txBox="1"/>
          <p:nvPr/>
        </p:nvSpPr>
        <p:spPr>
          <a:xfrm>
            <a:off x="2443213" y="738483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ABEADB-915F-1C1D-616B-118112CB9FDC}"/>
              </a:ext>
            </a:extLst>
          </p:cNvPr>
          <p:cNvSpPr txBox="1"/>
          <p:nvPr/>
        </p:nvSpPr>
        <p:spPr>
          <a:xfrm>
            <a:off x="3281413" y="738482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2ABCD4-6278-1D11-DB48-55E5EC1DA499}"/>
              </a:ext>
            </a:extLst>
          </p:cNvPr>
          <p:cNvSpPr txBox="1"/>
          <p:nvPr/>
        </p:nvSpPr>
        <p:spPr>
          <a:xfrm>
            <a:off x="4119613" y="738482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2DEE2C-C280-2BA5-9F42-9EEDD99788C1}"/>
              </a:ext>
            </a:extLst>
          </p:cNvPr>
          <p:cNvSpPr txBox="1"/>
          <p:nvPr/>
        </p:nvSpPr>
        <p:spPr>
          <a:xfrm>
            <a:off x="5045990" y="738483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10969C9-DBD8-662D-636B-D2A600716EC9}"/>
              </a:ext>
            </a:extLst>
          </p:cNvPr>
          <p:cNvSpPr txBox="1"/>
          <p:nvPr/>
        </p:nvSpPr>
        <p:spPr>
          <a:xfrm>
            <a:off x="5884190" y="738482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D452E3F-D127-6733-010C-811753C3FEB7}"/>
              </a:ext>
            </a:extLst>
          </p:cNvPr>
          <p:cNvSpPr txBox="1"/>
          <p:nvPr/>
        </p:nvSpPr>
        <p:spPr>
          <a:xfrm>
            <a:off x="6722390" y="738482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C33F62C-60E1-B167-DA0F-80EE207A9523}"/>
              </a:ext>
            </a:extLst>
          </p:cNvPr>
          <p:cNvSpPr txBox="1"/>
          <p:nvPr/>
        </p:nvSpPr>
        <p:spPr>
          <a:xfrm>
            <a:off x="7608947" y="738483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0536BD5-37B3-31E3-415D-C861BB36FB3E}"/>
              </a:ext>
            </a:extLst>
          </p:cNvPr>
          <p:cNvSpPr txBox="1"/>
          <p:nvPr/>
        </p:nvSpPr>
        <p:spPr>
          <a:xfrm>
            <a:off x="8447147" y="738482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7356F43-8FD6-D395-3041-763B0461EDE9}"/>
              </a:ext>
            </a:extLst>
          </p:cNvPr>
          <p:cNvSpPr txBox="1"/>
          <p:nvPr/>
        </p:nvSpPr>
        <p:spPr>
          <a:xfrm>
            <a:off x="9285347" y="738482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B9</a:t>
            </a:r>
          </a:p>
        </p:txBody>
      </p:sp>
      <p:pic>
        <p:nvPicPr>
          <p:cNvPr id="48" name="Graphic 47" descr="Sleep with solid fill">
            <a:extLst>
              <a:ext uri="{FF2B5EF4-FFF2-40B4-BE49-F238E27FC236}">
                <a16:creationId xmlns:a16="http://schemas.microsoft.com/office/drawing/2014/main" id="{0582E965-1248-C2C1-56D5-0637605F89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06035" y="1837840"/>
            <a:ext cx="561978" cy="561978"/>
          </a:xfrm>
          <a:prstGeom prst="rect">
            <a:avLst/>
          </a:prstGeom>
        </p:spPr>
      </p:pic>
      <p:pic>
        <p:nvPicPr>
          <p:cNvPr id="49" name="Graphic 48" descr="Sleep with solid fill">
            <a:extLst>
              <a:ext uri="{FF2B5EF4-FFF2-40B4-BE49-F238E27FC236}">
                <a16:creationId xmlns:a16="http://schemas.microsoft.com/office/drawing/2014/main" id="{5E370C37-CFE5-9264-8D35-71BE7075B6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6035" y="2523644"/>
            <a:ext cx="561978" cy="561978"/>
          </a:xfrm>
          <a:prstGeom prst="rect">
            <a:avLst/>
          </a:prstGeom>
        </p:spPr>
      </p:pic>
      <p:pic>
        <p:nvPicPr>
          <p:cNvPr id="50" name="Graphic 49" descr="Sleep with solid fill">
            <a:extLst>
              <a:ext uri="{FF2B5EF4-FFF2-40B4-BE49-F238E27FC236}">
                <a16:creationId xmlns:a16="http://schemas.microsoft.com/office/drawing/2014/main" id="{B15C58C8-A3FF-3A75-B7D2-A526DC7634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06035" y="1200147"/>
            <a:ext cx="561978" cy="561978"/>
          </a:xfrm>
          <a:prstGeom prst="rect">
            <a:avLst/>
          </a:prstGeom>
        </p:spPr>
      </p:pic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9916929-54CD-3097-4C53-39042AD8DD9F}"/>
              </a:ext>
            </a:extLst>
          </p:cNvPr>
          <p:cNvCxnSpPr/>
          <p:nvPr/>
        </p:nvCxnSpPr>
        <p:spPr>
          <a:xfrm>
            <a:off x="7443782" y="557211"/>
            <a:ext cx="0" cy="2700338"/>
          </a:xfrm>
          <a:prstGeom prst="line">
            <a:avLst/>
          </a:prstGeom>
          <a:ln w="25400">
            <a:solidFill>
              <a:srgbClr val="0070C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1F51353-F0D9-CF07-F339-ABD28598B814}"/>
              </a:ext>
            </a:extLst>
          </p:cNvPr>
          <p:cNvSpPr txBox="1"/>
          <p:nvPr/>
        </p:nvSpPr>
        <p:spPr>
          <a:xfrm>
            <a:off x="7836706" y="369151"/>
            <a:ext cx="17827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 dirty="0"/>
              <a:t>Isolation Units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1E0F8D6-9F2C-0BBC-692F-158CA8F55BC1}"/>
                  </a:ext>
                </a:extLst>
              </p:cNvPr>
              <p:cNvSpPr txBox="1"/>
              <p:nvPr/>
            </p:nvSpPr>
            <p:spPr>
              <a:xfrm>
                <a:off x="576798" y="4574322"/>
                <a:ext cx="9718238" cy="18667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GB" sz="4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4400" b="0" i="1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ctrlPr>
                            <a:rPr lang="en-GB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GB" sz="4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GB" sz="4400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e>
                                    <m:e>
                                      <m:r>
                                        <a:rPr lang="en-GB" sz="4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GB" sz="4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GB" sz="4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r>
                                              <a:rPr lang="en-GB" sz="4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3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GB" sz="4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GB" sz="4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r>
                                                    <a:rPr lang="en-GB" sz="4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m>
                                                    <m:mPr>
                                                      <m:mcs>
                                                        <m:mc>
                                                          <m:mcPr>
                                                            <m:count m:val="3"/>
                                                            <m:mcJc m:val="center"/>
                                                          </m:mcPr>
                                                        </m:mc>
                                                      </m:mcs>
                                                      <m:ctrlPr>
                                                        <a:rPr lang="en-GB" sz="4400" b="0" i="1" smtClean="0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mPr>
                                                    <m:mr>
                                                      <m:e>
                                                        <m:r>
                                                          <m:rPr>
                                                            <m:brk m:alnAt="7"/>
                                                          </m:rP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</m:mr>
                                                  </m:m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GB" sz="4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GB" sz="4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GB" sz="4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GB" sz="4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GB" sz="4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r>
                                              <a:rPr lang="en-GB" sz="4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3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GB" sz="4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GB" sz="4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r>
                                                    <a:rPr lang="en-GB" sz="4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m>
                                                    <m:mPr>
                                                      <m:mcs>
                                                        <m:mc>
                                                          <m:mcPr>
                                                            <m:count m:val="3"/>
                                                            <m:mcJc m:val="center"/>
                                                          </m:mcPr>
                                                        </m:mc>
                                                      </m:mcs>
                                                      <m:ctrlPr>
                                                        <a:rPr lang="en-GB" sz="4400" b="0" i="1" smtClean="0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mPr>
                                                    <m:mr>
                                                      <m:e>
                                                        <m:r>
                                                          <m:rPr>
                                                            <m:brk m:alnAt="7"/>
                                                          </m:rP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</m:mr>
                                                  </m:m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GB" sz="4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GB" sz="4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GB" sz="4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GB" sz="4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GB" sz="4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r>
                                              <a:rPr lang="en-GB" sz="4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3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GB" sz="4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GB" sz="4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r>
                                                    <a:rPr lang="en-GB" sz="4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m>
                                                    <m:mPr>
                                                      <m:mcs>
                                                        <m:mc>
                                                          <m:mcPr>
                                                            <m:count m:val="3"/>
                                                            <m:mcJc m:val="center"/>
                                                          </m:mcPr>
                                                        </m:mc>
                                                      </m:mcs>
                                                      <m:ctrlPr>
                                                        <a:rPr lang="en-GB" sz="4400" b="0" i="1" smtClean="0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mPr>
                                                    <m:mr>
                                                      <m:e>
                                                        <m:r>
                                                          <m:rPr>
                                                            <m:brk m:alnAt="7"/>
                                                          </m:rP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1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</m:mr>
                                                  </m:m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1E0F8D6-9F2C-0BBC-692F-158CA8F55B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798" y="4574322"/>
                <a:ext cx="9718238" cy="1866793"/>
              </a:xfrm>
              <a:prstGeom prst="rect">
                <a:avLst/>
              </a:prstGeom>
              <a:blipFill>
                <a:blip r:embed="rId9"/>
                <a:stretch>
                  <a:fillRect t="-1351" b="-74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9AC0E218-C6D6-E666-8D1A-217812C52C3E}"/>
              </a:ext>
            </a:extLst>
          </p:cNvPr>
          <p:cNvSpPr txBox="1"/>
          <p:nvPr/>
        </p:nvSpPr>
        <p:spPr>
          <a:xfrm>
            <a:off x="2443213" y="4084560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D9EEE7-E0B7-9E63-9B03-7614E83D8CE5}"/>
              </a:ext>
            </a:extLst>
          </p:cNvPr>
          <p:cNvSpPr txBox="1"/>
          <p:nvPr/>
        </p:nvSpPr>
        <p:spPr>
          <a:xfrm>
            <a:off x="3281413" y="4084559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CA509B-1F0F-A22D-89CE-CFE5901DED0D}"/>
              </a:ext>
            </a:extLst>
          </p:cNvPr>
          <p:cNvSpPr txBox="1"/>
          <p:nvPr/>
        </p:nvSpPr>
        <p:spPr>
          <a:xfrm>
            <a:off x="4119613" y="4084559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46869B-FEC1-1E63-BD95-EC4020971EBD}"/>
              </a:ext>
            </a:extLst>
          </p:cNvPr>
          <p:cNvSpPr txBox="1"/>
          <p:nvPr/>
        </p:nvSpPr>
        <p:spPr>
          <a:xfrm>
            <a:off x="5045990" y="4084560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2BEBF4-0F55-127B-C93E-EC2B886971A7}"/>
              </a:ext>
            </a:extLst>
          </p:cNvPr>
          <p:cNvSpPr txBox="1"/>
          <p:nvPr/>
        </p:nvSpPr>
        <p:spPr>
          <a:xfrm>
            <a:off x="5884190" y="4084559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13FCD4-D022-8E96-6C02-02EB68E5F939}"/>
              </a:ext>
            </a:extLst>
          </p:cNvPr>
          <p:cNvSpPr txBox="1"/>
          <p:nvPr/>
        </p:nvSpPr>
        <p:spPr>
          <a:xfrm>
            <a:off x="6722390" y="4084559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AB48F10-3812-620B-BA02-F3AEDB6AC6A6}"/>
              </a:ext>
            </a:extLst>
          </p:cNvPr>
          <p:cNvSpPr txBox="1"/>
          <p:nvPr/>
        </p:nvSpPr>
        <p:spPr>
          <a:xfrm>
            <a:off x="7608947" y="4084560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4E24E70-2681-7730-3C31-BD4758279269}"/>
              </a:ext>
            </a:extLst>
          </p:cNvPr>
          <p:cNvSpPr txBox="1"/>
          <p:nvPr/>
        </p:nvSpPr>
        <p:spPr>
          <a:xfrm>
            <a:off x="8447147" y="4084559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94302E1-EF10-30C7-6FAB-CC601D330B3F}"/>
              </a:ext>
            </a:extLst>
          </p:cNvPr>
          <p:cNvSpPr txBox="1"/>
          <p:nvPr/>
        </p:nvSpPr>
        <p:spPr>
          <a:xfrm>
            <a:off x="9285347" y="4084559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B9</a:t>
            </a:r>
          </a:p>
        </p:txBody>
      </p:sp>
      <p:pic>
        <p:nvPicPr>
          <p:cNvPr id="18" name="Graphic 17" descr="Sleep with solid fill">
            <a:extLst>
              <a:ext uri="{FF2B5EF4-FFF2-40B4-BE49-F238E27FC236}">
                <a16:creationId xmlns:a16="http://schemas.microsoft.com/office/drawing/2014/main" id="{6B1593D3-82B8-EEBA-DF31-D97CFF2210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06035" y="5183917"/>
            <a:ext cx="561978" cy="561978"/>
          </a:xfrm>
          <a:prstGeom prst="rect">
            <a:avLst/>
          </a:prstGeom>
        </p:spPr>
      </p:pic>
      <p:pic>
        <p:nvPicPr>
          <p:cNvPr id="19" name="Graphic 18" descr="Sleep with solid fill">
            <a:extLst>
              <a:ext uri="{FF2B5EF4-FFF2-40B4-BE49-F238E27FC236}">
                <a16:creationId xmlns:a16="http://schemas.microsoft.com/office/drawing/2014/main" id="{985B4EEE-A44B-8523-5571-2B93B76958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6035" y="5869721"/>
            <a:ext cx="561978" cy="561978"/>
          </a:xfrm>
          <a:prstGeom prst="rect">
            <a:avLst/>
          </a:prstGeom>
        </p:spPr>
      </p:pic>
      <p:pic>
        <p:nvPicPr>
          <p:cNvPr id="20" name="Graphic 19" descr="Sleep with solid fill">
            <a:extLst>
              <a:ext uri="{FF2B5EF4-FFF2-40B4-BE49-F238E27FC236}">
                <a16:creationId xmlns:a16="http://schemas.microsoft.com/office/drawing/2014/main" id="{64ADCB2C-88ED-973E-D0F7-7AF80E5CE7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06035" y="4546224"/>
            <a:ext cx="561978" cy="561978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60F878C-82EF-4009-B898-062FB66FCF4D}"/>
              </a:ext>
            </a:extLst>
          </p:cNvPr>
          <p:cNvCxnSpPr/>
          <p:nvPr/>
        </p:nvCxnSpPr>
        <p:spPr>
          <a:xfrm>
            <a:off x="7443782" y="3903288"/>
            <a:ext cx="0" cy="2700338"/>
          </a:xfrm>
          <a:prstGeom prst="line">
            <a:avLst/>
          </a:prstGeom>
          <a:ln w="25400">
            <a:solidFill>
              <a:srgbClr val="0070C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5283ACC6-A57B-C1D3-7DEA-A0DEBBB639DB}"/>
              </a:ext>
            </a:extLst>
          </p:cNvPr>
          <p:cNvSpPr txBox="1"/>
          <p:nvPr/>
        </p:nvSpPr>
        <p:spPr>
          <a:xfrm>
            <a:off x="7836706" y="3715228"/>
            <a:ext cx="17827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 dirty="0"/>
              <a:t>Isolation Units</a:t>
            </a:r>
          </a:p>
        </p:txBody>
      </p:sp>
      <p:sp>
        <p:nvSpPr>
          <p:cNvPr id="23" name="Bent Arrow 22">
            <a:extLst>
              <a:ext uri="{FF2B5EF4-FFF2-40B4-BE49-F238E27FC236}">
                <a16:creationId xmlns:a16="http://schemas.microsoft.com/office/drawing/2014/main" id="{3118AB44-74DB-5CA7-C524-59897F46DFAF}"/>
              </a:ext>
            </a:extLst>
          </p:cNvPr>
          <p:cNvSpPr/>
          <p:nvPr/>
        </p:nvSpPr>
        <p:spPr>
          <a:xfrm rot="2955889" flipV="1">
            <a:off x="325704" y="3182340"/>
            <a:ext cx="1721432" cy="1441897"/>
          </a:xfrm>
          <a:prstGeom prst="bentArrow">
            <a:avLst>
              <a:gd name="adj1" fmla="val 9504"/>
              <a:gd name="adj2" fmla="val 15732"/>
              <a:gd name="adj3" fmla="val 25000"/>
              <a:gd name="adj4" fmla="val 75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3431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236863-E7A3-E919-77F9-B9C7BF048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9073A1A-9915-6075-00FB-E36D45D61098}"/>
                  </a:ext>
                </a:extLst>
              </p:cNvPr>
              <p:cNvSpPr txBox="1"/>
              <p:nvPr/>
            </p:nvSpPr>
            <p:spPr>
              <a:xfrm>
                <a:off x="576798" y="1228245"/>
                <a:ext cx="9822241" cy="18376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GB" sz="4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4400" b="0" i="1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ctrlPr>
                            <a:rPr lang="en-GB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GB" sz="4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GB" sz="4400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e>
                                    <m:e>
                                      <m:r>
                                        <a:rPr lang="en-GB" sz="4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GB" sz="4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GB" sz="4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r>
                                              <a:rPr lang="en-GB" sz="4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3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GB" sz="4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GB" sz="4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r>
                                                    <a:rPr lang="en-GB" sz="4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m>
                                                    <m:mPr>
                                                      <m:mcs>
                                                        <m:mc>
                                                          <m:mcPr>
                                                            <m:count m:val="3"/>
                                                            <m:mcJc m:val="center"/>
                                                          </m:mcPr>
                                                        </m:mc>
                                                      </m:mcs>
                                                      <m:ctrlPr>
                                                        <a:rPr lang="en-GB" sz="4400" b="0" i="1" smtClean="0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mPr>
                                                    <m:mr>
                                                      <m:e>
                                                        <m:r>
                                                          <m:rPr>
                                                            <m:brk m:alnAt="7"/>
                                                          </m:rP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</m:mr>
                                                  </m:m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GB" sz="4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GB" sz="4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GB" sz="4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GB" sz="4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GB" sz="4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r>
                                              <a:rPr lang="en-GB" sz="4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3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GB" sz="4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GB" sz="4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r>
                                                    <a:rPr lang="en-GB" sz="4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m>
                                                    <m:mPr>
                                                      <m:mcs>
                                                        <m:mc>
                                                          <m:mcPr>
                                                            <m:count m:val="3"/>
                                                            <m:mcJc m:val="center"/>
                                                          </m:mcPr>
                                                        </m:mc>
                                                      </m:mcs>
                                                      <m:ctrlPr>
                                                        <a:rPr lang="en-GB" sz="4400" b="0" i="1" smtClean="0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mPr>
                                                    <m:mr>
                                                      <m:e>
                                                        <m:r>
                                                          <m:rPr>
                                                            <m:brk m:alnAt="7"/>
                                                          </m:rP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</m:mr>
                                                  </m:m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GB" sz="4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GB" sz="4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GB" sz="4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GB" sz="4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GB" sz="4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r>
                                              <a:rPr lang="en-GB" sz="4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3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GB" sz="4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GB" sz="4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r>
                                                    <a:rPr lang="en-GB" sz="4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m>
                                                    <m:mPr>
                                                      <m:mcs>
                                                        <m:mc>
                                                          <m:mcPr>
                                                            <m:count m:val="3"/>
                                                            <m:mcJc m:val="center"/>
                                                          </m:mcPr>
                                                        </m:mc>
                                                      </m:mcs>
                                                      <m:ctrlPr>
                                                        <a:rPr lang="en-GB" sz="4400" b="0" i="1" smtClean="0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mPr>
                                                    <m:mr>
                                                      <m:e>
                                                        <m:r>
                                                          <m:rPr>
                                                            <m:brk m:alnAt="7"/>
                                                          </m:rP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1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</m:mr>
                                                  </m:m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9073A1A-9915-6075-00FB-E36D45D610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798" y="1228245"/>
                <a:ext cx="9822241" cy="1837619"/>
              </a:xfrm>
              <a:prstGeom prst="rect">
                <a:avLst/>
              </a:prstGeom>
              <a:blipFill>
                <a:blip r:embed="rId2"/>
                <a:stretch>
                  <a:fillRect t="-685" b="-95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C2BB413C-33CA-5E2D-EC50-50A9CAB63DEF}"/>
              </a:ext>
            </a:extLst>
          </p:cNvPr>
          <p:cNvSpPr txBox="1"/>
          <p:nvPr/>
        </p:nvSpPr>
        <p:spPr>
          <a:xfrm>
            <a:off x="2443213" y="738483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0712A5-CE78-ACD8-5E8C-E34F238C25D1}"/>
              </a:ext>
            </a:extLst>
          </p:cNvPr>
          <p:cNvSpPr txBox="1"/>
          <p:nvPr/>
        </p:nvSpPr>
        <p:spPr>
          <a:xfrm>
            <a:off x="3281413" y="738482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8B9E61-9D83-E610-3318-E803EBB4A1C1}"/>
              </a:ext>
            </a:extLst>
          </p:cNvPr>
          <p:cNvSpPr txBox="1"/>
          <p:nvPr/>
        </p:nvSpPr>
        <p:spPr>
          <a:xfrm>
            <a:off x="4119613" y="738482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457389-199D-1DA3-93A5-6BD20AEF9C47}"/>
              </a:ext>
            </a:extLst>
          </p:cNvPr>
          <p:cNvSpPr txBox="1"/>
          <p:nvPr/>
        </p:nvSpPr>
        <p:spPr>
          <a:xfrm>
            <a:off x="5045990" y="738483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9767B7C-136B-569C-649B-E24647D350A2}"/>
              </a:ext>
            </a:extLst>
          </p:cNvPr>
          <p:cNvSpPr txBox="1"/>
          <p:nvPr/>
        </p:nvSpPr>
        <p:spPr>
          <a:xfrm>
            <a:off x="5884190" y="738482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98EA5D-C506-AFE3-3CEF-A529DDEF02A6}"/>
              </a:ext>
            </a:extLst>
          </p:cNvPr>
          <p:cNvSpPr txBox="1"/>
          <p:nvPr/>
        </p:nvSpPr>
        <p:spPr>
          <a:xfrm>
            <a:off x="6722390" y="738482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AB12B41-FC6C-BE59-F60E-C7759D0437AA}"/>
              </a:ext>
            </a:extLst>
          </p:cNvPr>
          <p:cNvSpPr txBox="1"/>
          <p:nvPr/>
        </p:nvSpPr>
        <p:spPr>
          <a:xfrm>
            <a:off x="7608947" y="738483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25C7EE3-4E90-AFA4-6B1B-6B43EFA950BF}"/>
              </a:ext>
            </a:extLst>
          </p:cNvPr>
          <p:cNvSpPr txBox="1"/>
          <p:nvPr/>
        </p:nvSpPr>
        <p:spPr>
          <a:xfrm>
            <a:off x="8447147" y="738482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12827B9-A3FA-0D60-216A-4B93FC52D4E8}"/>
              </a:ext>
            </a:extLst>
          </p:cNvPr>
          <p:cNvSpPr txBox="1"/>
          <p:nvPr/>
        </p:nvSpPr>
        <p:spPr>
          <a:xfrm>
            <a:off x="9285347" y="738482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B9</a:t>
            </a:r>
          </a:p>
        </p:txBody>
      </p:sp>
      <p:pic>
        <p:nvPicPr>
          <p:cNvPr id="48" name="Graphic 47" descr="Sleep with solid fill">
            <a:extLst>
              <a:ext uri="{FF2B5EF4-FFF2-40B4-BE49-F238E27FC236}">
                <a16:creationId xmlns:a16="http://schemas.microsoft.com/office/drawing/2014/main" id="{8308958B-517F-2B40-0E57-61E045446F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06035" y="1837840"/>
            <a:ext cx="561978" cy="561978"/>
          </a:xfrm>
          <a:prstGeom prst="rect">
            <a:avLst/>
          </a:prstGeom>
        </p:spPr>
      </p:pic>
      <p:pic>
        <p:nvPicPr>
          <p:cNvPr id="49" name="Graphic 48" descr="Sleep with solid fill">
            <a:extLst>
              <a:ext uri="{FF2B5EF4-FFF2-40B4-BE49-F238E27FC236}">
                <a16:creationId xmlns:a16="http://schemas.microsoft.com/office/drawing/2014/main" id="{86C61D7E-A42A-15FC-96B3-6CDBEA9B327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6035" y="2523644"/>
            <a:ext cx="561978" cy="561978"/>
          </a:xfrm>
          <a:prstGeom prst="rect">
            <a:avLst/>
          </a:prstGeom>
        </p:spPr>
      </p:pic>
      <p:pic>
        <p:nvPicPr>
          <p:cNvPr id="50" name="Graphic 49" descr="Sleep with solid fill">
            <a:extLst>
              <a:ext uri="{FF2B5EF4-FFF2-40B4-BE49-F238E27FC236}">
                <a16:creationId xmlns:a16="http://schemas.microsoft.com/office/drawing/2014/main" id="{41A806DF-0B2B-7F3D-1804-87BB6DED29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06035" y="1200147"/>
            <a:ext cx="561978" cy="561978"/>
          </a:xfrm>
          <a:prstGeom prst="rect">
            <a:avLst/>
          </a:prstGeom>
        </p:spPr>
      </p:pic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A9742F99-88A5-445C-E031-E30E99F81777}"/>
              </a:ext>
            </a:extLst>
          </p:cNvPr>
          <p:cNvCxnSpPr/>
          <p:nvPr/>
        </p:nvCxnSpPr>
        <p:spPr>
          <a:xfrm>
            <a:off x="7443782" y="557211"/>
            <a:ext cx="0" cy="2700338"/>
          </a:xfrm>
          <a:prstGeom prst="line">
            <a:avLst/>
          </a:prstGeom>
          <a:ln w="25400">
            <a:solidFill>
              <a:srgbClr val="0070C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8E31EFCF-2B34-EFFF-9031-FA721C52C4F5}"/>
              </a:ext>
            </a:extLst>
          </p:cNvPr>
          <p:cNvSpPr txBox="1"/>
          <p:nvPr/>
        </p:nvSpPr>
        <p:spPr>
          <a:xfrm>
            <a:off x="7836706" y="369151"/>
            <a:ext cx="17827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 dirty="0"/>
              <a:t>Isolation Units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7F6974F-1C55-C24A-F108-574513B6D2B8}"/>
                  </a:ext>
                </a:extLst>
              </p:cNvPr>
              <p:cNvSpPr txBox="1"/>
              <p:nvPr/>
            </p:nvSpPr>
            <p:spPr>
              <a:xfrm>
                <a:off x="576798" y="4574322"/>
                <a:ext cx="9718238" cy="18667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GB" sz="4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4400" b="0" i="1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ctrlPr>
                            <a:rPr lang="en-GB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GB" sz="4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GB" sz="4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  <m:e>
                                      <m:r>
                                        <a:rPr lang="en-GB" sz="4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GB" sz="4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GB" sz="4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r>
                                              <a:rPr lang="en-GB" sz="4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3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GB" sz="4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GB" sz="4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r>
                                                    <a:rPr lang="en-GB" sz="4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m>
                                                    <m:mPr>
                                                      <m:mcs>
                                                        <m:mc>
                                                          <m:mcPr>
                                                            <m:count m:val="3"/>
                                                            <m:mcJc m:val="center"/>
                                                          </m:mcPr>
                                                        </m:mc>
                                                      </m:mcs>
                                                      <m:ctrlPr>
                                                        <a:rPr lang="en-GB" sz="4400" b="0" i="1" smtClean="0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mPr>
                                                    <m:mr>
                                                      <m:e>
                                                        <m:r>
                                                          <m:rPr>
                                                            <m:brk m:alnAt="7"/>
                                                          </m:rP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</m:mr>
                                                  </m:m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GB" sz="4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GB" sz="4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GB" sz="4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GB" sz="4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GB" sz="4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r>
                                              <a:rPr lang="en-GB" sz="4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3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GB" sz="4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GB" sz="4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r>
                                                    <a:rPr lang="en-GB" sz="4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m>
                                                    <m:mPr>
                                                      <m:mcs>
                                                        <m:mc>
                                                          <m:mcPr>
                                                            <m:count m:val="3"/>
                                                            <m:mcJc m:val="center"/>
                                                          </m:mcPr>
                                                        </m:mc>
                                                      </m:mcs>
                                                      <m:ctrlPr>
                                                        <a:rPr lang="en-GB" sz="4400" b="0" i="1" smtClean="0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mPr>
                                                    <m:mr>
                                                      <m:e>
                                                        <m:r>
                                                          <m:rPr>
                                                            <m:brk m:alnAt="7"/>
                                                          </m:rP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</m:mr>
                                                  </m:m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GB" sz="4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GB" sz="4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GB" sz="4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GB" sz="4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GB" sz="4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r>
                                              <a:rPr lang="en-GB" sz="4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3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GB" sz="4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GB" sz="4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r>
                                                    <a:rPr lang="en-GB" sz="4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m>
                                                    <m:mPr>
                                                      <m:mcs>
                                                        <m:mc>
                                                          <m:mcPr>
                                                            <m:count m:val="3"/>
                                                            <m:mcJc m:val="center"/>
                                                          </m:mcPr>
                                                        </m:mc>
                                                      </m:mcs>
                                                      <m:ctrlPr>
                                                        <a:rPr lang="en-GB" sz="4400" b="0" i="1" smtClean="0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mPr>
                                                    <m:mr>
                                                      <m:e>
                                                        <m:r>
                                                          <m:rPr>
                                                            <m:brk m:alnAt="7"/>
                                                          </m:rP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1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</m:mr>
                                                  </m:m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7F6974F-1C55-C24A-F108-574513B6D2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798" y="4574322"/>
                <a:ext cx="9718238" cy="1866793"/>
              </a:xfrm>
              <a:prstGeom prst="rect">
                <a:avLst/>
              </a:prstGeom>
              <a:blipFill>
                <a:blip r:embed="rId9"/>
                <a:stretch>
                  <a:fillRect t="-1351" b="-74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C2FFF8D3-6CBE-0A13-D1EB-F5042DB20278}"/>
              </a:ext>
            </a:extLst>
          </p:cNvPr>
          <p:cNvSpPr txBox="1"/>
          <p:nvPr/>
        </p:nvSpPr>
        <p:spPr>
          <a:xfrm>
            <a:off x="2443213" y="4084560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7072B7-8172-66A5-A054-5E48377F866A}"/>
              </a:ext>
            </a:extLst>
          </p:cNvPr>
          <p:cNvSpPr txBox="1"/>
          <p:nvPr/>
        </p:nvSpPr>
        <p:spPr>
          <a:xfrm>
            <a:off x="3281413" y="4084559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F08DFD-1F25-F765-9064-80CFC7EE0B31}"/>
              </a:ext>
            </a:extLst>
          </p:cNvPr>
          <p:cNvSpPr txBox="1"/>
          <p:nvPr/>
        </p:nvSpPr>
        <p:spPr>
          <a:xfrm>
            <a:off x="4119613" y="4084559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8547D6-F3C6-5A78-707B-0B188B0EDD16}"/>
              </a:ext>
            </a:extLst>
          </p:cNvPr>
          <p:cNvSpPr txBox="1"/>
          <p:nvPr/>
        </p:nvSpPr>
        <p:spPr>
          <a:xfrm>
            <a:off x="5045990" y="4084560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E7C437-1FC0-EB0F-1395-BF7DD3D89767}"/>
              </a:ext>
            </a:extLst>
          </p:cNvPr>
          <p:cNvSpPr txBox="1"/>
          <p:nvPr/>
        </p:nvSpPr>
        <p:spPr>
          <a:xfrm>
            <a:off x="5884190" y="4084559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7E6022E-5003-553F-3762-012BAF0D329D}"/>
              </a:ext>
            </a:extLst>
          </p:cNvPr>
          <p:cNvSpPr txBox="1"/>
          <p:nvPr/>
        </p:nvSpPr>
        <p:spPr>
          <a:xfrm>
            <a:off x="6722390" y="4084559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DACF040-C973-964E-55E3-F1CDB446D404}"/>
              </a:ext>
            </a:extLst>
          </p:cNvPr>
          <p:cNvSpPr txBox="1"/>
          <p:nvPr/>
        </p:nvSpPr>
        <p:spPr>
          <a:xfrm>
            <a:off x="7608947" y="4084560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B5F3ABC-159E-9F49-FDB3-BBDAB2113A89}"/>
              </a:ext>
            </a:extLst>
          </p:cNvPr>
          <p:cNvSpPr txBox="1"/>
          <p:nvPr/>
        </p:nvSpPr>
        <p:spPr>
          <a:xfrm>
            <a:off x="8447147" y="4084559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EAF03E5-7B12-E96E-9BA8-06C9FF35D8BC}"/>
              </a:ext>
            </a:extLst>
          </p:cNvPr>
          <p:cNvSpPr txBox="1"/>
          <p:nvPr/>
        </p:nvSpPr>
        <p:spPr>
          <a:xfrm>
            <a:off x="9285347" y="4084559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B9</a:t>
            </a:r>
          </a:p>
        </p:txBody>
      </p:sp>
      <p:pic>
        <p:nvPicPr>
          <p:cNvPr id="18" name="Graphic 17" descr="Sleep with solid fill">
            <a:extLst>
              <a:ext uri="{FF2B5EF4-FFF2-40B4-BE49-F238E27FC236}">
                <a16:creationId xmlns:a16="http://schemas.microsoft.com/office/drawing/2014/main" id="{35244B92-AA5F-1190-CBA1-0B8B2F3675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06035" y="5183917"/>
            <a:ext cx="561978" cy="561978"/>
          </a:xfrm>
          <a:prstGeom prst="rect">
            <a:avLst/>
          </a:prstGeom>
        </p:spPr>
      </p:pic>
      <p:pic>
        <p:nvPicPr>
          <p:cNvPr id="19" name="Graphic 18" descr="Sleep with solid fill">
            <a:extLst>
              <a:ext uri="{FF2B5EF4-FFF2-40B4-BE49-F238E27FC236}">
                <a16:creationId xmlns:a16="http://schemas.microsoft.com/office/drawing/2014/main" id="{500CB86A-A0DA-E103-5C97-E455FD16BD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6035" y="5869721"/>
            <a:ext cx="561978" cy="561978"/>
          </a:xfrm>
          <a:prstGeom prst="rect">
            <a:avLst/>
          </a:prstGeom>
        </p:spPr>
      </p:pic>
      <p:pic>
        <p:nvPicPr>
          <p:cNvPr id="20" name="Graphic 19" descr="Sleep with solid fill">
            <a:extLst>
              <a:ext uri="{FF2B5EF4-FFF2-40B4-BE49-F238E27FC236}">
                <a16:creationId xmlns:a16="http://schemas.microsoft.com/office/drawing/2014/main" id="{E185DBC0-6934-F002-A3FD-7C0DF53626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06035" y="4546224"/>
            <a:ext cx="561978" cy="561978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053C322-1A79-20BF-48D6-AB5F4193A8F2}"/>
              </a:ext>
            </a:extLst>
          </p:cNvPr>
          <p:cNvCxnSpPr/>
          <p:nvPr/>
        </p:nvCxnSpPr>
        <p:spPr>
          <a:xfrm>
            <a:off x="7443782" y="3903288"/>
            <a:ext cx="0" cy="2700338"/>
          </a:xfrm>
          <a:prstGeom prst="line">
            <a:avLst/>
          </a:prstGeom>
          <a:ln w="25400">
            <a:solidFill>
              <a:srgbClr val="0070C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C78587A-DD9E-95A8-2DBF-AB08CBEA08C1}"/>
              </a:ext>
            </a:extLst>
          </p:cNvPr>
          <p:cNvSpPr txBox="1"/>
          <p:nvPr/>
        </p:nvSpPr>
        <p:spPr>
          <a:xfrm>
            <a:off x="7836706" y="3715228"/>
            <a:ext cx="17827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 dirty="0"/>
              <a:t>Isolation Units</a:t>
            </a:r>
          </a:p>
        </p:txBody>
      </p:sp>
      <p:sp>
        <p:nvSpPr>
          <p:cNvPr id="23" name="Bent Arrow 22">
            <a:extLst>
              <a:ext uri="{FF2B5EF4-FFF2-40B4-BE49-F238E27FC236}">
                <a16:creationId xmlns:a16="http://schemas.microsoft.com/office/drawing/2014/main" id="{6ED5F8F8-5D63-4C53-B0BA-4D2A14F9740A}"/>
              </a:ext>
            </a:extLst>
          </p:cNvPr>
          <p:cNvSpPr/>
          <p:nvPr/>
        </p:nvSpPr>
        <p:spPr>
          <a:xfrm rot="2955889" flipV="1">
            <a:off x="325704" y="3182340"/>
            <a:ext cx="1721432" cy="1441897"/>
          </a:xfrm>
          <a:prstGeom prst="bentArrow">
            <a:avLst>
              <a:gd name="adj1" fmla="val 9504"/>
              <a:gd name="adj2" fmla="val 15732"/>
              <a:gd name="adj3" fmla="val 25000"/>
              <a:gd name="adj4" fmla="val 75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43583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00C3B-9BA8-0B5C-7450-F03F28936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42010D2-E1CB-067A-D172-CE52BFACB63E}"/>
                  </a:ext>
                </a:extLst>
              </p:cNvPr>
              <p:cNvSpPr txBox="1"/>
              <p:nvPr/>
            </p:nvSpPr>
            <p:spPr>
              <a:xfrm>
                <a:off x="576798" y="1228245"/>
                <a:ext cx="9822241" cy="18376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GB" sz="4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4400" b="0" i="1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ctrlPr>
                            <a:rPr lang="en-GB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GB" sz="4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GB" sz="4400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e>
                                    <m:e>
                                      <m:r>
                                        <a:rPr lang="en-GB" sz="4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GB" sz="4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GB" sz="4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r>
                                              <a:rPr lang="en-GB" sz="4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3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GB" sz="4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GB" sz="4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r>
                                                    <a:rPr lang="en-GB" sz="4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m>
                                                    <m:mPr>
                                                      <m:mcs>
                                                        <m:mc>
                                                          <m:mcPr>
                                                            <m:count m:val="3"/>
                                                            <m:mcJc m:val="center"/>
                                                          </m:mcPr>
                                                        </m:mc>
                                                      </m:mcs>
                                                      <m:ctrlPr>
                                                        <a:rPr lang="en-GB" sz="4400" b="0" i="1" smtClean="0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mPr>
                                                    <m:mr>
                                                      <m:e>
                                                        <m:r>
                                                          <m:rPr>
                                                            <m:brk m:alnAt="7"/>
                                                          </m:rP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</m:mr>
                                                  </m:m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GB" sz="4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GB" sz="4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GB" sz="4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GB" sz="4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GB" sz="4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r>
                                              <a:rPr lang="en-GB" sz="4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3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GB" sz="4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GB" sz="4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r>
                                                    <a:rPr lang="en-GB" sz="4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m>
                                                    <m:mPr>
                                                      <m:mcs>
                                                        <m:mc>
                                                          <m:mcPr>
                                                            <m:count m:val="3"/>
                                                            <m:mcJc m:val="center"/>
                                                          </m:mcPr>
                                                        </m:mc>
                                                      </m:mcs>
                                                      <m:ctrlPr>
                                                        <a:rPr lang="en-GB" sz="4400" b="0" i="1" smtClean="0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mPr>
                                                    <m:mr>
                                                      <m:e>
                                                        <m:r>
                                                          <m:rPr>
                                                            <m:brk m:alnAt="7"/>
                                                          </m:rP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</m:mr>
                                                  </m:m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GB" sz="4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GB" sz="4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GB" sz="4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GB" sz="4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GB" sz="4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r>
                                              <a:rPr lang="en-GB" sz="4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3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GB" sz="4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GB" sz="4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r>
                                                    <a:rPr lang="en-GB" sz="4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m>
                                                    <m:mPr>
                                                      <m:mcs>
                                                        <m:mc>
                                                          <m:mcPr>
                                                            <m:count m:val="3"/>
                                                            <m:mcJc m:val="center"/>
                                                          </m:mcPr>
                                                        </m:mc>
                                                      </m:mcs>
                                                      <m:ctrlPr>
                                                        <a:rPr lang="en-GB" sz="4400" b="0" i="1" smtClean="0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mPr>
                                                    <m:mr>
                                                      <m:e>
                                                        <m:r>
                                                          <m:rPr>
                                                            <m:brk m:alnAt="7"/>
                                                          </m:rP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1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</m:mr>
                                                  </m:m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42010D2-E1CB-067A-D172-CE52BFACB6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798" y="1228245"/>
                <a:ext cx="9822241" cy="1837619"/>
              </a:xfrm>
              <a:prstGeom prst="rect">
                <a:avLst/>
              </a:prstGeom>
              <a:blipFill>
                <a:blip r:embed="rId2"/>
                <a:stretch>
                  <a:fillRect t="-685" b="-95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A9DDCBA8-49D4-2DDB-6877-2878D57F4300}"/>
              </a:ext>
            </a:extLst>
          </p:cNvPr>
          <p:cNvSpPr txBox="1"/>
          <p:nvPr/>
        </p:nvSpPr>
        <p:spPr>
          <a:xfrm>
            <a:off x="2443213" y="738483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82EE0F-41E9-2F6D-165E-25E70E22FF94}"/>
              </a:ext>
            </a:extLst>
          </p:cNvPr>
          <p:cNvSpPr txBox="1"/>
          <p:nvPr/>
        </p:nvSpPr>
        <p:spPr>
          <a:xfrm>
            <a:off x="3281413" y="738482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7829B2-3928-88D8-AFA1-0612788497EF}"/>
              </a:ext>
            </a:extLst>
          </p:cNvPr>
          <p:cNvSpPr txBox="1"/>
          <p:nvPr/>
        </p:nvSpPr>
        <p:spPr>
          <a:xfrm>
            <a:off x="4119613" y="738482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ED9EEF-BC86-7E1E-32DE-6E8AFAA391F8}"/>
              </a:ext>
            </a:extLst>
          </p:cNvPr>
          <p:cNvSpPr txBox="1"/>
          <p:nvPr/>
        </p:nvSpPr>
        <p:spPr>
          <a:xfrm>
            <a:off x="5045990" y="738483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EC0846E-F7AE-E147-4A40-50D750EEA23B}"/>
              </a:ext>
            </a:extLst>
          </p:cNvPr>
          <p:cNvSpPr txBox="1"/>
          <p:nvPr/>
        </p:nvSpPr>
        <p:spPr>
          <a:xfrm>
            <a:off x="5884190" y="738482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26885F6-5A16-47BF-9F52-39D47FA22753}"/>
              </a:ext>
            </a:extLst>
          </p:cNvPr>
          <p:cNvSpPr txBox="1"/>
          <p:nvPr/>
        </p:nvSpPr>
        <p:spPr>
          <a:xfrm>
            <a:off x="6722390" y="738482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95DA77A-D69B-3F90-BF32-9ABE0D05BE7F}"/>
              </a:ext>
            </a:extLst>
          </p:cNvPr>
          <p:cNvSpPr txBox="1"/>
          <p:nvPr/>
        </p:nvSpPr>
        <p:spPr>
          <a:xfrm>
            <a:off x="7608947" y="738483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FD56E49-3E8B-6602-E6BE-3AC2C6727C0E}"/>
              </a:ext>
            </a:extLst>
          </p:cNvPr>
          <p:cNvSpPr txBox="1"/>
          <p:nvPr/>
        </p:nvSpPr>
        <p:spPr>
          <a:xfrm>
            <a:off x="8447147" y="738482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D51FF3D-C4E4-8BC4-5B95-8820F6F66712}"/>
              </a:ext>
            </a:extLst>
          </p:cNvPr>
          <p:cNvSpPr txBox="1"/>
          <p:nvPr/>
        </p:nvSpPr>
        <p:spPr>
          <a:xfrm>
            <a:off x="9285347" y="738482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B9</a:t>
            </a:r>
          </a:p>
        </p:txBody>
      </p:sp>
      <p:pic>
        <p:nvPicPr>
          <p:cNvPr id="48" name="Graphic 47" descr="Sleep with solid fill">
            <a:extLst>
              <a:ext uri="{FF2B5EF4-FFF2-40B4-BE49-F238E27FC236}">
                <a16:creationId xmlns:a16="http://schemas.microsoft.com/office/drawing/2014/main" id="{2164D36D-C7A8-BFBC-BC99-59471CD6F8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06035" y="1837840"/>
            <a:ext cx="561978" cy="561978"/>
          </a:xfrm>
          <a:prstGeom prst="rect">
            <a:avLst/>
          </a:prstGeom>
        </p:spPr>
      </p:pic>
      <p:pic>
        <p:nvPicPr>
          <p:cNvPr id="49" name="Graphic 48" descr="Sleep with solid fill">
            <a:extLst>
              <a:ext uri="{FF2B5EF4-FFF2-40B4-BE49-F238E27FC236}">
                <a16:creationId xmlns:a16="http://schemas.microsoft.com/office/drawing/2014/main" id="{E977CD66-B8C9-E2AB-8427-B756581765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6035" y="2523644"/>
            <a:ext cx="561978" cy="561978"/>
          </a:xfrm>
          <a:prstGeom prst="rect">
            <a:avLst/>
          </a:prstGeom>
        </p:spPr>
      </p:pic>
      <p:pic>
        <p:nvPicPr>
          <p:cNvPr id="50" name="Graphic 49" descr="Sleep with solid fill">
            <a:extLst>
              <a:ext uri="{FF2B5EF4-FFF2-40B4-BE49-F238E27FC236}">
                <a16:creationId xmlns:a16="http://schemas.microsoft.com/office/drawing/2014/main" id="{8EB53598-ABC8-B8FF-5434-4B383CDE7D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06035" y="1200147"/>
            <a:ext cx="561978" cy="561978"/>
          </a:xfrm>
          <a:prstGeom prst="rect">
            <a:avLst/>
          </a:prstGeom>
        </p:spPr>
      </p:pic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1D95B11F-0DBA-08C0-ED9B-B672F349C1E6}"/>
              </a:ext>
            </a:extLst>
          </p:cNvPr>
          <p:cNvCxnSpPr/>
          <p:nvPr/>
        </p:nvCxnSpPr>
        <p:spPr>
          <a:xfrm>
            <a:off x="7443782" y="557211"/>
            <a:ext cx="0" cy="2700338"/>
          </a:xfrm>
          <a:prstGeom prst="line">
            <a:avLst/>
          </a:prstGeom>
          <a:ln w="25400">
            <a:solidFill>
              <a:srgbClr val="0070C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2F9E1FBB-0E9E-377E-76CA-3E2FEDC9C833}"/>
              </a:ext>
            </a:extLst>
          </p:cNvPr>
          <p:cNvSpPr txBox="1"/>
          <p:nvPr/>
        </p:nvSpPr>
        <p:spPr>
          <a:xfrm>
            <a:off x="7836706" y="369151"/>
            <a:ext cx="17827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 dirty="0"/>
              <a:t>Isolation Units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C0F1653-24C8-57A4-D304-313B3CEBB1E2}"/>
                  </a:ext>
                </a:extLst>
              </p:cNvPr>
              <p:cNvSpPr txBox="1"/>
              <p:nvPr/>
            </p:nvSpPr>
            <p:spPr>
              <a:xfrm>
                <a:off x="576798" y="4574322"/>
                <a:ext cx="9718238" cy="18667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GB" sz="4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GB" sz="4400" b="0" i="1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ctrlPr>
                            <a:rPr lang="en-GB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GB" sz="4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GB" sz="4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  <m:e>
                                      <m:r>
                                        <a:rPr lang="en-GB" sz="4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GB" sz="4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GB" sz="4400" b="0" i="1" smtClean="0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e>
                                          <m:e>
                                            <m:r>
                                              <a:rPr lang="en-GB" sz="4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3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GB" sz="4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GB" sz="4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r>
                                                    <a:rPr lang="en-GB" sz="4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m>
                                                    <m:mPr>
                                                      <m:mcs>
                                                        <m:mc>
                                                          <m:mcPr>
                                                            <m:count m:val="3"/>
                                                            <m:mcJc m:val="center"/>
                                                          </m:mcPr>
                                                        </m:mc>
                                                      </m:mcs>
                                                      <m:ctrlPr>
                                                        <a:rPr lang="en-GB" sz="4400" b="0" i="1" smtClean="0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mPr>
                                                    <m:mr>
                                                      <m:e>
                                                        <m:r>
                                                          <m:rPr>
                                                            <m:brk m:alnAt="7"/>
                                                          </m:rP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</m:mr>
                                                  </m:m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GB" sz="4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GB" sz="4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GB" sz="4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GB" sz="4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GB" sz="4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r>
                                              <a:rPr lang="en-GB" sz="4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3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GB" sz="4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GB" sz="4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r>
                                                    <a:rPr lang="en-GB" sz="4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m>
                                                    <m:mPr>
                                                      <m:mcs>
                                                        <m:mc>
                                                          <m:mcPr>
                                                            <m:count m:val="3"/>
                                                            <m:mcJc m:val="center"/>
                                                          </m:mcPr>
                                                        </m:mc>
                                                      </m:mcs>
                                                      <m:ctrlPr>
                                                        <a:rPr lang="en-GB" sz="4400" b="0" i="1" smtClean="0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mPr>
                                                    <m:mr>
                                                      <m:e>
                                                        <m:r>
                                                          <m:rPr>
                                                            <m:brk m:alnAt="7"/>
                                                          </m:rP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</m:mr>
                                                  </m:m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GB" sz="4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GB" sz="4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GB" sz="4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GB" sz="4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GB" sz="4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r>
                                              <a:rPr lang="en-GB" sz="4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3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GB" sz="4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GB" sz="4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r>
                                                    <a:rPr lang="en-GB" sz="4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m>
                                                    <m:mPr>
                                                      <m:mcs>
                                                        <m:mc>
                                                          <m:mcPr>
                                                            <m:count m:val="3"/>
                                                            <m:mcJc m:val="center"/>
                                                          </m:mcPr>
                                                        </m:mc>
                                                      </m:mcs>
                                                      <m:ctrlPr>
                                                        <a:rPr lang="en-GB" sz="4400" b="0" i="1" smtClean="0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mPr>
                                                    <m:mr>
                                                      <m:e>
                                                        <m:r>
                                                          <m:rPr>
                                                            <m:brk m:alnAt="7"/>
                                                          </m:rP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1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GB" sz="4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</m:mr>
                                                  </m:m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C0F1653-24C8-57A4-D304-313B3CEBB1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798" y="4574322"/>
                <a:ext cx="9718238" cy="1866793"/>
              </a:xfrm>
              <a:prstGeom prst="rect">
                <a:avLst/>
              </a:prstGeom>
              <a:blipFill>
                <a:blip r:embed="rId9"/>
                <a:stretch>
                  <a:fillRect t="-1351" b="-74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3BE78BA6-6BCF-0C52-9F0A-955164646B03}"/>
              </a:ext>
            </a:extLst>
          </p:cNvPr>
          <p:cNvSpPr txBox="1"/>
          <p:nvPr/>
        </p:nvSpPr>
        <p:spPr>
          <a:xfrm>
            <a:off x="2443213" y="4084560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86AB69-77FE-B727-97B9-35112DFC93CD}"/>
              </a:ext>
            </a:extLst>
          </p:cNvPr>
          <p:cNvSpPr txBox="1"/>
          <p:nvPr/>
        </p:nvSpPr>
        <p:spPr>
          <a:xfrm>
            <a:off x="3281413" y="4084559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603E13-252B-936B-B077-2886E3A54C25}"/>
              </a:ext>
            </a:extLst>
          </p:cNvPr>
          <p:cNvSpPr txBox="1"/>
          <p:nvPr/>
        </p:nvSpPr>
        <p:spPr>
          <a:xfrm>
            <a:off x="4119613" y="4084559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0D8312-61B3-DAA7-EC70-A007AB661C06}"/>
              </a:ext>
            </a:extLst>
          </p:cNvPr>
          <p:cNvSpPr txBox="1"/>
          <p:nvPr/>
        </p:nvSpPr>
        <p:spPr>
          <a:xfrm>
            <a:off x="5045990" y="4084560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511576-842B-3DBB-B178-F910FDCEA500}"/>
              </a:ext>
            </a:extLst>
          </p:cNvPr>
          <p:cNvSpPr txBox="1"/>
          <p:nvPr/>
        </p:nvSpPr>
        <p:spPr>
          <a:xfrm>
            <a:off x="5884190" y="4084559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84E8F76-C751-69E7-8E8A-EDD12F5A3722}"/>
              </a:ext>
            </a:extLst>
          </p:cNvPr>
          <p:cNvSpPr txBox="1"/>
          <p:nvPr/>
        </p:nvSpPr>
        <p:spPr>
          <a:xfrm>
            <a:off x="6722390" y="4084559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EA6916-59B0-C877-3E6A-2FFD3BDFCC1D}"/>
              </a:ext>
            </a:extLst>
          </p:cNvPr>
          <p:cNvSpPr txBox="1"/>
          <p:nvPr/>
        </p:nvSpPr>
        <p:spPr>
          <a:xfrm>
            <a:off x="7608947" y="4084560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58E4BD2-EFB3-6F05-49AA-FE02C7BB18BD}"/>
              </a:ext>
            </a:extLst>
          </p:cNvPr>
          <p:cNvSpPr txBox="1"/>
          <p:nvPr/>
        </p:nvSpPr>
        <p:spPr>
          <a:xfrm>
            <a:off x="8447147" y="4084559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236AE18-F273-5378-12DB-0B443AB16E3D}"/>
              </a:ext>
            </a:extLst>
          </p:cNvPr>
          <p:cNvSpPr txBox="1"/>
          <p:nvPr/>
        </p:nvSpPr>
        <p:spPr>
          <a:xfrm>
            <a:off x="9285347" y="4084559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B9</a:t>
            </a:r>
          </a:p>
        </p:txBody>
      </p:sp>
      <p:pic>
        <p:nvPicPr>
          <p:cNvPr id="18" name="Graphic 17" descr="Sleep with solid fill">
            <a:extLst>
              <a:ext uri="{FF2B5EF4-FFF2-40B4-BE49-F238E27FC236}">
                <a16:creationId xmlns:a16="http://schemas.microsoft.com/office/drawing/2014/main" id="{218F6151-69FC-A5FE-54B1-BEDB0F6331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06035" y="5183917"/>
            <a:ext cx="561978" cy="561978"/>
          </a:xfrm>
          <a:prstGeom prst="rect">
            <a:avLst/>
          </a:prstGeom>
        </p:spPr>
      </p:pic>
      <p:pic>
        <p:nvPicPr>
          <p:cNvPr id="19" name="Graphic 18" descr="Sleep with solid fill">
            <a:extLst>
              <a:ext uri="{FF2B5EF4-FFF2-40B4-BE49-F238E27FC236}">
                <a16:creationId xmlns:a16="http://schemas.microsoft.com/office/drawing/2014/main" id="{DD477655-08C9-B0EA-AF72-EC0544C849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6035" y="5869721"/>
            <a:ext cx="561978" cy="561978"/>
          </a:xfrm>
          <a:prstGeom prst="rect">
            <a:avLst/>
          </a:prstGeom>
        </p:spPr>
      </p:pic>
      <p:pic>
        <p:nvPicPr>
          <p:cNvPr id="20" name="Graphic 19" descr="Sleep with solid fill">
            <a:extLst>
              <a:ext uri="{FF2B5EF4-FFF2-40B4-BE49-F238E27FC236}">
                <a16:creationId xmlns:a16="http://schemas.microsoft.com/office/drawing/2014/main" id="{F24609AF-82DB-3A4E-428F-5FE411B8DB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06035" y="4546224"/>
            <a:ext cx="561978" cy="561978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B47F986-66BC-3F7D-6838-728B6AB8DC27}"/>
              </a:ext>
            </a:extLst>
          </p:cNvPr>
          <p:cNvCxnSpPr/>
          <p:nvPr/>
        </p:nvCxnSpPr>
        <p:spPr>
          <a:xfrm>
            <a:off x="7443782" y="3903288"/>
            <a:ext cx="0" cy="2700338"/>
          </a:xfrm>
          <a:prstGeom prst="line">
            <a:avLst/>
          </a:prstGeom>
          <a:ln w="25400">
            <a:solidFill>
              <a:srgbClr val="0070C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7B243AB3-84C7-E0E8-F56B-92800CA5D424}"/>
              </a:ext>
            </a:extLst>
          </p:cNvPr>
          <p:cNvSpPr txBox="1"/>
          <p:nvPr/>
        </p:nvSpPr>
        <p:spPr>
          <a:xfrm>
            <a:off x="7836706" y="3715228"/>
            <a:ext cx="17827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 dirty="0"/>
              <a:t>Isolation Units</a:t>
            </a:r>
          </a:p>
        </p:txBody>
      </p:sp>
      <p:sp>
        <p:nvSpPr>
          <p:cNvPr id="23" name="Bent Arrow 22">
            <a:extLst>
              <a:ext uri="{FF2B5EF4-FFF2-40B4-BE49-F238E27FC236}">
                <a16:creationId xmlns:a16="http://schemas.microsoft.com/office/drawing/2014/main" id="{B8D1C8AC-B86D-BEEB-E12E-F5A50350B8D6}"/>
              </a:ext>
            </a:extLst>
          </p:cNvPr>
          <p:cNvSpPr/>
          <p:nvPr/>
        </p:nvSpPr>
        <p:spPr>
          <a:xfrm rot="2955889" flipV="1">
            <a:off x="325704" y="3182340"/>
            <a:ext cx="1721432" cy="1441897"/>
          </a:xfrm>
          <a:prstGeom prst="bentArrow">
            <a:avLst>
              <a:gd name="adj1" fmla="val 9504"/>
              <a:gd name="adj2" fmla="val 15732"/>
              <a:gd name="adj3" fmla="val 25000"/>
              <a:gd name="adj4" fmla="val 75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7700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A26FA0-CCB5-89A0-B221-5C978594D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E6DF5769-F3B7-3366-93B2-22B77AB6281F}"/>
              </a:ext>
            </a:extLst>
          </p:cNvPr>
          <p:cNvSpPr/>
          <p:nvPr/>
        </p:nvSpPr>
        <p:spPr>
          <a:xfrm>
            <a:off x="2372824" y="1042986"/>
            <a:ext cx="1121185" cy="1114425"/>
          </a:xfrm>
          <a:prstGeom prst="roundRect">
            <a:avLst/>
          </a:prstGeom>
          <a:solidFill>
            <a:schemeClr val="accent1">
              <a:lumMod val="60000"/>
              <a:lumOff val="40000"/>
              <a:alpha val="14000"/>
            </a:schemeClr>
          </a:solidFill>
          <a:ln w="508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95DFA640-237D-C859-BB69-771DDE212B17}"/>
              </a:ext>
            </a:extLst>
          </p:cNvPr>
          <p:cNvSpPr/>
          <p:nvPr/>
        </p:nvSpPr>
        <p:spPr>
          <a:xfrm>
            <a:off x="2372824" y="4286243"/>
            <a:ext cx="1101882" cy="1114425"/>
          </a:xfrm>
          <a:prstGeom prst="roundRect">
            <a:avLst/>
          </a:prstGeom>
          <a:solidFill>
            <a:schemeClr val="accent1">
              <a:lumMod val="60000"/>
              <a:lumOff val="40000"/>
              <a:alpha val="14000"/>
            </a:schemeClr>
          </a:solidFill>
          <a:ln w="508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7629571F-C6F4-93EA-37DE-612C694FBF0D}"/>
              </a:ext>
            </a:extLst>
          </p:cNvPr>
          <p:cNvSpPr/>
          <p:nvPr/>
        </p:nvSpPr>
        <p:spPr>
          <a:xfrm>
            <a:off x="4383882" y="1042987"/>
            <a:ext cx="1101882" cy="1114425"/>
          </a:xfrm>
          <a:prstGeom prst="roundRect">
            <a:avLst/>
          </a:prstGeom>
          <a:solidFill>
            <a:schemeClr val="accent1">
              <a:lumMod val="60000"/>
              <a:lumOff val="40000"/>
              <a:alpha val="14000"/>
            </a:schemeClr>
          </a:solidFill>
          <a:ln w="508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CEC07E3B-BD2F-9A4F-974F-7CCDFB319B66}"/>
              </a:ext>
            </a:extLst>
          </p:cNvPr>
          <p:cNvSpPr/>
          <p:nvPr/>
        </p:nvSpPr>
        <p:spPr>
          <a:xfrm>
            <a:off x="4383881" y="4286244"/>
            <a:ext cx="1101882" cy="1114425"/>
          </a:xfrm>
          <a:prstGeom prst="roundRect">
            <a:avLst/>
          </a:prstGeom>
          <a:solidFill>
            <a:schemeClr val="accent1">
              <a:lumMod val="60000"/>
              <a:lumOff val="40000"/>
              <a:alpha val="14000"/>
            </a:schemeClr>
          </a:solidFill>
          <a:ln w="508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CC06BD69-E8D9-BE3F-1324-EC2885B07338}"/>
              </a:ext>
            </a:extLst>
          </p:cNvPr>
          <p:cNvSpPr/>
          <p:nvPr/>
        </p:nvSpPr>
        <p:spPr>
          <a:xfrm>
            <a:off x="6723459" y="4286243"/>
            <a:ext cx="1243951" cy="1114425"/>
          </a:xfrm>
          <a:prstGeom prst="roundRect">
            <a:avLst/>
          </a:prstGeom>
          <a:solidFill>
            <a:schemeClr val="accent1">
              <a:lumMod val="60000"/>
              <a:lumOff val="40000"/>
              <a:alpha val="14000"/>
            </a:schemeClr>
          </a:solidFill>
          <a:ln w="508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66208195-D1B1-07BA-680F-C8B92C7F2FE2}"/>
              </a:ext>
            </a:extLst>
          </p:cNvPr>
          <p:cNvSpPr/>
          <p:nvPr/>
        </p:nvSpPr>
        <p:spPr>
          <a:xfrm>
            <a:off x="6718698" y="1042986"/>
            <a:ext cx="1243951" cy="1114425"/>
          </a:xfrm>
          <a:prstGeom prst="roundRect">
            <a:avLst/>
          </a:prstGeom>
          <a:solidFill>
            <a:schemeClr val="accent1">
              <a:lumMod val="60000"/>
              <a:lumOff val="40000"/>
              <a:alpha val="14000"/>
            </a:schemeClr>
          </a:solidFill>
          <a:ln w="508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4508AB73-8D67-6850-D550-15FF7F495FA2}"/>
              </a:ext>
            </a:extLst>
          </p:cNvPr>
          <p:cNvSpPr/>
          <p:nvPr/>
        </p:nvSpPr>
        <p:spPr>
          <a:xfrm>
            <a:off x="9328036" y="1516689"/>
            <a:ext cx="982280" cy="828675"/>
          </a:xfrm>
          <a:prstGeom prst="roundRect">
            <a:avLst/>
          </a:prstGeom>
          <a:solidFill>
            <a:schemeClr val="accent1">
              <a:lumMod val="60000"/>
              <a:lumOff val="40000"/>
              <a:alpha val="14000"/>
            </a:schemeClr>
          </a:solidFill>
          <a:ln w="508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C404902D-88C5-2D4A-D1A4-B9B971A5F2EF}"/>
              </a:ext>
            </a:extLst>
          </p:cNvPr>
          <p:cNvSpPr/>
          <p:nvPr/>
        </p:nvSpPr>
        <p:spPr>
          <a:xfrm>
            <a:off x="9328036" y="2874013"/>
            <a:ext cx="982280" cy="828675"/>
          </a:xfrm>
          <a:prstGeom prst="roundRect">
            <a:avLst/>
          </a:prstGeom>
          <a:solidFill>
            <a:schemeClr val="accent1">
              <a:lumMod val="60000"/>
              <a:lumOff val="40000"/>
              <a:alpha val="14000"/>
            </a:schemeClr>
          </a:solidFill>
          <a:ln w="508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848E3C6F-16FF-5FD5-0BCB-E11232175E29}"/>
              </a:ext>
            </a:extLst>
          </p:cNvPr>
          <p:cNvSpPr/>
          <p:nvPr/>
        </p:nvSpPr>
        <p:spPr>
          <a:xfrm>
            <a:off x="9328034" y="4245608"/>
            <a:ext cx="982280" cy="828675"/>
          </a:xfrm>
          <a:prstGeom prst="roundRect">
            <a:avLst/>
          </a:prstGeom>
          <a:solidFill>
            <a:schemeClr val="accent1">
              <a:lumMod val="60000"/>
              <a:lumOff val="40000"/>
              <a:alpha val="14000"/>
            </a:schemeClr>
          </a:solidFill>
          <a:ln w="508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E6E7D4A-E277-6544-B6AA-A226A44C33C7}"/>
              </a:ext>
            </a:extLst>
          </p:cNvPr>
          <p:cNvSpPr txBox="1"/>
          <p:nvPr/>
        </p:nvSpPr>
        <p:spPr>
          <a:xfrm>
            <a:off x="2655903" y="1364895"/>
            <a:ext cx="5357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52D1D89-B18B-2A8A-644A-DA725299AC23}"/>
              </a:ext>
            </a:extLst>
          </p:cNvPr>
          <p:cNvSpPr txBox="1"/>
          <p:nvPr/>
        </p:nvSpPr>
        <p:spPr>
          <a:xfrm>
            <a:off x="4654146" y="1364897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731AEF6-D0E4-6D7A-0577-8A0229B13D50}"/>
              </a:ext>
            </a:extLst>
          </p:cNvPr>
          <p:cNvSpPr txBox="1"/>
          <p:nvPr/>
        </p:nvSpPr>
        <p:spPr>
          <a:xfrm>
            <a:off x="7070406" y="1369365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614BA03-264B-4C59-54F6-70BAE9F2BD27}"/>
              </a:ext>
            </a:extLst>
          </p:cNvPr>
          <p:cNvSpPr txBox="1"/>
          <p:nvPr/>
        </p:nvSpPr>
        <p:spPr>
          <a:xfrm>
            <a:off x="2651094" y="4612618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A68BA63-C922-AC3B-D929-BBF59D890AD1}"/>
              </a:ext>
            </a:extLst>
          </p:cNvPr>
          <p:cNvSpPr txBox="1"/>
          <p:nvPr/>
        </p:nvSpPr>
        <p:spPr>
          <a:xfrm>
            <a:off x="4654146" y="4612621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1F1B403-1B3A-DE21-F36A-F998EC8F905C}"/>
              </a:ext>
            </a:extLst>
          </p:cNvPr>
          <p:cNvSpPr txBox="1"/>
          <p:nvPr/>
        </p:nvSpPr>
        <p:spPr>
          <a:xfrm>
            <a:off x="7070405" y="4612622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1F16851-04BC-1BBE-CF5C-A0EFCACFF6DF}"/>
              </a:ext>
            </a:extLst>
          </p:cNvPr>
          <p:cNvSpPr txBox="1"/>
          <p:nvPr/>
        </p:nvSpPr>
        <p:spPr>
          <a:xfrm>
            <a:off x="9548800" y="1700193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891D94C-E1B8-01B4-30B1-C42EA49DC4AA}"/>
              </a:ext>
            </a:extLst>
          </p:cNvPr>
          <p:cNvSpPr txBox="1"/>
          <p:nvPr/>
        </p:nvSpPr>
        <p:spPr>
          <a:xfrm>
            <a:off x="9548801" y="3057517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A3A4F24-D132-F9F0-2994-49F7295BEC2E}"/>
              </a:ext>
            </a:extLst>
          </p:cNvPr>
          <p:cNvSpPr txBox="1"/>
          <p:nvPr/>
        </p:nvSpPr>
        <p:spPr>
          <a:xfrm>
            <a:off x="9548800" y="4429112"/>
            <a:ext cx="5405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B9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EC729DC-BA22-22D9-4708-B4BB23B8D57F}"/>
              </a:ext>
            </a:extLst>
          </p:cNvPr>
          <p:cNvCxnSpPr>
            <a:stCxn id="27" idx="3"/>
            <a:endCxn id="29" idx="1"/>
          </p:cNvCxnSpPr>
          <p:nvPr/>
        </p:nvCxnSpPr>
        <p:spPr>
          <a:xfrm>
            <a:off x="3494009" y="1600199"/>
            <a:ext cx="889873" cy="1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0706B78-7FC5-3926-80FE-7287D3061F5E}"/>
              </a:ext>
            </a:extLst>
          </p:cNvPr>
          <p:cNvCxnSpPr>
            <a:cxnSpLocks/>
            <a:stCxn id="28" idx="3"/>
            <a:endCxn id="30" idx="1"/>
          </p:cNvCxnSpPr>
          <p:nvPr/>
        </p:nvCxnSpPr>
        <p:spPr>
          <a:xfrm>
            <a:off x="3474706" y="4843456"/>
            <a:ext cx="909175" cy="1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3DC4151-E1CD-0D72-7435-8D503399B7F0}"/>
              </a:ext>
            </a:extLst>
          </p:cNvPr>
          <p:cNvCxnSpPr>
            <a:cxnSpLocks/>
            <a:stCxn id="29" idx="3"/>
            <a:endCxn id="32" idx="1"/>
          </p:cNvCxnSpPr>
          <p:nvPr/>
        </p:nvCxnSpPr>
        <p:spPr>
          <a:xfrm flipV="1">
            <a:off x="5485764" y="1600199"/>
            <a:ext cx="1232934" cy="1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EACE2ED-E345-5794-56A6-0B54FACED28F}"/>
              </a:ext>
            </a:extLst>
          </p:cNvPr>
          <p:cNvCxnSpPr>
            <a:cxnSpLocks/>
            <a:stCxn id="32" idx="2"/>
            <a:endCxn id="31" idx="0"/>
          </p:cNvCxnSpPr>
          <p:nvPr/>
        </p:nvCxnSpPr>
        <p:spPr>
          <a:xfrm>
            <a:off x="7340674" y="2157411"/>
            <a:ext cx="4761" cy="2128832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E8CFA80-3FB7-7493-A007-717F08587A31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 flipV="1">
            <a:off x="5485763" y="4843456"/>
            <a:ext cx="1237696" cy="1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9F098807-EDA4-1429-6F2F-D9B0143ED04E}"/>
              </a:ext>
            </a:extLst>
          </p:cNvPr>
          <p:cNvCxnSpPr>
            <a:cxnSpLocks/>
            <a:stCxn id="29" idx="2"/>
            <a:endCxn id="30" idx="0"/>
          </p:cNvCxnSpPr>
          <p:nvPr/>
        </p:nvCxnSpPr>
        <p:spPr>
          <a:xfrm flipH="1">
            <a:off x="4934822" y="2157412"/>
            <a:ext cx="1" cy="2128832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F5B5697C-9BE1-4EAE-F27D-985D86DD7637}"/>
              </a:ext>
            </a:extLst>
          </p:cNvPr>
          <p:cNvCxnSpPr>
            <a:cxnSpLocks/>
            <a:stCxn id="27" idx="2"/>
            <a:endCxn id="28" idx="0"/>
          </p:cNvCxnSpPr>
          <p:nvPr/>
        </p:nvCxnSpPr>
        <p:spPr>
          <a:xfrm flipH="1">
            <a:off x="2923765" y="2157411"/>
            <a:ext cx="9652" cy="2128832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66551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EBE77-30C0-5B20-1E9A-3BE964E35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8" name="Group 137">
            <a:extLst>
              <a:ext uri="{FF2B5EF4-FFF2-40B4-BE49-F238E27FC236}">
                <a16:creationId xmlns:a16="http://schemas.microsoft.com/office/drawing/2014/main" id="{252892C3-7102-31E3-E7FD-21511D93D49B}"/>
              </a:ext>
            </a:extLst>
          </p:cNvPr>
          <p:cNvGrpSpPr/>
          <p:nvPr/>
        </p:nvGrpSpPr>
        <p:grpSpPr>
          <a:xfrm>
            <a:off x="-2107451" y="542351"/>
            <a:ext cx="18680649" cy="6495255"/>
            <a:chOff x="-2107451" y="542351"/>
            <a:chExt cx="18680649" cy="6495255"/>
          </a:xfrm>
        </p:grpSpPr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5A3D4948-6540-3BE4-0223-A2B3A2AAF9B4}"/>
                </a:ext>
              </a:extLst>
            </p:cNvPr>
            <p:cNvSpPr/>
            <p:nvPr/>
          </p:nvSpPr>
          <p:spPr>
            <a:xfrm>
              <a:off x="3846199" y="1538877"/>
              <a:ext cx="4529099" cy="630201"/>
            </a:xfrm>
            <a:prstGeom prst="roundRect">
              <a:avLst>
                <a:gd name="adj" fmla="val 50000"/>
              </a:avLst>
            </a:prstGeom>
            <a:solidFill>
              <a:schemeClr val="tx1">
                <a:alpha val="5000"/>
              </a:schemeClr>
            </a:solidFill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Q-learning Run (Trial 1)</a:t>
              </a:r>
            </a:p>
          </p:txBody>
        </p:sp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0B01D2B7-E1FB-48F0-119D-DB13DDDCE7AA}"/>
                </a:ext>
              </a:extLst>
            </p:cNvPr>
            <p:cNvSpPr/>
            <p:nvPr/>
          </p:nvSpPr>
          <p:spPr>
            <a:xfrm>
              <a:off x="3846199" y="2407373"/>
              <a:ext cx="4529099" cy="630201"/>
            </a:xfrm>
            <a:prstGeom prst="roundRect">
              <a:avLst>
                <a:gd name="adj" fmla="val 50000"/>
              </a:avLst>
            </a:prstGeom>
            <a:solidFill>
              <a:schemeClr val="tx1">
                <a:alpha val="5000"/>
              </a:schemeClr>
            </a:solidFill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Q-learning Run (Trial 2)</a:t>
              </a:r>
            </a:p>
          </p:txBody>
        </p:sp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1E2C0CB7-3EF0-BEC2-018A-2672FB8FDEC8}"/>
                </a:ext>
              </a:extLst>
            </p:cNvPr>
            <p:cNvSpPr/>
            <p:nvPr/>
          </p:nvSpPr>
          <p:spPr>
            <a:xfrm>
              <a:off x="3846199" y="3275869"/>
              <a:ext cx="4529099" cy="630201"/>
            </a:xfrm>
            <a:prstGeom prst="roundRect">
              <a:avLst>
                <a:gd name="adj" fmla="val 50000"/>
              </a:avLst>
            </a:prstGeom>
            <a:solidFill>
              <a:schemeClr val="tx1">
                <a:alpha val="5000"/>
              </a:schemeClr>
            </a:solidFill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Q-learning Run (Trial 3)</a:t>
              </a:r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0842825A-4A5C-46F3-FF5C-CB85630F2F59}"/>
                </a:ext>
              </a:extLst>
            </p:cNvPr>
            <p:cNvSpPr/>
            <p:nvPr/>
          </p:nvSpPr>
          <p:spPr>
            <a:xfrm>
              <a:off x="3846197" y="5201289"/>
              <a:ext cx="4529099" cy="630201"/>
            </a:xfrm>
            <a:prstGeom prst="roundRect">
              <a:avLst>
                <a:gd name="adj" fmla="val 50000"/>
              </a:avLst>
            </a:prstGeom>
            <a:solidFill>
              <a:schemeClr val="tx1">
                <a:alpha val="5000"/>
              </a:schemeClr>
            </a:solidFill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Q-learning Run (Trial N)</a:t>
              </a: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C4D8587E-7E3D-471C-5550-1C5CC78AF7BF}"/>
                </a:ext>
              </a:extLst>
            </p:cNvPr>
            <p:cNvSpPr/>
            <p:nvPr/>
          </p:nvSpPr>
          <p:spPr>
            <a:xfrm>
              <a:off x="617005" y="2509378"/>
              <a:ext cx="1733320" cy="2163182"/>
            </a:xfrm>
            <a:prstGeom prst="roundRect">
              <a:avLst>
                <a:gd name="adj" fmla="val 50000"/>
              </a:avLst>
            </a:prstGeom>
            <a:solidFill>
              <a:schemeClr val="tx1">
                <a:alpha val="5000"/>
              </a:schemeClr>
            </a:solidFill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Initialise</a:t>
              </a:r>
              <a:r>
                <a:rPr lang="en-US" dirty="0">
                  <a:solidFill>
                    <a:schemeClr val="tx1"/>
                  </a:solidFill>
                </a:rPr>
                <a:t> Q-values 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974C4A6E-E954-52B6-83C9-E16E390C4647}"/>
                </a:ext>
              </a:extLst>
            </p:cNvPr>
            <p:cNvSpPr/>
            <p:nvPr/>
          </p:nvSpPr>
          <p:spPr>
            <a:xfrm>
              <a:off x="9871172" y="2509378"/>
              <a:ext cx="1733320" cy="2163182"/>
            </a:xfrm>
            <a:prstGeom prst="roundRect">
              <a:avLst>
                <a:gd name="adj" fmla="val 50000"/>
              </a:avLst>
            </a:prstGeom>
            <a:solidFill>
              <a:schemeClr val="tx1">
                <a:alpha val="5000"/>
              </a:schemeClr>
            </a:solidFill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Combine Q-values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9BA6AA1E-3ACC-D0F1-B73E-04458C566F85}"/>
                </a:ext>
              </a:extLst>
            </p:cNvPr>
            <p:cNvSpPr/>
            <p:nvPr/>
          </p:nvSpPr>
          <p:spPr>
            <a:xfrm>
              <a:off x="2229139" y="3527162"/>
              <a:ext cx="121186" cy="127613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F503C4E6-B51D-C75C-4F8F-8EA29B56C7F1}"/>
                </a:ext>
              </a:extLst>
            </p:cNvPr>
            <p:cNvSpPr/>
            <p:nvPr/>
          </p:nvSpPr>
          <p:spPr>
            <a:xfrm>
              <a:off x="2229139" y="3360907"/>
              <a:ext cx="121186" cy="127613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60FCBD5F-83CF-5273-09FA-3D488C28384F}"/>
                </a:ext>
              </a:extLst>
            </p:cNvPr>
            <p:cNvSpPr/>
            <p:nvPr/>
          </p:nvSpPr>
          <p:spPr>
            <a:xfrm>
              <a:off x="2229139" y="3194652"/>
              <a:ext cx="121186" cy="127613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81CA5405-7390-5734-DB7A-DA362BB59C54}"/>
                </a:ext>
              </a:extLst>
            </p:cNvPr>
            <p:cNvSpPr/>
            <p:nvPr/>
          </p:nvSpPr>
          <p:spPr>
            <a:xfrm>
              <a:off x="2229139" y="3693417"/>
              <a:ext cx="121186" cy="127613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609AC17E-A531-8E12-A7D2-D1400EBDB5A2}"/>
                </a:ext>
              </a:extLst>
            </p:cNvPr>
            <p:cNvSpPr/>
            <p:nvPr/>
          </p:nvSpPr>
          <p:spPr>
            <a:xfrm>
              <a:off x="2229139" y="3859672"/>
              <a:ext cx="121186" cy="127613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Curved Connector 24">
              <a:extLst>
                <a:ext uri="{FF2B5EF4-FFF2-40B4-BE49-F238E27FC236}">
                  <a16:creationId xmlns:a16="http://schemas.microsoft.com/office/drawing/2014/main" id="{810AA933-1E94-E208-3997-F3C47F45BBED}"/>
                </a:ext>
              </a:extLst>
            </p:cNvPr>
            <p:cNvCxnSpPr>
              <a:cxnSpLocks/>
              <a:stCxn id="21" idx="6"/>
              <a:endCxn id="27" idx="1"/>
            </p:cNvCxnSpPr>
            <p:nvPr/>
          </p:nvCxnSpPr>
          <p:spPr>
            <a:xfrm flipV="1">
              <a:off x="2350325" y="1853978"/>
              <a:ext cx="1495874" cy="1404481"/>
            </a:xfrm>
            <a:prstGeom prst="curvedConnector3">
              <a:avLst/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urved Connector 46">
              <a:extLst>
                <a:ext uri="{FF2B5EF4-FFF2-40B4-BE49-F238E27FC236}">
                  <a16:creationId xmlns:a16="http://schemas.microsoft.com/office/drawing/2014/main" id="{1AC11EB6-9E1E-3AE5-FF59-B840FB7C704E}"/>
                </a:ext>
              </a:extLst>
            </p:cNvPr>
            <p:cNvCxnSpPr>
              <a:cxnSpLocks/>
              <a:stCxn id="20" idx="6"/>
              <a:endCxn id="2" idx="1"/>
            </p:cNvCxnSpPr>
            <p:nvPr/>
          </p:nvCxnSpPr>
          <p:spPr>
            <a:xfrm flipV="1">
              <a:off x="2350325" y="2722474"/>
              <a:ext cx="1495874" cy="702240"/>
            </a:xfrm>
            <a:prstGeom prst="curvedConnector3">
              <a:avLst/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urved Connector 49">
              <a:extLst>
                <a:ext uri="{FF2B5EF4-FFF2-40B4-BE49-F238E27FC236}">
                  <a16:creationId xmlns:a16="http://schemas.microsoft.com/office/drawing/2014/main" id="{ECE467B1-8D7B-742F-CFF5-7990618220CB}"/>
                </a:ext>
              </a:extLst>
            </p:cNvPr>
            <p:cNvCxnSpPr>
              <a:cxnSpLocks/>
              <a:stCxn id="19" idx="6"/>
              <a:endCxn id="3" idx="1"/>
            </p:cNvCxnSpPr>
            <p:nvPr/>
          </p:nvCxnSpPr>
          <p:spPr>
            <a:xfrm>
              <a:off x="2350325" y="3590969"/>
              <a:ext cx="1495874" cy="1"/>
            </a:xfrm>
            <a:prstGeom prst="curvedConnector3">
              <a:avLst/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urved Connector 52">
              <a:extLst>
                <a:ext uri="{FF2B5EF4-FFF2-40B4-BE49-F238E27FC236}">
                  <a16:creationId xmlns:a16="http://schemas.microsoft.com/office/drawing/2014/main" id="{F992F059-3A78-FEF1-0600-F8A688D01EDA}"/>
                </a:ext>
              </a:extLst>
            </p:cNvPr>
            <p:cNvCxnSpPr>
              <a:cxnSpLocks/>
              <a:stCxn id="23" idx="6"/>
              <a:endCxn id="4" idx="1"/>
            </p:cNvCxnSpPr>
            <p:nvPr/>
          </p:nvCxnSpPr>
          <p:spPr>
            <a:xfrm>
              <a:off x="2350325" y="3923479"/>
              <a:ext cx="1495872" cy="1592911"/>
            </a:xfrm>
            <a:prstGeom prst="curvedConnector3">
              <a:avLst>
                <a:gd name="adj1" fmla="val 50000"/>
              </a:avLst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urved Connector 58">
              <a:extLst>
                <a:ext uri="{FF2B5EF4-FFF2-40B4-BE49-F238E27FC236}">
                  <a16:creationId xmlns:a16="http://schemas.microsoft.com/office/drawing/2014/main" id="{8F583267-CA37-1EE8-73FA-CFBAD90443A5}"/>
                </a:ext>
              </a:extLst>
            </p:cNvPr>
            <p:cNvCxnSpPr>
              <a:cxnSpLocks/>
              <a:stCxn id="22" idx="6"/>
            </p:cNvCxnSpPr>
            <p:nvPr/>
          </p:nvCxnSpPr>
          <p:spPr>
            <a:xfrm>
              <a:off x="2350325" y="3757224"/>
              <a:ext cx="1495873" cy="796456"/>
            </a:xfrm>
            <a:prstGeom prst="curvedConnector3">
              <a:avLst>
                <a:gd name="adj1" fmla="val 50000"/>
              </a:avLst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C24AE7C2-820C-A172-A508-DEC48E937AEE}"/>
                </a:ext>
              </a:extLst>
            </p:cNvPr>
            <p:cNvSpPr/>
            <p:nvPr/>
          </p:nvSpPr>
          <p:spPr>
            <a:xfrm>
              <a:off x="9871170" y="3527162"/>
              <a:ext cx="121186" cy="127613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B3C00BED-EC99-6EB0-9825-483934BC5A51}"/>
                </a:ext>
              </a:extLst>
            </p:cNvPr>
            <p:cNvSpPr/>
            <p:nvPr/>
          </p:nvSpPr>
          <p:spPr>
            <a:xfrm>
              <a:off x="9871170" y="3360907"/>
              <a:ext cx="121186" cy="127613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D2C1D03F-8377-7928-95EE-110A29677235}"/>
                </a:ext>
              </a:extLst>
            </p:cNvPr>
            <p:cNvSpPr/>
            <p:nvPr/>
          </p:nvSpPr>
          <p:spPr>
            <a:xfrm>
              <a:off x="9871170" y="3194652"/>
              <a:ext cx="121186" cy="127613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A38E33BD-FA8C-96CF-6122-8CC7EF25DD16}"/>
                </a:ext>
              </a:extLst>
            </p:cNvPr>
            <p:cNvSpPr/>
            <p:nvPr/>
          </p:nvSpPr>
          <p:spPr>
            <a:xfrm>
              <a:off x="9871170" y="3693417"/>
              <a:ext cx="121186" cy="127613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0E4180A8-63F5-3E9C-DAB6-12D5903CD444}"/>
                </a:ext>
              </a:extLst>
            </p:cNvPr>
            <p:cNvSpPr/>
            <p:nvPr/>
          </p:nvSpPr>
          <p:spPr>
            <a:xfrm>
              <a:off x="9871170" y="3859672"/>
              <a:ext cx="121186" cy="127613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2" name="Curved Connector 71">
              <a:extLst>
                <a:ext uri="{FF2B5EF4-FFF2-40B4-BE49-F238E27FC236}">
                  <a16:creationId xmlns:a16="http://schemas.microsoft.com/office/drawing/2014/main" id="{D4B3528C-8E59-7859-D76B-3480A1D44211}"/>
                </a:ext>
              </a:extLst>
            </p:cNvPr>
            <p:cNvCxnSpPr>
              <a:cxnSpLocks/>
              <a:stCxn id="27" idx="3"/>
              <a:endCxn id="69" idx="2"/>
            </p:cNvCxnSpPr>
            <p:nvPr/>
          </p:nvCxnSpPr>
          <p:spPr>
            <a:xfrm>
              <a:off x="8375298" y="1853978"/>
              <a:ext cx="1495872" cy="1404481"/>
            </a:xfrm>
            <a:prstGeom prst="curvedConnector3">
              <a:avLst/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urved Connector 74">
              <a:extLst>
                <a:ext uri="{FF2B5EF4-FFF2-40B4-BE49-F238E27FC236}">
                  <a16:creationId xmlns:a16="http://schemas.microsoft.com/office/drawing/2014/main" id="{363EF6CB-581D-5B7E-E167-4103D8FE2439}"/>
                </a:ext>
              </a:extLst>
            </p:cNvPr>
            <p:cNvCxnSpPr>
              <a:cxnSpLocks/>
              <a:stCxn id="2" idx="3"/>
              <a:endCxn id="68" idx="2"/>
            </p:cNvCxnSpPr>
            <p:nvPr/>
          </p:nvCxnSpPr>
          <p:spPr>
            <a:xfrm>
              <a:off x="8375298" y="2722474"/>
              <a:ext cx="1495872" cy="702240"/>
            </a:xfrm>
            <a:prstGeom prst="curvedConnector3">
              <a:avLst/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urved Connector 77">
              <a:extLst>
                <a:ext uri="{FF2B5EF4-FFF2-40B4-BE49-F238E27FC236}">
                  <a16:creationId xmlns:a16="http://schemas.microsoft.com/office/drawing/2014/main" id="{42FCE940-D2B5-C679-E352-FCB4821AFDDD}"/>
                </a:ext>
              </a:extLst>
            </p:cNvPr>
            <p:cNvCxnSpPr>
              <a:cxnSpLocks/>
              <a:stCxn id="3" idx="3"/>
              <a:endCxn id="67" idx="2"/>
            </p:cNvCxnSpPr>
            <p:nvPr/>
          </p:nvCxnSpPr>
          <p:spPr>
            <a:xfrm flipV="1">
              <a:off x="8375298" y="3590969"/>
              <a:ext cx="1495872" cy="1"/>
            </a:xfrm>
            <a:prstGeom prst="curvedConnector3">
              <a:avLst/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urved Connector 80">
              <a:extLst>
                <a:ext uri="{FF2B5EF4-FFF2-40B4-BE49-F238E27FC236}">
                  <a16:creationId xmlns:a16="http://schemas.microsoft.com/office/drawing/2014/main" id="{7D651BFD-6194-2FC6-C175-68301A74B032}"/>
                </a:ext>
              </a:extLst>
            </p:cNvPr>
            <p:cNvCxnSpPr>
              <a:cxnSpLocks/>
              <a:endCxn id="70" idx="2"/>
            </p:cNvCxnSpPr>
            <p:nvPr/>
          </p:nvCxnSpPr>
          <p:spPr>
            <a:xfrm flipV="1">
              <a:off x="8375297" y="3757224"/>
              <a:ext cx="1495873" cy="796456"/>
            </a:xfrm>
            <a:prstGeom prst="curvedConnector3">
              <a:avLst/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urved Connector 83">
              <a:extLst>
                <a:ext uri="{FF2B5EF4-FFF2-40B4-BE49-F238E27FC236}">
                  <a16:creationId xmlns:a16="http://schemas.microsoft.com/office/drawing/2014/main" id="{9EC46E83-2D9A-FCB8-BEC7-188C2F21551E}"/>
                </a:ext>
              </a:extLst>
            </p:cNvPr>
            <p:cNvCxnSpPr>
              <a:cxnSpLocks/>
              <a:stCxn id="4" idx="3"/>
              <a:endCxn id="71" idx="2"/>
            </p:cNvCxnSpPr>
            <p:nvPr/>
          </p:nvCxnSpPr>
          <p:spPr>
            <a:xfrm flipV="1">
              <a:off x="8375296" y="3923479"/>
              <a:ext cx="1495874" cy="1592911"/>
            </a:xfrm>
            <a:prstGeom prst="curvedConnector3">
              <a:avLst>
                <a:gd name="adj1" fmla="val 50000"/>
              </a:avLst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F85E74C5-7CFF-0227-8220-41122AADBAEA}"/>
                </a:ext>
              </a:extLst>
            </p:cNvPr>
            <p:cNvSpPr txBox="1"/>
            <p:nvPr/>
          </p:nvSpPr>
          <p:spPr>
            <a:xfrm rot="5400000">
              <a:off x="5809614" y="4177664"/>
              <a:ext cx="646331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400" dirty="0"/>
                <a:t>…</a:t>
              </a:r>
            </a:p>
          </p:txBody>
        </p:sp>
        <p:sp>
          <p:nvSpPr>
            <p:cNvPr id="98" name="Rounded Rectangle 97">
              <a:extLst>
                <a:ext uri="{FF2B5EF4-FFF2-40B4-BE49-F238E27FC236}">
                  <a16:creationId xmlns:a16="http://schemas.microsoft.com/office/drawing/2014/main" id="{59BE7DD1-8233-E3AB-9F8B-75737BE7B743}"/>
                </a:ext>
              </a:extLst>
            </p:cNvPr>
            <p:cNvSpPr/>
            <p:nvPr/>
          </p:nvSpPr>
          <p:spPr>
            <a:xfrm>
              <a:off x="3831450" y="542351"/>
              <a:ext cx="4529099" cy="630201"/>
            </a:xfrm>
            <a:prstGeom prst="roundRect">
              <a:avLst>
                <a:gd name="adj" fmla="val 50000"/>
              </a:avLst>
            </a:prstGeom>
            <a:noFill/>
            <a:ln w="317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u="sng" dirty="0">
                  <a:solidFill>
                    <a:schemeClr val="tx1"/>
                  </a:solidFill>
                </a:rPr>
                <a:t>Stage m</a:t>
              </a:r>
            </a:p>
          </p:txBody>
        </p:sp>
        <p:sp>
          <p:nvSpPr>
            <p:cNvPr id="100" name="Rounded Rectangle 99">
              <a:extLst>
                <a:ext uri="{FF2B5EF4-FFF2-40B4-BE49-F238E27FC236}">
                  <a16:creationId xmlns:a16="http://schemas.microsoft.com/office/drawing/2014/main" id="{455B73F4-CE3B-81EF-A52C-1014347832C6}"/>
                </a:ext>
              </a:extLst>
            </p:cNvPr>
            <p:cNvSpPr/>
            <p:nvPr/>
          </p:nvSpPr>
          <p:spPr>
            <a:xfrm>
              <a:off x="-2107451" y="2509377"/>
              <a:ext cx="1733320" cy="2163182"/>
            </a:xfrm>
            <a:prstGeom prst="roundRect">
              <a:avLst>
                <a:gd name="adj" fmla="val 50000"/>
              </a:avLst>
            </a:prstGeom>
            <a:solidFill>
              <a:schemeClr val="tx1">
                <a:alpha val="5000"/>
              </a:schemeClr>
            </a:solidFill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Start</a:t>
              </a:r>
            </a:p>
          </p:txBody>
        </p:sp>
        <p:cxnSp>
          <p:nvCxnSpPr>
            <p:cNvPr id="101" name="Curved Connector 100">
              <a:extLst>
                <a:ext uri="{FF2B5EF4-FFF2-40B4-BE49-F238E27FC236}">
                  <a16:creationId xmlns:a16="http://schemas.microsoft.com/office/drawing/2014/main" id="{41E494BB-86FF-48DF-0A84-5B892DD7249E}"/>
                </a:ext>
              </a:extLst>
            </p:cNvPr>
            <p:cNvCxnSpPr>
              <a:cxnSpLocks/>
              <a:stCxn id="100" idx="3"/>
              <a:endCxn id="5" idx="1"/>
            </p:cNvCxnSpPr>
            <p:nvPr/>
          </p:nvCxnSpPr>
          <p:spPr>
            <a:xfrm>
              <a:off x="-374131" y="3590968"/>
              <a:ext cx="991136" cy="1"/>
            </a:xfrm>
            <a:prstGeom prst="curvedConnector3">
              <a:avLst>
                <a:gd name="adj1" fmla="val 50000"/>
              </a:avLst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Rounded Rectangle 104">
              <a:extLst>
                <a:ext uri="{FF2B5EF4-FFF2-40B4-BE49-F238E27FC236}">
                  <a16:creationId xmlns:a16="http://schemas.microsoft.com/office/drawing/2014/main" id="{980C1B93-5194-6DC4-4A02-100766C62FFC}"/>
                </a:ext>
              </a:extLst>
            </p:cNvPr>
            <p:cNvSpPr/>
            <p:nvPr/>
          </p:nvSpPr>
          <p:spPr>
            <a:xfrm>
              <a:off x="14839878" y="2509377"/>
              <a:ext cx="1733320" cy="2163182"/>
            </a:xfrm>
            <a:prstGeom prst="roundRect">
              <a:avLst>
                <a:gd name="adj" fmla="val 50000"/>
              </a:avLst>
            </a:prstGeom>
            <a:solidFill>
              <a:schemeClr val="tx1">
                <a:alpha val="5000"/>
              </a:schemeClr>
            </a:solidFill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End</a:t>
              </a:r>
            </a:p>
          </p:txBody>
        </p:sp>
        <p:cxnSp>
          <p:nvCxnSpPr>
            <p:cNvPr id="106" name="Curved Connector 105">
              <a:extLst>
                <a:ext uri="{FF2B5EF4-FFF2-40B4-BE49-F238E27FC236}">
                  <a16:creationId xmlns:a16="http://schemas.microsoft.com/office/drawing/2014/main" id="{87B6BE67-06E6-F364-D66F-E6E51F5073ED}"/>
                </a:ext>
              </a:extLst>
            </p:cNvPr>
            <p:cNvCxnSpPr>
              <a:cxnSpLocks/>
              <a:stCxn id="6" idx="3"/>
              <a:endCxn id="117" idx="1"/>
            </p:cNvCxnSpPr>
            <p:nvPr/>
          </p:nvCxnSpPr>
          <p:spPr>
            <a:xfrm flipV="1">
              <a:off x="11604492" y="3584768"/>
              <a:ext cx="751033" cy="6201"/>
            </a:xfrm>
            <a:prstGeom prst="curvedConnector3">
              <a:avLst>
                <a:gd name="adj1" fmla="val 50000"/>
              </a:avLst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Curved Connector 109">
              <a:extLst>
                <a:ext uri="{FF2B5EF4-FFF2-40B4-BE49-F238E27FC236}">
                  <a16:creationId xmlns:a16="http://schemas.microsoft.com/office/drawing/2014/main" id="{3C9B37AE-7320-412F-6470-C1AFB6E25CA3}"/>
                </a:ext>
              </a:extLst>
            </p:cNvPr>
            <p:cNvCxnSpPr>
              <a:cxnSpLocks/>
              <a:stCxn id="117" idx="3"/>
              <a:endCxn id="105" idx="1"/>
            </p:cNvCxnSpPr>
            <p:nvPr/>
          </p:nvCxnSpPr>
          <p:spPr>
            <a:xfrm>
              <a:off x="14088845" y="3584768"/>
              <a:ext cx="751033" cy="6200"/>
            </a:xfrm>
            <a:prstGeom prst="curvedConnector3">
              <a:avLst>
                <a:gd name="adj1" fmla="val 50000"/>
              </a:avLst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urved Connector 112">
              <a:extLst>
                <a:ext uri="{FF2B5EF4-FFF2-40B4-BE49-F238E27FC236}">
                  <a16:creationId xmlns:a16="http://schemas.microsoft.com/office/drawing/2014/main" id="{39FDEE20-BCF2-C1BA-4483-51020F95094A}"/>
                </a:ext>
              </a:extLst>
            </p:cNvPr>
            <p:cNvCxnSpPr>
              <a:cxnSpLocks/>
              <a:stCxn id="117" idx="2"/>
              <a:endCxn id="124" idx="3"/>
            </p:cNvCxnSpPr>
            <p:nvPr/>
          </p:nvCxnSpPr>
          <p:spPr>
            <a:xfrm rot="5400000">
              <a:off x="6614570" y="112901"/>
              <a:ext cx="2642506" cy="10572725"/>
            </a:xfrm>
            <a:prstGeom prst="curvedConnector2">
              <a:avLst/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7" name="Decision 116">
              <a:extLst>
                <a:ext uri="{FF2B5EF4-FFF2-40B4-BE49-F238E27FC236}">
                  <a16:creationId xmlns:a16="http://schemas.microsoft.com/office/drawing/2014/main" id="{0C121FD1-B3C5-7FAA-A38F-52CD865F3F52}"/>
                </a:ext>
              </a:extLst>
            </p:cNvPr>
            <p:cNvSpPr/>
            <p:nvPr/>
          </p:nvSpPr>
          <p:spPr>
            <a:xfrm>
              <a:off x="12355525" y="3091525"/>
              <a:ext cx="1733320" cy="986485"/>
            </a:xfrm>
            <a:prstGeom prst="flowChartDecision">
              <a:avLst/>
            </a:prstGeom>
            <a:solidFill>
              <a:schemeClr val="tx1">
                <a:alpha val="5000"/>
              </a:schemeClr>
            </a:solidFill>
            <a:ln w="317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m= M?</a:t>
              </a:r>
            </a:p>
          </p:txBody>
        </p:sp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63099621-CB18-67E9-CF92-BE49CF94A000}"/>
                </a:ext>
              </a:extLst>
            </p:cNvPr>
            <p:cNvSpPr/>
            <p:nvPr/>
          </p:nvSpPr>
          <p:spPr>
            <a:xfrm>
              <a:off x="317871" y="6403425"/>
              <a:ext cx="2331589" cy="634181"/>
            </a:xfrm>
            <a:prstGeom prst="rect">
              <a:avLst/>
            </a:prstGeom>
            <a:solidFill>
              <a:schemeClr val="tx1">
                <a:alpha val="5000"/>
              </a:schemeClr>
            </a:solidFill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Increase m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Increase </a:t>
              </a:r>
              <a:r>
                <a:rPr lang="en-US" dirty="0" err="1">
                  <a:solidFill>
                    <a:schemeClr val="tx1"/>
                  </a:solidFill>
                </a:rPr>
                <a:t>ε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27" name="Curved Connector 126">
              <a:extLst>
                <a:ext uri="{FF2B5EF4-FFF2-40B4-BE49-F238E27FC236}">
                  <a16:creationId xmlns:a16="http://schemas.microsoft.com/office/drawing/2014/main" id="{8A5996EC-7003-4DE0-FBD5-C2EB26BBC320}"/>
                </a:ext>
              </a:extLst>
            </p:cNvPr>
            <p:cNvCxnSpPr>
              <a:cxnSpLocks/>
              <a:stCxn id="124" idx="0"/>
              <a:endCxn id="5" idx="2"/>
            </p:cNvCxnSpPr>
            <p:nvPr/>
          </p:nvCxnSpPr>
          <p:spPr>
            <a:xfrm rot="16200000" flipV="1">
              <a:off x="618234" y="5537992"/>
              <a:ext cx="1730865" cy="1"/>
            </a:xfrm>
            <a:prstGeom prst="curvedConnector3">
              <a:avLst>
                <a:gd name="adj1" fmla="val 50000"/>
              </a:avLst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383292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</TotalTime>
  <Words>305</Words>
  <Application>Microsoft Macintosh PowerPoint</Application>
  <PresentationFormat>Widescreen</PresentationFormat>
  <Paragraphs>142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Geraint Palmer</dc:creator>
  <cp:lastModifiedBy>Geraint Palmer-Liyu</cp:lastModifiedBy>
  <cp:revision>10</cp:revision>
  <dcterms:created xsi:type="dcterms:W3CDTF">2026-01-02T13:42:42Z</dcterms:created>
  <dcterms:modified xsi:type="dcterms:W3CDTF">2026-04-14T16:23:09Z</dcterms:modified>
</cp:coreProperties>
</file>