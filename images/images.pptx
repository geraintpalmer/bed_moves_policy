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1"/>
    <p:restoredTop sz="95373"/>
  </p:normalViewPr>
  <p:slideViewPr>
    <p:cSldViewPr snapToGrid="0">
      <p:cViewPr varScale="1">
        <p:scale>
          <a:sx n="120" d="100"/>
          <a:sy n="120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2B31F-4ABA-274F-9BB4-DA3A6583FDB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CF21E-4684-E148-81FF-D3B1FD823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9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2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45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BEB6-1903-B4BF-7D57-D57AD1BE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F4B89-E594-C0FC-FCED-F7DEFB010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BA25C-9143-3D7E-9E54-E5C421F14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D8E3-4891-3E7D-DA0C-F42A0ADBE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13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0938-ECDA-DF2D-2F76-A82DEB32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6E0C7-AE41-3D7A-01BA-1B0CC9DF4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AD15E-E199-93B6-8FF2-8D4384C45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D4DFC-A1A4-5BE0-B3F5-1EE70B715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28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C26B-C74D-A35E-558B-667997C54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6493E-B057-C753-3ED7-4A227D4F5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515E2-DF84-2EEF-4C1A-BEBF916C8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C50B0-AA21-29D4-9D95-AF07C06AB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CF21E-4684-E148-81FF-D3B1FD8233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2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1A8D-D696-EF9C-8F06-0A8D9C243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D16CD-B70F-11D4-89A6-091E3163C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B8FCB-50D9-7989-4CA9-320224CB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8B13B-14E0-D221-03A3-0397EC7F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149A2-F437-4783-C7C3-B95956F0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818B-5548-7E24-036F-E23D3BD4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DD69A-43C7-432A-DDDB-3B7AA4C5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3D89-ED50-BCF9-32C0-4C98EF1D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BE691-8621-C853-DBDE-EE6060B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6B411-A161-2B15-86D1-C94B6A9E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2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E381-FB6B-C089-70EE-B1AC7F50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3EE49-719D-B3C7-1818-D473656D1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15899-AE74-B8C8-DC17-3ED3FD263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516C6-7B13-18D2-8E57-4D93DF5D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79158-3DCD-3218-79F3-D23476C2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0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1F40-A67E-F86C-49A9-CECEAFAE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66D6-A434-553C-738C-B6BF1ACF2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F59A0-6427-42B9-0A20-5E020D87E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EB3E3-8932-72A2-66A0-000E29AC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F176D-528C-7ECC-4DE2-51F160AC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6DB67-A82C-2E46-92E4-E4DB72D3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7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3D763-CD4C-F3FB-9546-AA421249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01E91-F4FF-C299-EBA3-E1572501F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9DC51-BCA6-6CD7-682C-A29A513BA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D3B09-995D-B778-CAB8-85C2F9393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8EDE3-D45B-DB9A-D7A7-0FA172209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B4189-5C09-9C34-A399-844CBC06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2403E-D77F-BC81-1559-E4CE4F15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394A52-BD46-071F-9E37-2AFD4C70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9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9A0E-4C2B-5B8F-3590-98267063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5ADB1-4E2C-E95E-9D44-ADC5E3EA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6372D-19B3-9300-B7CD-14DD0C9B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73962-A2F1-07E3-8BD1-EA58D3D7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0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C3CD5-4DE6-A7F0-E313-00D421EE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FB4C6E-C816-99F5-1CEB-8B0E741B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7523F-352A-152B-3D1D-8CB16BB7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92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CB57-EFF4-ACD9-6F91-06E57E75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FEC1-23CB-9BDF-C6DF-93153CCD4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B46EB-98F8-C9D1-C324-A44493DE7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F1315-5B4D-A5ED-5489-98E1BBE1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03DCF-AAB3-7DA8-4E05-86E3E87E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90D20-B882-8877-E8B2-17BE2352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7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E7B7-5A23-F1D8-EC65-42881F3A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79E5A-B59F-0426-5727-4C8CF8CFD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B8AE0-924E-186C-9D19-F3BE8C5C4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866BD-3676-249F-73A2-4DBFB639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8AF8D-4F4D-6AEE-0318-822D16391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6311D-7CB4-ABFB-8F7A-C900D775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4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414B-2529-6862-101C-AABF76E1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E4AD1-3605-EDA5-3568-0462876FE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58B89-2B8A-BB59-5C35-D5439DD8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99AF7-9A9F-6831-D420-DAD8538E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16AA-CCD8-714C-D24F-DCF5FD23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9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19015-264A-E71A-485C-E07287E2A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A2023-B8A0-0210-35D4-610913E0D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9F777-B425-0F2C-CB80-D86086C1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BB2E9-1BC3-F9C0-00E8-95B66DA1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0F3C2-FE45-6064-B77D-3E49A351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4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A3D5A-86A7-A811-C554-D74390A6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BCBF3-449C-5721-586B-3FBC495E5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D3C1-F288-4921-EE49-0C8110C18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21F05F-ACFB-0C4D-9827-53BE568178E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4BCDE-7008-1DC7-756D-C92075EAF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DE614-DC7F-0B67-FEDA-4C8FA7ADE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3C920-B10E-EF47-AB7E-9216FA321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6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2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47018BF0-45B9-3C06-2ADE-5C73BF066500}"/>
              </a:ext>
            </a:extLst>
          </p:cNvPr>
          <p:cNvGrpSpPr/>
          <p:nvPr/>
        </p:nvGrpSpPr>
        <p:grpSpPr>
          <a:xfrm>
            <a:off x="225912" y="649363"/>
            <a:ext cx="14891756" cy="5751433"/>
            <a:chOff x="225912" y="649363"/>
            <a:chExt cx="14891756" cy="5751433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21C98AAB-6CA6-20DB-A41F-3B1994D7723E}"/>
                </a:ext>
              </a:extLst>
            </p:cNvPr>
            <p:cNvSpPr/>
            <p:nvPr/>
          </p:nvSpPr>
          <p:spPr>
            <a:xfrm>
              <a:off x="6241624" y="1172581"/>
              <a:ext cx="2667896" cy="740158"/>
            </a:xfrm>
            <a:prstGeom prst="roundRect">
              <a:avLst>
                <a:gd name="adj" fmla="val 12460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C95A054-F441-EF31-B0FE-A824E31CF48E}"/>
                </a:ext>
              </a:extLst>
            </p:cNvPr>
            <p:cNvSpPr/>
            <p:nvPr/>
          </p:nvSpPr>
          <p:spPr>
            <a:xfrm>
              <a:off x="9249480" y="1158429"/>
              <a:ext cx="2667896" cy="740158"/>
            </a:xfrm>
            <a:prstGeom prst="roundRect">
              <a:avLst>
                <a:gd name="adj" fmla="val 12460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C0A9E794-92D6-58C9-F037-AC37A9A59019}"/>
                </a:ext>
              </a:extLst>
            </p:cNvPr>
            <p:cNvSpPr/>
            <p:nvPr/>
          </p:nvSpPr>
          <p:spPr>
            <a:xfrm>
              <a:off x="3239846" y="2073805"/>
              <a:ext cx="2667896" cy="740158"/>
            </a:xfrm>
            <a:prstGeom prst="roundRect">
              <a:avLst>
                <a:gd name="adj" fmla="val 10876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B45577F-E9D8-9955-87C6-8CDD356067F0}"/>
                </a:ext>
              </a:extLst>
            </p:cNvPr>
            <p:cNvSpPr/>
            <p:nvPr/>
          </p:nvSpPr>
          <p:spPr>
            <a:xfrm>
              <a:off x="3233768" y="1172581"/>
              <a:ext cx="2667896" cy="740158"/>
            </a:xfrm>
            <a:prstGeom prst="roundRect">
              <a:avLst>
                <a:gd name="adj" fmla="val 12460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2DE4D5E-57BB-AC43-1053-B566DBBAA88C}"/>
                </a:ext>
              </a:extLst>
            </p:cNvPr>
            <p:cNvSpPr/>
            <p:nvPr/>
          </p:nvSpPr>
          <p:spPr>
            <a:xfrm>
              <a:off x="225912" y="1172583"/>
              <a:ext cx="2667896" cy="5228213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52F20055-F786-E773-F52A-1C7146149B65}"/>
                </a:ext>
              </a:extLst>
            </p:cNvPr>
            <p:cNvSpPr/>
            <p:nvPr/>
          </p:nvSpPr>
          <p:spPr>
            <a:xfrm>
              <a:off x="3239846" y="2942492"/>
              <a:ext cx="2667896" cy="3458303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0D554BFB-E3C6-E3C9-740C-E06504937DEC}"/>
                </a:ext>
              </a:extLst>
            </p:cNvPr>
            <p:cNvSpPr/>
            <p:nvPr/>
          </p:nvSpPr>
          <p:spPr>
            <a:xfrm>
              <a:off x="6253780" y="2091537"/>
              <a:ext cx="2667896" cy="4309257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8FFE7B53-D28E-CDC6-1C2C-5A86E5B6E2DC}"/>
                </a:ext>
              </a:extLst>
            </p:cNvPr>
            <p:cNvSpPr/>
            <p:nvPr/>
          </p:nvSpPr>
          <p:spPr>
            <a:xfrm>
              <a:off x="9267714" y="2073805"/>
              <a:ext cx="2667896" cy="4326989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EE1F89-D019-8E7E-CC55-2567202B6A94}"/>
                </a:ext>
              </a:extLst>
            </p:cNvPr>
            <p:cNvSpPr txBox="1"/>
            <p:nvPr/>
          </p:nvSpPr>
          <p:spPr>
            <a:xfrm>
              <a:off x="786251" y="649363"/>
              <a:ext cx="15472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A3 North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D37B6F6-3142-6107-53DB-4F17E0B5F2B1}"/>
                </a:ext>
              </a:extLst>
            </p:cNvPr>
            <p:cNvSpPr txBox="1"/>
            <p:nvPr/>
          </p:nvSpPr>
          <p:spPr>
            <a:xfrm>
              <a:off x="6773868" y="649363"/>
              <a:ext cx="15520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B3 North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74083D-A6A6-359F-55E6-94839F03070E}"/>
                </a:ext>
              </a:extLst>
            </p:cNvPr>
            <p:cNvSpPr txBox="1"/>
            <p:nvPr/>
          </p:nvSpPr>
          <p:spPr>
            <a:xfrm>
              <a:off x="3714247" y="649363"/>
              <a:ext cx="15824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B3 South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4C9CBB-941E-E271-2170-6593C098ADB6}"/>
                </a:ext>
              </a:extLst>
            </p:cNvPr>
            <p:cNvSpPr txBox="1"/>
            <p:nvPr/>
          </p:nvSpPr>
          <p:spPr>
            <a:xfrm>
              <a:off x="9742013" y="649363"/>
              <a:ext cx="15776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A3 South</a:t>
              </a:r>
            </a:p>
          </p:txBody>
        </p:sp>
        <p:pic>
          <p:nvPicPr>
            <p:cNvPr id="38" name="Graphic 37" descr="Sleep with solid fill">
              <a:extLst>
                <a:ext uri="{FF2B5EF4-FFF2-40B4-BE49-F238E27FC236}">
                  <a16:creationId xmlns:a16="http://schemas.microsoft.com/office/drawing/2014/main" id="{FBEF3889-0D1A-A48A-FF05-07C6710102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3869168"/>
              <a:ext cx="634696" cy="634696"/>
            </a:xfrm>
            <a:prstGeom prst="rect">
              <a:avLst/>
            </a:prstGeom>
          </p:spPr>
        </p:pic>
        <p:pic>
          <p:nvPicPr>
            <p:cNvPr id="39" name="Graphic 38" descr="Sleep with solid fill">
              <a:extLst>
                <a:ext uri="{FF2B5EF4-FFF2-40B4-BE49-F238E27FC236}">
                  <a16:creationId xmlns:a16="http://schemas.microsoft.com/office/drawing/2014/main" id="{0C30D739-8C69-6D75-2839-A9CE16256E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3869168"/>
              <a:ext cx="634696" cy="634696"/>
            </a:xfrm>
            <a:prstGeom prst="rect">
              <a:avLst/>
            </a:prstGeom>
          </p:spPr>
        </p:pic>
        <p:pic>
          <p:nvPicPr>
            <p:cNvPr id="42" name="Graphic 41" descr="Sleep with solid fill">
              <a:extLst>
                <a:ext uri="{FF2B5EF4-FFF2-40B4-BE49-F238E27FC236}">
                  <a16:creationId xmlns:a16="http://schemas.microsoft.com/office/drawing/2014/main" id="{C3315AB8-5857-66EF-AC9C-731A31F7C6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4817634"/>
              <a:ext cx="634696" cy="634696"/>
            </a:xfrm>
            <a:prstGeom prst="rect">
              <a:avLst/>
            </a:prstGeom>
          </p:spPr>
        </p:pic>
        <p:pic>
          <p:nvPicPr>
            <p:cNvPr id="43" name="Graphic 42" descr="Sleep with solid fill">
              <a:extLst>
                <a:ext uri="{FF2B5EF4-FFF2-40B4-BE49-F238E27FC236}">
                  <a16:creationId xmlns:a16="http://schemas.microsoft.com/office/drawing/2014/main" id="{CDDE2129-A6A9-D115-59D4-13173CF8DD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4817634"/>
              <a:ext cx="634696" cy="634696"/>
            </a:xfrm>
            <a:prstGeom prst="rect">
              <a:avLst/>
            </a:prstGeom>
          </p:spPr>
        </p:pic>
        <p:pic>
          <p:nvPicPr>
            <p:cNvPr id="55" name="Graphic 54" descr="Sleep with solid fill">
              <a:extLst>
                <a:ext uri="{FF2B5EF4-FFF2-40B4-BE49-F238E27FC236}">
                  <a16:creationId xmlns:a16="http://schemas.microsoft.com/office/drawing/2014/main" id="{AE93AA88-5FE7-A84B-8EF3-DD4F40DF68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2016588"/>
              <a:ext cx="634696" cy="634696"/>
            </a:xfrm>
            <a:prstGeom prst="rect">
              <a:avLst/>
            </a:prstGeom>
          </p:spPr>
        </p:pic>
        <p:pic>
          <p:nvPicPr>
            <p:cNvPr id="56" name="Graphic 55" descr="Sleep with solid fill">
              <a:extLst>
                <a:ext uri="{FF2B5EF4-FFF2-40B4-BE49-F238E27FC236}">
                  <a16:creationId xmlns:a16="http://schemas.microsoft.com/office/drawing/2014/main" id="{5934E941-0BE2-65FD-6BFE-D07642B550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2016588"/>
              <a:ext cx="634696" cy="634696"/>
            </a:xfrm>
            <a:prstGeom prst="rect">
              <a:avLst/>
            </a:prstGeom>
          </p:spPr>
        </p:pic>
        <p:pic>
          <p:nvPicPr>
            <p:cNvPr id="57" name="Graphic 56" descr="Sleep with solid fill">
              <a:extLst>
                <a:ext uri="{FF2B5EF4-FFF2-40B4-BE49-F238E27FC236}">
                  <a16:creationId xmlns:a16="http://schemas.microsoft.com/office/drawing/2014/main" id="{FE3EE6B8-E09C-535D-5FD7-73FC869A5E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3296" y="2912894"/>
              <a:ext cx="634696" cy="634696"/>
            </a:xfrm>
            <a:prstGeom prst="rect">
              <a:avLst/>
            </a:prstGeom>
          </p:spPr>
        </p:pic>
        <p:pic>
          <p:nvPicPr>
            <p:cNvPr id="58" name="Graphic 57" descr="Sleep with solid fill">
              <a:extLst>
                <a:ext uri="{FF2B5EF4-FFF2-40B4-BE49-F238E27FC236}">
                  <a16:creationId xmlns:a16="http://schemas.microsoft.com/office/drawing/2014/main" id="{50E8B439-85FE-D665-AC20-81E9C6BA735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821728" y="2912894"/>
              <a:ext cx="634696" cy="634696"/>
            </a:xfrm>
            <a:prstGeom prst="rect">
              <a:avLst/>
            </a:prstGeom>
          </p:spPr>
        </p:pic>
        <p:pic>
          <p:nvPicPr>
            <p:cNvPr id="59" name="Graphic 58" descr="Sleep with solid fill">
              <a:extLst>
                <a:ext uri="{FF2B5EF4-FFF2-40B4-BE49-F238E27FC236}">
                  <a16:creationId xmlns:a16="http://schemas.microsoft.com/office/drawing/2014/main" id="{2B70B3A1-B1B2-909D-A783-66CDF98ADD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256446" y="1218478"/>
              <a:ext cx="634696" cy="634696"/>
            </a:xfrm>
            <a:prstGeom prst="rect">
              <a:avLst/>
            </a:prstGeom>
          </p:spPr>
        </p:pic>
        <p:pic>
          <p:nvPicPr>
            <p:cNvPr id="60" name="Graphic 59" descr="Sleep with solid fill">
              <a:extLst>
                <a:ext uri="{FF2B5EF4-FFF2-40B4-BE49-F238E27FC236}">
                  <a16:creationId xmlns:a16="http://schemas.microsoft.com/office/drawing/2014/main" id="{D95F6D61-AA43-F992-CB00-A74820EA41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270380" y="1226615"/>
              <a:ext cx="634696" cy="634696"/>
            </a:xfrm>
            <a:prstGeom prst="rect">
              <a:avLst/>
            </a:prstGeom>
          </p:spPr>
        </p:pic>
        <p:pic>
          <p:nvPicPr>
            <p:cNvPr id="61" name="Graphic 60" descr="Sleep with solid fill">
              <a:extLst>
                <a:ext uri="{FF2B5EF4-FFF2-40B4-BE49-F238E27FC236}">
                  <a16:creationId xmlns:a16="http://schemas.microsoft.com/office/drawing/2014/main" id="{AC4B699B-1EB0-FD3E-EDE1-C7B19E5303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284314" y="1214892"/>
              <a:ext cx="634696" cy="634696"/>
            </a:xfrm>
            <a:prstGeom prst="rect">
              <a:avLst/>
            </a:prstGeom>
          </p:spPr>
        </p:pic>
        <p:pic>
          <p:nvPicPr>
            <p:cNvPr id="64" name="Graphic 63" descr="Sleep with solid fill">
              <a:extLst>
                <a:ext uri="{FF2B5EF4-FFF2-40B4-BE49-F238E27FC236}">
                  <a16:creationId xmlns:a16="http://schemas.microsoft.com/office/drawing/2014/main" id="{1BA287FF-2D89-F29C-4811-7265ADB8A8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3030079"/>
              <a:ext cx="634696" cy="634696"/>
            </a:xfrm>
            <a:prstGeom prst="rect">
              <a:avLst/>
            </a:prstGeom>
          </p:spPr>
        </p:pic>
        <p:pic>
          <p:nvPicPr>
            <p:cNvPr id="65" name="Graphic 64" descr="Sleep with solid fill">
              <a:extLst>
                <a:ext uri="{FF2B5EF4-FFF2-40B4-BE49-F238E27FC236}">
                  <a16:creationId xmlns:a16="http://schemas.microsoft.com/office/drawing/2014/main" id="{1DF27AE5-FD61-7D18-7E91-A0FCFDD1CF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649957" y="3551819"/>
              <a:ext cx="634696" cy="634696"/>
            </a:xfrm>
            <a:prstGeom prst="rect">
              <a:avLst/>
            </a:prstGeom>
          </p:spPr>
        </p:pic>
        <p:pic>
          <p:nvPicPr>
            <p:cNvPr id="66" name="Graphic 65" descr="Sleep with solid fill">
              <a:extLst>
                <a:ext uri="{FF2B5EF4-FFF2-40B4-BE49-F238E27FC236}">
                  <a16:creationId xmlns:a16="http://schemas.microsoft.com/office/drawing/2014/main" id="{3BB0E143-4233-B87F-F953-B50153B056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3869168"/>
              <a:ext cx="634696" cy="634696"/>
            </a:xfrm>
            <a:prstGeom prst="rect">
              <a:avLst/>
            </a:prstGeom>
          </p:spPr>
        </p:pic>
        <p:pic>
          <p:nvPicPr>
            <p:cNvPr id="75" name="Graphic 74" descr="Sleep with solid fill">
              <a:extLst>
                <a:ext uri="{FF2B5EF4-FFF2-40B4-BE49-F238E27FC236}">
                  <a16:creationId xmlns:a16="http://schemas.microsoft.com/office/drawing/2014/main" id="{14385CE5-6CAE-EF3D-790F-0FA6584C0D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649957" y="4390907"/>
              <a:ext cx="634696" cy="634696"/>
            </a:xfrm>
            <a:prstGeom prst="rect">
              <a:avLst/>
            </a:prstGeom>
          </p:spPr>
        </p:pic>
        <p:pic>
          <p:nvPicPr>
            <p:cNvPr id="76" name="Graphic 75" descr="Sleep with solid fill">
              <a:extLst>
                <a:ext uri="{FF2B5EF4-FFF2-40B4-BE49-F238E27FC236}">
                  <a16:creationId xmlns:a16="http://schemas.microsoft.com/office/drawing/2014/main" id="{BFE33B39-C141-DDB8-53B2-AC070118D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4708256"/>
              <a:ext cx="634696" cy="634696"/>
            </a:xfrm>
            <a:prstGeom prst="rect">
              <a:avLst/>
            </a:prstGeom>
          </p:spPr>
        </p:pic>
        <p:pic>
          <p:nvPicPr>
            <p:cNvPr id="77" name="Graphic 76" descr="Sleep with solid fill">
              <a:extLst>
                <a:ext uri="{FF2B5EF4-FFF2-40B4-BE49-F238E27FC236}">
                  <a16:creationId xmlns:a16="http://schemas.microsoft.com/office/drawing/2014/main" id="{A60ADB2D-DF81-42F4-0947-DBA4B9CC1F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3649957" y="5229996"/>
              <a:ext cx="634696" cy="634696"/>
            </a:xfrm>
            <a:prstGeom prst="rect">
              <a:avLst/>
            </a:prstGeom>
          </p:spPr>
        </p:pic>
        <p:pic>
          <p:nvPicPr>
            <p:cNvPr id="78" name="Graphic 77" descr="Sleep with solid fill">
              <a:extLst>
                <a:ext uri="{FF2B5EF4-FFF2-40B4-BE49-F238E27FC236}">
                  <a16:creationId xmlns:a16="http://schemas.microsoft.com/office/drawing/2014/main" id="{4684E287-1BD1-73D2-19E3-D96DE3E3F3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847237" y="5547345"/>
              <a:ext cx="634696" cy="634696"/>
            </a:xfrm>
            <a:prstGeom prst="rect">
              <a:avLst/>
            </a:prstGeom>
          </p:spPr>
        </p:pic>
        <p:pic>
          <p:nvPicPr>
            <p:cNvPr id="103" name="Graphic 102" descr="Sleep with solid fill">
              <a:extLst>
                <a:ext uri="{FF2B5EF4-FFF2-40B4-BE49-F238E27FC236}">
                  <a16:creationId xmlns:a16="http://schemas.microsoft.com/office/drawing/2014/main" id="{F3F2BA80-0346-263C-DE00-1C717BE9D7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2444684"/>
              <a:ext cx="634696" cy="634696"/>
            </a:xfrm>
            <a:prstGeom prst="rect">
              <a:avLst/>
            </a:prstGeom>
          </p:spPr>
        </p:pic>
        <p:pic>
          <p:nvPicPr>
            <p:cNvPr id="104" name="Graphic 103" descr="Sleep with solid fill">
              <a:extLst>
                <a:ext uri="{FF2B5EF4-FFF2-40B4-BE49-F238E27FC236}">
                  <a16:creationId xmlns:a16="http://schemas.microsoft.com/office/drawing/2014/main" id="{C744BE2E-4598-7EBC-A822-CBC8A91BC3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2444684"/>
              <a:ext cx="634696" cy="634696"/>
            </a:xfrm>
            <a:prstGeom prst="rect">
              <a:avLst/>
            </a:prstGeom>
          </p:spPr>
        </p:pic>
        <p:pic>
          <p:nvPicPr>
            <p:cNvPr id="105" name="Graphic 104" descr="Sleep with solid fill">
              <a:extLst>
                <a:ext uri="{FF2B5EF4-FFF2-40B4-BE49-F238E27FC236}">
                  <a16:creationId xmlns:a16="http://schemas.microsoft.com/office/drawing/2014/main" id="{9D572FB8-31AE-B9A7-B19F-5C5A036871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3283773"/>
              <a:ext cx="634696" cy="634696"/>
            </a:xfrm>
            <a:prstGeom prst="rect">
              <a:avLst/>
            </a:prstGeom>
          </p:spPr>
        </p:pic>
        <p:pic>
          <p:nvPicPr>
            <p:cNvPr id="106" name="Graphic 105" descr="Sleep with solid fill">
              <a:extLst>
                <a:ext uri="{FF2B5EF4-FFF2-40B4-BE49-F238E27FC236}">
                  <a16:creationId xmlns:a16="http://schemas.microsoft.com/office/drawing/2014/main" id="{4ACAD09A-895A-6293-F6E5-B647D16857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3283773"/>
              <a:ext cx="634696" cy="634696"/>
            </a:xfrm>
            <a:prstGeom prst="rect">
              <a:avLst/>
            </a:prstGeom>
          </p:spPr>
        </p:pic>
        <p:pic>
          <p:nvPicPr>
            <p:cNvPr id="107" name="Graphic 106" descr="Sleep with solid fill">
              <a:extLst>
                <a:ext uri="{FF2B5EF4-FFF2-40B4-BE49-F238E27FC236}">
                  <a16:creationId xmlns:a16="http://schemas.microsoft.com/office/drawing/2014/main" id="{03C4CFED-82F3-5A4E-9331-B982B1D146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4190595"/>
              <a:ext cx="634696" cy="634696"/>
            </a:xfrm>
            <a:prstGeom prst="rect">
              <a:avLst/>
            </a:prstGeom>
          </p:spPr>
        </p:pic>
        <p:pic>
          <p:nvPicPr>
            <p:cNvPr id="108" name="Graphic 107" descr="Sleep with solid fill">
              <a:extLst>
                <a:ext uri="{FF2B5EF4-FFF2-40B4-BE49-F238E27FC236}">
                  <a16:creationId xmlns:a16="http://schemas.microsoft.com/office/drawing/2014/main" id="{C617B602-9E9F-6CE4-A7CB-DBBC60A0D8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4190595"/>
              <a:ext cx="634696" cy="634696"/>
            </a:xfrm>
            <a:prstGeom prst="rect">
              <a:avLst/>
            </a:prstGeom>
          </p:spPr>
        </p:pic>
        <p:pic>
          <p:nvPicPr>
            <p:cNvPr id="109" name="Graphic 108" descr="Sleep with solid fill">
              <a:extLst>
                <a:ext uri="{FF2B5EF4-FFF2-40B4-BE49-F238E27FC236}">
                  <a16:creationId xmlns:a16="http://schemas.microsoft.com/office/drawing/2014/main" id="{78BE82EC-111C-A974-F5A2-3976C9CEB1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9735576" y="5134982"/>
              <a:ext cx="634696" cy="634696"/>
            </a:xfrm>
            <a:prstGeom prst="rect">
              <a:avLst/>
            </a:prstGeom>
          </p:spPr>
        </p:pic>
        <p:pic>
          <p:nvPicPr>
            <p:cNvPr id="110" name="Graphic 109" descr="Sleep with solid fill">
              <a:extLst>
                <a:ext uri="{FF2B5EF4-FFF2-40B4-BE49-F238E27FC236}">
                  <a16:creationId xmlns:a16="http://schemas.microsoft.com/office/drawing/2014/main" id="{214902D7-E366-BF7C-9866-BFB16C5D85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894008" y="5134982"/>
              <a:ext cx="634696" cy="634696"/>
            </a:xfrm>
            <a:prstGeom prst="rect">
              <a:avLst/>
            </a:prstGeom>
          </p:spPr>
        </p:pic>
        <p:pic>
          <p:nvPicPr>
            <p:cNvPr id="111" name="Graphic 110" descr="Sleep with solid fill">
              <a:extLst>
                <a:ext uri="{FF2B5EF4-FFF2-40B4-BE49-F238E27FC236}">
                  <a16:creationId xmlns:a16="http://schemas.microsoft.com/office/drawing/2014/main" id="{9C91A0BD-49B0-5FBB-C169-F67AC835BD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72801" y="2880639"/>
              <a:ext cx="634696" cy="634696"/>
            </a:xfrm>
            <a:prstGeom prst="rect">
              <a:avLst/>
            </a:prstGeom>
          </p:spPr>
        </p:pic>
        <p:pic>
          <p:nvPicPr>
            <p:cNvPr id="112" name="Graphic 111" descr="Sleep with solid fill">
              <a:extLst>
                <a:ext uri="{FF2B5EF4-FFF2-40B4-BE49-F238E27FC236}">
                  <a16:creationId xmlns:a16="http://schemas.microsoft.com/office/drawing/2014/main" id="{37523937-B4F4-ABE8-9034-FDA2465474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95896" y="2395383"/>
              <a:ext cx="634696" cy="634696"/>
            </a:xfrm>
            <a:prstGeom prst="rect">
              <a:avLst/>
            </a:prstGeom>
          </p:spPr>
        </p:pic>
        <p:pic>
          <p:nvPicPr>
            <p:cNvPr id="113" name="Graphic 112" descr="Sleep with solid fill">
              <a:extLst>
                <a:ext uri="{FF2B5EF4-FFF2-40B4-BE49-F238E27FC236}">
                  <a16:creationId xmlns:a16="http://schemas.microsoft.com/office/drawing/2014/main" id="{D68E1448-7789-7B20-612A-9F4DB3BD8F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72801" y="3873270"/>
              <a:ext cx="634696" cy="634696"/>
            </a:xfrm>
            <a:prstGeom prst="rect">
              <a:avLst/>
            </a:prstGeom>
          </p:spPr>
        </p:pic>
        <p:pic>
          <p:nvPicPr>
            <p:cNvPr id="114" name="Graphic 113" descr="Sleep with solid fill">
              <a:extLst>
                <a:ext uri="{FF2B5EF4-FFF2-40B4-BE49-F238E27FC236}">
                  <a16:creationId xmlns:a16="http://schemas.microsoft.com/office/drawing/2014/main" id="{4141B252-B1AE-1D46-F74E-9913BF2629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95896" y="3269197"/>
              <a:ext cx="634696" cy="634696"/>
            </a:xfrm>
            <a:prstGeom prst="rect">
              <a:avLst/>
            </a:prstGeom>
          </p:spPr>
        </p:pic>
        <p:pic>
          <p:nvPicPr>
            <p:cNvPr id="115" name="Graphic 114" descr="Sleep with solid fill">
              <a:extLst>
                <a:ext uri="{FF2B5EF4-FFF2-40B4-BE49-F238E27FC236}">
                  <a16:creationId xmlns:a16="http://schemas.microsoft.com/office/drawing/2014/main" id="{3144BFB6-1B0E-D445-BB23-C9FF85111C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6654438" y="4912648"/>
              <a:ext cx="634696" cy="634696"/>
            </a:xfrm>
            <a:prstGeom prst="rect">
              <a:avLst/>
            </a:prstGeom>
          </p:spPr>
        </p:pic>
        <p:pic>
          <p:nvPicPr>
            <p:cNvPr id="116" name="Graphic 115" descr="Sleep with solid fill">
              <a:extLst>
                <a:ext uri="{FF2B5EF4-FFF2-40B4-BE49-F238E27FC236}">
                  <a16:creationId xmlns:a16="http://schemas.microsoft.com/office/drawing/2014/main" id="{75324D9F-76A6-A02C-F6B6-E6CDF3AB91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95896" y="4163138"/>
              <a:ext cx="634696" cy="634696"/>
            </a:xfrm>
            <a:prstGeom prst="rect">
              <a:avLst/>
            </a:prstGeom>
          </p:spPr>
        </p:pic>
        <p:pic>
          <p:nvPicPr>
            <p:cNvPr id="142" name="Graphic 141" descr="Sleep with solid fill">
              <a:extLst>
                <a:ext uri="{FF2B5EF4-FFF2-40B4-BE49-F238E27FC236}">
                  <a16:creationId xmlns:a16="http://schemas.microsoft.com/office/drawing/2014/main" id="{5EE19132-F4E8-A5E2-7569-6E627930A5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4256446" y="2103260"/>
              <a:ext cx="634696" cy="634696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31D39AB-FB46-2F5A-8195-0DEAC8F94096}"/>
                </a:ext>
              </a:extLst>
            </p:cNvPr>
            <p:cNvSpPr/>
            <p:nvPr/>
          </p:nvSpPr>
          <p:spPr>
            <a:xfrm>
              <a:off x="4698208" y="5604797"/>
              <a:ext cx="966694" cy="569097"/>
            </a:xfrm>
            <a:prstGeom prst="rect">
              <a:avLst/>
            </a:prstGeom>
            <a:noFill/>
            <a:ln w="3492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1C81C5E-378F-8CF5-8C70-A2544323AA24}"/>
                </a:ext>
              </a:extLst>
            </p:cNvPr>
            <p:cNvSpPr/>
            <p:nvPr/>
          </p:nvSpPr>
          <p:spPr>
            <a:xfrm>
              <a:off x="12449772" y="1172581"/>
              <a:ext cx="2667896" cy="2061879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F73710-C6E5-98E9-E9D9-548C5BD03132}"/>
                </a:ext>
              </a:extLst>
            </p:cNvPr>
            <p:cNvSpPr txBox="1"/>
            <p:nvPr/>
          </p:nvSpPr>
          <p:spPr>
            <a:xfrm>
              <a:off x="12587302" y="649363"/>
              <a:ext cx="23928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Complex Care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B58B42-76AC-D283-F93E-3B55A7F3145E}"/>
                </a:ext>
              </a:extLst>
            </p:cNvPr>
            <p:cNvSpPr txBox="1"/>
            <p:nvPr/>
          </p:nvSpPr>
          <p:spPr>
            <a:xfrm>
              <a:off x="13247867" y="3811950"/>
              <a:ext cx="10717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PACU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90F25F4-9C75-7D68-11E8-EC6494171B2D}"/>
                </a:ext>
              </a:extLst>
            </p:cNvPr>
            <p:cNvSpPr/>
            <p:nvPr/>
          </p:nvSpPr>
          <p:spPr>
            <a:xfrm>
              <a:off x="12449771" y="4312012"/>
              <a:ext cx="2667896" cy="2061879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62E2935-6100-EB7C-8087-4EE2E2063A44}"/>
                </a:ext>
              </a:extLst>
            </p:cNvPr>
            <p:cNvCxnSpPr>
              <a:cxnSpLocks/>
              <a:stCxn id="4" idx="2"/>
              <a:endCxn id="4" idx="0"/>
            </p:cNvCxnSpPr>
            <p:nvPr/>
          </p:nvCxnSpPr>
          <p:spPr>
            <a:xfrm flipV="1">
              <a:off x="1559860" y="1172583"/>
              <a:ext cx="0" cy="5228213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577FF9-BB3E-68FD-ED66-EF09EB425FAB}"/>
                </a:ext>
              </a:extLst>
            </p:cNvPr>
            <p:cNvCxnSpPr>
              <a:cxnSpLocks/>
              <a:stCxn id="146" idx="2"/>
              <a:endCxn id="146" idx="0"/>
            </p:cNvCxnSpPr>
            <p:nvPr/>
          </p:nvCxnSpPr>
          <p:spPr>
            <a:xfrm flipV="1">
              <a:off x="10601662" y="2073805"/>
              <a:ext cx="0" cy="4326989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1B22427-5507-8097-FC57-9EDC00D8BF7F}"/>
                </a:ext>
              </a:extLst>
            </p:cNvPr>
            <p:cNvCxnSpPr>
              <a:cxnSpLocks/>
              <a:stCxn id="144" idx="2"/>
              <a:endCxn id="144" idx="0"/>
            </p:cNvCxnSpPr>
            <p:nvPr/>
          </p:nvCxnSpPr>
          <p:spPr>
            <a:xfrm flipV="1">
              <a:off x="4573794" y="2942492"/>
              <a:ext cx="0" cy="3458303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E2184ED-F722-140A-3DE8-7AA5D8CD27E3}"/>
                </a:ext>
              </a:extLst>
            </p:cNvPr>
            <p:cNvCxnSpPr>
              <a:cxnSpLocks/>
              <a:stCxn id="145" idx="2"/>
              <a:endCxn id="145" idx="0"/>
            </p:cNvCxnSpPr>
            <p:nvPr/>
          </p:nvCxnSpPr>
          <p:spPr>
            <a:xfrm flipV="1">
              <a:off x="7587728" y="2091537"/>
              <a:ext cx="0" cy="4309257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Graphic 35" descr="Sleep with solid fill">
              <a:extLst>
                <a:ext uri="{FF2B5EF4-FFF2-40B4-BE49-F238E27FC236}">
                  <a16:creationId xmlns:a16="http://schemas.microsoft.com/office/drawing/2014/main" id="{043287C6-25CB-93EE-8C88-E6B1E3CC92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886323" y="5119666"/>
              <a:ext cx="634696" cy="634696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798B863-0D3E-1D0A-4ABC-FC3182F66C36}"/>
                </a:ext>
              </a:extLst>
            </p:cNvPr>
            <p:cNvSpPr/>
            <p:nvPr/>
          </p:nvSpPr>
          <p:spPr>
            <a:xfrm>
              <a:off x="7756996" y="5185265"/>
              <a:ext cx="966694" cy="569097"/>
            </a:xfrm>
            <a:prstGeom prst="rect">
              <a:avLst/>
            </a:prstGeom>
            <a:noFill/>
            <a:ln w="34925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209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E20F-ACC4-BE09-F2D2-84E3DC61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0D02801-9104-1ECE-2DD0-9099A06F8BEF}"/>
              </a:ext>
            </a:extLst>
          </p:cNvPr>
          <p:cNvGrpSpPr/>
          <p:nvPr/>
        </p:nvGrpSpPr>
        <p:grpSpPr>
          <a:xfrm>
            <a:off x="1012376" y="881742"/>
            <a:ext cx="9895111" cy="4898572"/>
            <a:chOff x="1012376" y="881742"/>
            <a:chExt cx="9895111" cy="4898572"/>
          </a:xfrm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093D3EDD-8B4F-D498-5F9A-7A4126E14823}"/>
                </a:ext>
              </a:extLst>
            </p:cNvPr>
            <p:cNvSpPr/>
            <p:nvPr/>
          </p:nvSpPr>
          <p:spPr>
            <a:xfrm>
              <a:off x="2694218" y="2571749"/>
              <a:ext cx="2481944" cy="1518557"/>
            </a:xfrm>
            <a:prstGeom prst="diamond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Least occupied?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B2CE12B-7E57-4D72-2565-E376C37E5505}"/>
                </a:ext>
              </a:extLst>
            </p:cNvPr>
            <p:cNvSpPr/>
            <p:nvPr/>
          </p:nvSpPr>
          <p:spPr>
            <a:xfrm>
              <a:off x="6096000" y="881742"/>
              <a:ext cx="3194959" cy="1690007"/>
            </a:xfrm>
            <a:prstGeom prst="round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A3 North &amp; B3 South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9FD676D-35F8-DDA4-7053-C3BF9ECAA479}"/>
                </a:ext>
              </a:extLst>
            </p:cNvPr>
            <p:cNvSpPr/>
            <p:nvPr/>
          </p:nvSpPr>
          <p:spPr>
            <a:xfrm>
              <a:off x="6096000" y="4090307"/>
              <a:ext cx="3194959" cy="1690007"/>
            </a:xfrm>
            <a:prstGeom prst="roundRect">
              <a:avLst/>
            </a:pr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B3 North &amp; A3 South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9CA12B1B-AF01-2842-2282-EB2BD9FE3259}"/>
                </a:ext>
              </a:extLst>
            </p:cNvPr>
            <p:cNvCxnSpPr>
              <a:cxnSpLocks/>
              <a:stCxn id="3" idx="0"/>
              <a:endCxn id="6" idx="1"/>
            </p:cNvCxnSpPr>
            <p:nvPr/>
          </p:nvCxnSpPr>
          <p:spPr>
            <a:xfrm rot="5400000" flipH="1" flipV="1">
              <a:off x="4593094" y="1068843"/>
              <a:ext cx="845003" cy="2160810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401BC4E0-5F46-A0E1-D60B-7A3E675F32FE}"/>
                </a:ext>
              </a:extLst>
            </p:cNvPr>
            <p:cNvCxnSpPr>
              <a:cxnSpLocks/>
              <a:stCxn id="3" idx="2"/>
              <a:endCxn id="7" idx="1"/>
            </p:cNvCxnSpPr>
            <p:nvPr/>
          </p:nvCxnSpPr>
          <p:spPr>
            <a:xfrm rot="16200000" flipH="1">
              <a:off x="4593093" y="3432403"/>
              <a:ext cx="845005" cy="2160810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C4BC20C-C9C2-6446-890D-C68112B1A7F8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1012376" y="3331028"/>
              <a:ext cx="1681842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68CCFC6-FBC6-C30C-433B-07969DA8F5CA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>
              <a:off x="9290959" y="1726746"/>
              <a:ext cx="161652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FF2310E-975F-D64F-1399-DF18414E670A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9290959" y="4935311"/>
              <a:ext cx="161652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126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792F-6C8B-6301-19A3-4E8CCF9B7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C7713F5-0FDF-9235-9A4C-E932B7478D85}"/>
              </a:ext>
            </a:extLst>
          </p:cNvPr>
          <p:cNvGrpSpPr/>
          <p:nvPr/>
        </p:nvGrpSpPr>
        <p:grpSpPr>
          <a:xfrm>
            <a:off x="637952" y="2456121"/>
            <a:ext cx="10228521" cy="3445142"/>
            <a:chOff x="637952" y="2456121"/>
            <a:chExt cx="10228521" cy="3445142"/>
          </a:xfrm>
        </p:grpSpPr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0ED0F67D-7C8B-DBE3-1EE6-69A4186DCBAB}"/>
                </a:ext>
              </a:extLst>
            </p:cNvPr>
            <p:cNvSpPr/>
            <p:nvPr/>
          </p:nvSpPr>
          <p:spPr>
            <a:xfrm>
              <a:off x="637952" y="2456121"/>
              <a:ext cx="10228521" cy="3445142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" name="Graphic 58" descr="Sleep with solid fill">
              <a:extLst>
                <a:ext uri="{FF2B5EF4-FFF2-40B4-BE49-F238E27FC236}">
                  <a16:creationId xmlns:a16="http://schemas.microsoft.com/office/drawing/2014/main" id="{9C049E6D-99AB-59D4-66A5-5CD8E50DCF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607658" y="3124451"/>
              <a:ext cx="634696" cy="634696"/>
            </a:xfrm>
            <a:prstGeom prst="rect">
              <a:avLst/>
            </a:prstGeom>
          </p:spPr>
        </p:pic>
        <p:pic>
          <p:nvPicPr>
            <p:cNvPr id="77" name="Graphic 76" descr="Sleep with solid fill">
              <a:extLst>
                <a:ext uri="{FF2B5EF4-FFF2-40B4-BE49-F238E27FC236}">
                  <a16:creationId xmlns:a16="http://schemas.microsoft.com/office/drawing/2014/main" id="{75D17B8B-E66B-4A69-7C97-2E8D5B049D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174474" y="4754391"/>
              <a:ext cx="634696" cy="634696"/>
            </a:xfrm>
            <a:prstGeom prst="rect">
              <a:avLst/>
            </a:prstGeom>
          </p:spPr>
        </p:pic>
        <p:pic>
          <p:nvPicPr>
            <p:cNvPr id="78" name="Graphic 77" descr="Sleep with solid fill">
              <a:extLst>
                <a:ext uri="{FF2B5EF4-FFF2-40B4-BE49-F238E27FC236}">
                  <a16:creationId xmlns:a16="http://schemas.microsoft.com/office/drawing/2014/main" id="{2C8F686B-00AE-DB9E-A2B2-64A49AAEC4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240306" y="4754391"/>
              <a:ext cx="634696" cy="634696"/>
            </a:xfrm>
            <a:prstGeom prst="rect">
              <a:avLst/>
            </a:prstGeom>
          </p:spPr>
        </p:pic>
        <p:pic>
          <p:nvPicPr>
            <p:cNvPr id="142" name="Graphic 141" descr="Sleep with solid fill">
              <a:extLst>
                <a:ext uri="{FF2B5EF4-FFF2-40B4-BE49-F238E27FC236}">
                  <a16:creationId xmlns:a16="http://schemas.microsoft.com/office/drawing/2014/main" id="{4B2FE66F-7AC1-F8C2-5925-623C20BC8B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572969" y="4774079"/>
              <a:ext cx="634696" cy="634696"/>
            </a:xfrm>
            <a:prstGeom prst="rect">
              <a:avLst/>
            </a:prstGeom>
          </p:spPr>
        </p:pic>
        <p:pic>
          <p:nvPicPr>
            <p:cNvPr id="3" name="Graphic 2" descr="Sleep with solid fill">
              <a:extLst>
                <a:ext uri="{FF2B5EF4-FFF2-40B4-BE49-F238E27FC236}">
                  <a16:creationId xmlns:a16="http://schemas.microsoft.com/office/drawing/2014/main" id="{DB290862-70D5-DE6C-B879-8CA67BC595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49639" y="4754391"/>
              <a:ext cx="634696" cy="634696"/>
            </a:xfrm>
            <a:prstGeom prst="rect">
              <a:avLst/>
            </a:prstGeom>
          </p:spPr>
        </p:pic>
        <p:pic>
          <p:nvPicPr>
            <p:cNvPr id="6" name="Graphic 5" descr="Sleep with solid fill">
              <a:extLst>
                <a:ext uri="{FF2B5EF4-FFF2-40B4-BE49-F238E27FC236}">
                  <a16:creationId xmlns:a16="http://schemas.microsoft.com/office/drawing/2014/main" id="{E11ED65A-77A0-9A29-B9C4-575FD2099C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415471" y="4754391"/>
              <a:ext cx="634696" cy="634696"/>
            </a:xfrm>
            <a:prstGeom prst="rect">
              <a:avLst/>
            </a:prstGeom>
          </p:spPr>
        </p:pic>
        <p:pic>
          <p:nvPicPr>
            <p:cNvPr id="7" name="Graphic 6" descr="Sleep with solid fill">
              <a:extLst>
                <a:ext uri="{FF2B5EF4-FFF2-40B4-BE49-F238E27FC236}">
                  <a16:creationId xmlns:a16="http://schemas.microsoft.com/office/drawing/2014/main" id="{4C92CCC8-7B44-EBD0-596E-E0E8002B2A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21951" y="4754391"/>
              <a:ext cx="634696" cy="634696"/>
            </a:xfrm>
            <a:prstGeom prst="rect">
              <a:avLst/>
            </a:prstGeom>
          </p:spPr>
        </p:pic>
        <p:pic>
          <p:nvPicPr>
            <p:cNvPr id="8" name="Graphic 7" descr="Sleep with solid fill">
              <a:extLst>
                <a:ext uri="{FF2B5EF4-FFF2-40B4-BE49-F238E27FC236}">
                  <a16:creationId xmlns:a16="http://schemas.microsoft.com/office/drawing/2014/main" id="{2C7533AE-EAC4-E3FF-E896-256B130860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887783" y="4754391"/>
              <a:ext cx="634696" cy="634696"/>
            </a:xfrm>
            <a:prstGeom prst="rect">
              <a:avLst/>
            </a:prstGeom>
          </p:spPr>
        </p:pic>
        <p:pic>
          <p:nvPicPr>
            <p:cNvPr id="17" name="Graphic 16" descr="Sleep with solid fill">
              <a:extLst>
                <a:ext uri="{FF2B5EF4-FFF2-40B4-BE49-F238E27FC236}">
                  <a16:creationId xmlns:a16="http://schemas.microsoft.com/office/drawing/2014/main" id="{52A425B4-624D-B38A-872C-AD315B2FA3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997116" y="4754391"/>
              <a:ext cx="634696" cy="634696"/>
            </a:xfrm>
            <a:prstGeom prst="rect">
              <a:avLst/>
            </a:prstGeom>
          </p:spPr>
        </p:pic>
        <p:pic>
          <p:nvPicPr>
            <p:cNvPr id="19" name="Graphic 18" descr="Sleep with solid fill">
              <a:extLst>
                <a:ext uri="{FF2B5EF4-FFF2-40B4-BE49-F238E27FC236}">
                  <a16:creationId xmlns:a16="http://schemas.microsoft.com/office/drawing/2014/main" id="{99C1B9C7-6AFF-F128-F28C-ABB34C9CDF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174474" y="3110637"/>
              <a:ext cx="634696" cy="634696"/>
            </a:xfrm>
            <a:prstGeom prst="rect">
              <a:avLst/>
            </a:prstGeom>
          </p:spPr>
        </p:pic>
        <p:pic>
          <p:nvPicPr>
            <p:cNvPr id="20" name="Graphic 19" descr="Sleep with solid fill">
              <a:extLst>
                <a:ext uri="{FF2B5EF4-FFF2-40B4-BE49-F238E27FC236}">
                  <a16:creationId xmlns:a16="http://schemas.microsoft.com/office/drawing/2014/main" id="{16D7BA68-13D8-1BE3-97B4-E1CB8ACFD8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240306" y="3110637"/>
              <a:ext cx="634696" cy="634696"/>
            </a:xfrm>
            <a:prstGeom prst="rect">
              <a:avLst/>
            </a:prstGeom>
          </p:spPr>
        </p:pic>
        <p:pic>
          <p:nvPicPr>
            <p:cNvPr id="21" name="Graphic 20" descr="Sleep with solid fill">
              <a:extLst>
                <a:ext uri="{FF2B5EF4-FFF2-40B4-BE49-F238E27FC236}">
                  <a16:creationId xmlns:a16="http://schemas.microsoft.com/office/drawing/2014/main" id="{3638C363-A2E4-C899-4A7C-271211D955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349639" y="3110637"/>
              <a:ext cx="634696" cy="634696"/>
            </a:xfrm>
            <a:prstGeom prst="rect">
              <a:avLst/>
            </a:prstGeom>
          </p:spPr>
        </p:pic>
        <p:pic>
          <p:nvPicPr>
            <p:cNvPr id="22" name="Graphic 21" descr="Sleep with solid fill">
              <a:extLst>
                <a:ext uri="{FF2B5EF4-FFF2-40B4-BE49-F238E27FC236}">
                  <a16:creationId xmlns:a16="http://schemas.microsoft.com/office/drawing/2014/main" id="{9ECB9E2D-72D4-55AE-5F4F-7E45B38014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415471" y="3110637"/>
              <a:ext cx="634696" cy="634696"/>
            </a:xfrm>
            <a:prstGeom prst="rect">
              <a:avLst/>
            </a:prstGeom>
          </p:spPr>
        </p:pic>
        <p:pic>
          <p:nvPicPr>
            <p:cNvPr id="24" name="Graphic 23" descr="Sleep with solid fill">
              <a:extLst>
                <a:ext uri="{FF2B5EF4-FFF2-40B4-BE49-F238E27FC236}">
                  <a16:creationId xmlns:a16="http://schemas.microsoft.com/office/drawing/2014/main" id="{48FD80EB-C0C5-DB2C-F87A-9D6E4DB3B2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21951" y="3110637"/>
              <a:ext cx="634696" cy="634696"/>
            </a:xfrm>
            <a:prstGeom prst="rect">
              <a:avLst/>
            </a:prstGeom>
          </p:spPr>
        </p:pic>
        <p:pic>
          <p:nvPicPr>
            <p:cNvPr id="25" name="Graphic 24" descr="Sleep with solid fill">
              <a:extLst>
                <a:ext uri="{FF2B5EF4-FFF2-40B4-BE49-F238E27FC236}">
                  <a16:creationId xmlns:a16="http://schemas.microsoft.com/office/drawing/2014/main" id="{97BB6E79-BD4A-7730-BC95-A4BB6DFFB7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887783" y="3110637"/>
              <a:ext cx="634696" cy="634696"/>
            </a:xfrm>
            <a:prstGeom prst="rect">
              <a:avLst/>
            </a:prstGeom>
          </p:spPr>
        </p:pic>
        <p:pic>
          <p:nvPicPr>
            <p:cNvPr id="26" name="Graphic 25" descr="Sleep with solid fill">
              <a:extLst>
                <a:ext uri="{FF2B5EF4-FFF2-40B4-BE49-F238E27FC236}">
                  <a16:creationId xmlns:a16="http://schemas.microsoft.com/office/drawing/2014/main" id="{FD25F568-1735-3EF6-4430-48123C1A4A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997116" y="3110637"/>
              <a:ext cx="634696" cy="634696"/>
            </a:xfrm>
            <a:prstGeom prst="rect">
              <a:avLst/>
            </a:prstGeom>
          </p:spPr>
        </p:pic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97E9FD0-A211-BFD7-2314-1669318E0D8F}"/>
                </a:ext>
              </a:extLst>
            </p:cNvPr>
            <p:cNvSpPr/>
            <p:nvPr/>
          </p:nvSpPr>
          <p:spPr>
            <a:xfrm>
              <a:off x="848926" y="4402744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DDBF5498-7622-0B52-C09B-A7B18F0B0E97}"/>
                </a:ext>
              </a:extLst>
            </p:cNvPr>
            <p:cNvSpPr/>
            <p:nvPr/>
          </p:nvSpPr>
          <p:spPr>
            <a:xfrm>
              <a:off x="888390" y="2753115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4B9CA358-814F-58D1-7E42-AD798600EE94}"/>
                </a:ext>
              </a:extLst>
            </p:cNvPr>
            <p:cNvSpPr/>
            <p:nvPr/>
          </p:nvSpPr>
          <p:spPr>
            <a:xfrm>
              <a:off x="9271625" y="4435481"/>
              <a:ext cx="1306761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3E3561D-16D4-564F-18D0-D5EDB4746635}"/>
                </a:ext>
              </a:extLst>
            </p:cNvPr>
            <p:cNvSpPr/>
            <p:nvPr/>
          </p:nvSpPr>
          <p:spPr>
            <a:xfrm>
              <a:off x="9271625" y="2772345"/>
              <a:ext cx="1306761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CB97A56-83A2-EC11-D639-26D4B9DFDE65}"/>
                </a:ext>
              </a:extLst>
            </p:cNvPr>
            <p:cNvSpPr txBox="1"/>
            <p:nvPr/>
          </p:nvSpPr>
          <p:spPr>
            <a:xfrm>
              <a:off x="1242922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38CE45-993F-0666-9B30-EC59E058C509}"/>
                </a:ext>
              </a:extLst>
            </p:cNvPr>
            <p:cNvSpPr txBox="1"/>
            <p:nvPr/>
          </p:nvSpPr>
          <p:spPr>
            <a:xfrm>
              <a:off x="2304727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583F94-1F16-417E-AD50-BF1B30BA543C}"/>
                </a:ext>
              </a:extLst>
            </p:cNvPr>
            <p:cNvSpPr txBox="1"/>
            <p:nvPr/>
          </p:nvSpPr>
          <p:spPr>
            <a:xfrm>
              <a:off x="3371387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A97E823-BBCA-C846-9680-90A48977477F}"/>
                </a:ext>
              </a:extLst>
            </p:cNvPr>
            <p:cNvSpPr txBox="1"/>
            <p:nvPr/>
          </p:nvSpPr>
          <p:spPr>
            <a:xfrm>
              <a:off x="4460947" y="45998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2E8BB2-3E27-F757-590E-26CE56635707}"/>
                </a:ext>
              </a:extLst>
            </p:cNvPr>
            <p:cNvSpPr txBox="1"/>
            <p:nvPr/>
          </p:nvSpPr>
          <p:spPr>
            <a:xfrm>
              <a:off x="5867820" y="460446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88C4A92-F68C-FA0E-8857-787E0963BEF3}"/>
                </a:ext>
              </a:extLst>
            </p:cNvPr>
            <p:cNvSpPr txBox="1"/>
            <p:nvPr/>
          </p:nvSpPr>
          <p:spPr>
            <a:xfrm>
              <a:off x="6929625" y="460446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B05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05B3A3E-C637-D234-D40F-4B72E39EDD00}"/>
                </a:ext>
              </a:extLst>
            </p:cNvPr>
            <p:cNvSpPr txBox="1"/>
            <p:nvPr/>
          </p:nvSpPr>
          <p:spPr>
            <a:xfrm>
              <a:off x="7996285" y="4604464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B06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DCF07EC-A300-537A-4271-462B672878C2}"/>
                </a:ext>
              </a:extLst>
            </p:cNvPr>
            <p:cNvSpPr txBox="1"/>
            <p:nvPr/>
          </p:nvSpPr>
          <p:spPr>
            <a:xfrm>
              <a:off x="1242922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0626CF-5153-9EC5-34AD-FCFECA9FBB9F}"/>
                </a:ext>
              </a:extLst>
            </p:cNvPr>
            <p:cNvSpPr txBox="1"/>
            <p:nvPr/>
          </p:nvSpPr>
          <p:spPr>
            <a:xfrm>
              <a:off x="2304727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E31A0F2-9A31-8A9E-AA41-173C1FAF97B9}"/>
                </a:ext>
              </a:extLst>
            </p:cNvPr>
            <p:cNvSpPr txBox="1"/>
            <p:nvPr/>
          </p:nvSpPr>
          <p:spPr>
            <a:xfrm>
              <a:off x="3371387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810DC67-E17D-6AFB-D8EA-DC350E2938DB}"/>
                </a:ext>
              </a:extLst>
            </p:cNvPr>
            <p:cNvSpPr txBox="1"/>
            <p:nvPr/>
          </p:nvSpPr>
          <p:spPr>
            <a:xfrm>
              <a:off x="4460947" y="294691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A89A18C-65FA-B3F6-13BE-322B2E620900}"/>
                </a:ext>
              </a:extLst>
            </p:cNvPr>
            <p:cNvSpPr txBox="1"/>
            <p:nvPr/>
          </p:nvSpPr>
          <p:spPr>
            <a:xfrm>
              <a:off x="5867820" y="295150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95B0CEB-2F22-17C6-A3FD-75D754A3844D}"/>
                </a:ext>
              </a:extLst>
            </p:cNvPr>
            <p:cNvSpPr txBox="1"/>
            <p:nvPr/>
          </p:nvSpPr>
          <p:spPr>
            <a:xfrm>
              <a:off x="6929625" y="295150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58E2391-5C0C-0A27-8C52-19672F743DA3}"/>
                </a:ext>
              </a:extLst>
            </p:cNvPr>
            <p:cNvSpPr txBox="1"/>
            <p:nvPr/>
          </p:nvSpPr>
          <p:spPr>
            <a:xfrm>
              <a:off x="7996285" y="295150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0543A8-D584-166D-F840-A462C296FDDE}"/>
                </a:ext>
              </a:extLst>
            </p:cNvPr>
            <p:cNvSpPr txBox="1"/>
            <p:nvPr/>
          </p:nvSpPr>
          <p:spPr>
            <a:xfrm>
              <a:off x="9646552" y="46579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B15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117B066-4B53-3043-4545-BE07FC9BAA81}"/>
                </a:ext>
              </a:extLst>
            </p:cNvPr>
            <p:cNvSpPr txBox="1"/>
            <p:nvPr/>
          </p:nvSpPr>
          <p:spPr>
            <a:xfrm>
              <a:off x="9671364" y="30083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B16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AA625D0-0AC6-2CFF-18DE-1753C01B817A}"/>
                </a:ext>
              </a:extLst>
            </p:cNvPr>
            <p:cNvSpPr/>
            <p:nvPr/>
          </p:nvSpPr>
          <p:spPr>
            <a:xfrm>
              <a:off x="5680727" y="2782328"/>
              <a:ext cx="315398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F3A1940-ACA3-F0A9-7FC5-F4A2CF4573E0}"/>
                </a:ext>
              </a:extLst>
            </p:cNvPr>
            <p:cNvSpPr/>
            <p:nvPr/>
          </p:nvSpPr>
          <p:spPr>
            <a:xfrm>
              <a:off x="5680727" y="4415710"/>
              <a:ext cx="315398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2FD956A6-2CE6-30AD-2444-D97B04A6F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7658" y="2456121"/>
              <a:ext cx="0" cy="3445142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8A89CE-0F1B-3442-724D-BD1E2189E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9577" y="2456121"/>
              <a:ext cx="0" cy="3445142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893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A1C7-4F7C-2C5D-8DC4-B7A4B3860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9619962-32E2-7C58-352A-F3B8E35E3E49}"/>
              </a:ext>
            </a:extLst>
          </p:cNvPr>
          <p:cNvGrpSpPr/>
          <p:nvPr/>
        </p:nvGrpSpPr>
        <p:grpSpPr>
          <a:xfrm>
            <a:off x="410218" y="1098449"/>
            <a:ext cx="10983050" cy="4907241"/>
            <a:chOff x="410218" y="1098449"/>
            <a:chExt cx="10983050" cy="4907241"/>
          </a:xfrm>
        </p:grpSpPr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D69704E3-7382-A18A-A58C-1AA2FB801E7F}"/>
                </a:ext>
              </a:extLst>
            </p:cNvPr>
            <p:cNvSpPr/>
            <p:nvPr/>
          </p:nvSpPr>
          <p:spPr>
            <a:xfrm>
              <a:off x="410218" y="1098449"/>
              <a:ext cx="10983050" cy="4907241"/>
            </a:xfrm>
            <a:prstGeom prst="roundRect">
              <a:avLst>
                <a:gd name="adj" fmla="val 2957"/>
              </a:avLst>
            </a:prstGeom>
            <a:solidFill>
              <a:schemeClr val="bg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`</a:t>
              </a:r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9F7A5CA0-D1B4-5B79-524D-9ED242F9E643}"/>
                </a:ext>
              </a:extLst>
            </p:cNvPr>
            <p:cNvSpPr/>
            <p:nvPr/>
          </p:nvSpPr>
          <p:spPr>
            <a:xfrm>
              <a:off x="5627904" y="3614372"/>
              <a:ext cx="3360898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6BC5ABA-6562-07B4-6926-71C292AA4F8B}"/>
                </a:ext>
              </a:extLst>
            </p:cNvPr>
            <p:cNvSpPr/>
            <p:nvPr/>
          </p:nvSpPr>
          <p:spPr>
            <a:xfrm>
              <a:off x="5627902" y="1367293"/>
              <a:ext cx="3360899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7B5B6397-8708-0559-006E-3DC3A6524370}"/>
                </a:ext>
              </a:extLst>
            </p:cNvPr>
            <p:cNvSpPr/>
            <p:nvPr/>
          </p:nvSpPr>
          <p:spPr>
            <a:xfrm>
              <a:off x="667897" y="1373741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5C48F21C-2256-17A9-7C1D-9BBE6BE686C2}"/>
                </a:ext>
              </a:extLst>
            </p:cNvPr>
            <p:cNvSpPr/>
            <p:nvPr/>
          </p:nvSpPr>
          <p:spPr>
            <a:xfrm>
              <a:off x="667897" y="3635462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7" name="Graphic 76" descr="Sleep with solid fill">
              <a:extLst>
                <a:ext uri="{FF2B5EF4-FFF2-40B4-BE49-F238E27FC236}">
                  <a16:creationId xmlns:a16="http://schemas.microsoft.com/office/drawing/2014/main" id="{5AD7DE78-8F48-CD9F-28DC-B821F0A02D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47536" y="3977496"/>
              <a:ext cx="634696" cy="634696"/>
            </a:xfrm>
            <a:prstGeom prst="rect">
              <a:avLst/>
            </a:prstGeom>
          </p:spPr>
        </p:pic>
        <p:pic>
          <p:nvPicPr>
            <p:cNvPr id="78" name="Graphic 77" descr="Sleep with solid fill">
              <a:extLst>
                <a:ext uri="{FF2B5EF4-FFF2-40B4-BE49-F238E27FC236}">
                  <a16:creationId xmlns:a16="http://schemas.microsoft.com/office/drawing/2014/main" id="{FB1B1101-1294-FA95-A1D5-B957D298BF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013368" y="3977496"/>
              <a:ext cx="634696" cy="634696"/>
            </a:xfrm>
            <a:prstGeom prst="rect">
              <a:avLst/>
            </a:prstGeom>
          </p:spPr>
        </p:pic>
        <p:pic>
          <p:nvPicPr>
            <p:cNvPr id="3" name="Graphic 2" descr="Sleep with solid fill">
              <a:extLst>
                <a:ext uri="{FF2B5EF4-FFF2-40B4-BE49-F238E27FC236}">
                  <a16:creationId xmlns:a16="http://schemas.microsoft.com/office/drawing/2014/main" id="{97E4B0CA-F8DC-B0E4-527E-5F87FFB109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122701" y="3977496"/>
              <a:ext cx="634696" cy="634696"/>
            </a:xfrm>
            <a:prstGeom prst="rect">
              <a:avLst/>
            </a:prstGeom>
          </p:spPr>
        </p:pic>
        <p:pic>
          <p:nvPicPr>
            <p:cNvPr id="6" name="Graphic 5" descr="Sleep with solid fill">
              <a:extLst>
                <a:ext uri="{FF2B5EF4-FFF2-40B4-BE49-F238E27FC236}">
                  <a16:creationId xmlns:a16="http://schemas.microsoft.com/office/drawing/2014/main" id="{4ABFF014-5E4C-94EA-A0DD-6475DB9AE0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188533" y="3977496"/>
              <a:ext cx="634696" cy="634696"/>
            </a:xfrm>
            <a:prstGeom prst="rect">
              <a:avLst/>
            </a:prstGeom>
          </p:spPr>
        </p:pic>
        <p:pic>
          <p:nvPicPr>
            <p:cNvPr id="8" name="Graphic 7" descr="Sleep with solid fill">
              <a:extLst>
                <a:ext uri="{FF2B5EF4-FFF2-40B4-BE49-F238E27FC236}">
                  <a16:creationId xmlns:a16="http://schemas.microsoft.com/office/drawing/2014/main" id="{6FFE254E-6F38-520A-20C9-5317C918A1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87657" y="3977496"/>
              <a:ext cx="634696" cy="634696"/>
            </a:xfrm>
            <a:prstGeom prst="rect">
              <a:avLst/>
            </a:prstGeom>
          </p:spPr>
        </p:pic>
        <p:pic>
          <p:nvPicPr>
            <p:cNvPr id="17" name="Graphic 16" descr="Bed with solid fill">
              <a:extLst>
                <a:ext uri="{FF2B5EF4-FFF2-40B4-BE49-F238E27FC236}">
                  <a16:creationId xmlns:a16="http://schemas.microsoft.com/office/drawing/2014/main" id="{FC1E1375-B860-2435-0EAA-B4EC04B41E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996990" y="3977496"/>
              <a:ext cx="634696" cy="634696"/>
            </a:xfrm>
            <a:prstGeom prst="rect">
              <a:avLst/>
            </a:prstGeom>
          </p:spPr>
        </p:pic>
        <p:pic>
          <p:nvPicPr>
            <p:cNvPr id="18" name="Graphic 17" descr="Sleep with solid fill">
              <a:extLst>
                <a:ext uri="{FF2B5EF4-FFF2-40B4-BE49-F238E27FC236}">
                  <a16:creationId xmlns:a16="http://schemas.microsoft.com/office/drawing/2014/main" id="{CA3A8C5C-9D13-5714-5C80-81D46B26B8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062822" y="3977496"/>
              <a:ext cx="634696" cy="63469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08D8D7-8B1B-64E8-065F-4590D9A047E5}"/>
                </a:ext>
              </a:extLst>
            </p:cNvPr>
            <p:cNvSpPr txBox="1"/>
            <p:nvPr/>
          </p:nvSpPr>
          <p:spPr>
            <a:xfrm>
              <a:off x="1015984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B00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4E869-9B02-7062-CA61-B8AB593ACE5D}"/>
                </a:ext>
              </a:extLst>
            </p:cNvPr>
            <p:cNvSpPr txBox="1"/>
            <p:nvPr/>
          </p:nvSpPr>
          <p:spPr>
            <a:xfrm>
              <a:off x="2077789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3A15C3-961C-681E-CC00-8990721959C4}"/>
                </a:ext>
              </a:extLst>
            </p:cNvPr>
            <p:cNvSpPr txBox="1"/>
            <p:nvPr/>
          </p:nvSpPr>
          <p:spPr>
            <a:xfrm>
              <a:off x="3144449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7BC06F7-A260-64D8-AF60-6ABA64F91BCE}"/>
                </a:ext>
              </a:extLst>
            </p:cNvPr>
            <p:cNvSpPr txBox="1"/>
            <p:nvPr/>
          </p:nvSpPr>
          <p:spPr>
            <a:xfrm>
              <a:off x="4234009" y="382298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B03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E5FCB3-2A81-515B-A179-A03B4056F66B}"/>
                </a:ext>
              </a:extLst>
            </p:cNvPr>
            <p:cNvSpPr txBox="1"/>
            <p:nvPr/>
          </p:nvSpPr>
          <p:spPr>
            <a:xfrm>
              <a:off x="5929499" y="38275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D23694-C520-65B9-9702-AC646CFD7C7C}"/>
                </a:ext>
              </a:extLst>
            </p:cNvPr>
            <p:cNvSpPr txBox="1"/>
            <p:nvPr/>
          </p:nvSpPr>
          <p:spPr>
            <a:xfrm>
              <a:off x="6996159" y="38275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A4C03B-740B-24A2-162D-65C1111DDDBA}"/>
                </a:ext>
              </a:extLst>
            </p:cNvPr>
            <p:cNvSpPr txBox="1"/>
            <p:nvPr/>
          </p:nvSpPr>
          <p:spPr>
            <a:xfrm>
              <a:off x="8085719" y="3827569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B06</a:t>
              </a:r>
            </a:p>
          </p:txBody>
        </p:sp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75DDD1F5-1DB8-5D8C-C3C5-87FFD9310033}"/>
                </a:ext>
              </a:extLst>
            </p:cNvPr>
            <p:cNvSpPr/>
            <p:nvPr/>
          </p:nvSpPr>
          <p:spPr>
            <a:xfrm rot="16200000">
              <a:off x="1631992" y="3594265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eft Bracket 12">
              <a:extLst>
                <a:ext uri="{FF2B5EF4-FFF2-40B4-BE49-F238E27FC236}">
                  <a16:creationId xmlns:a16="http://schemas.microsoft.com/office/drawing/2014/main" id="{6C3D6143-E711-9467-9DC3-D9FACCD0A72E}"/>
                </a:ext>
              </a:extLst>
            </p:cNvPr>
            <p:cNvSpPr/>
            <p:nvPr/>
          </p:nvSpPr>
          <p:spPr>
            <a:xfrm rot="16200000">
              <a:off x="3249253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eft Bracket 13">
              <a:extLst>
                <a:ext uri="{FF2B5EF4-FFF2-40B4-BE49-F238E27FC236}">
                  <a16:creationId xmlns:a16="http://schemas.microsoft.com/office/drawing/2014/main" id="{67938F3F-8879-7F69-BB5C-C71A6AEFBC4F}"/>
                </a:ext>
              </a:extLst>
            </p:cNvPr>
            <p:cNvSpPr/>
            <p:nvPr/>
          </p:nvSpPr>
          <p:spPr>
            <a:xfrm rot="16200000">
              <a:off x="4334837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ket 14">
              <a:extLst>
                <a:ext uri="{FF2B5EF4-FFF2-40B4-BE49-F238E27FC236}">
                  <a16:creationId xmlns:a16="http://schemas.microsoft.com/office/drawing/2014/main" id="{D087831F-2908-69FD-686E-8600924C8AC6}"/>
                </a:ext>
              </a:extLst>
            </p:cNvPr>
            <p:cNvSpPr/>
            <p:nvPr/>
          </p:nvSpPr>
          <p:spPr>
            <a:xfrm rot="16200000">
              <a:off x="6020338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6CEF50D1-C14D-0CDA-DC70-C4F92311D11D}"/>
                </a:ext>
              </a:extLst>
            </p:cNvPr>
            <p:cNvSpPr/>
            <p:nvPr/>
          </p:nvSpPr>
          <p:spPr>
            <a:xfrm rot="16200000">
              <a:off x="8239005" y="4161658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Graphic 26" descr="Doctor male with solid fill">
              <a:extLst>
                <a:ext uri="{FF2B5EF4-FFF2-40B4-BE49-F238E27FC236}">
                  <a16:creationId xmlns:a16="http://schemas.microsoft.com/office/drawing/2014/main" id="{F05C5AF1-BD44-0F6A-9204-C203798B3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11516" y="4847403"/>
              <a:ext cx="636856" cy="636856"/>
            </a:xfrm>
            <a:prstGeom prst="rect">
              <a:avLst/>
            </a:prstGeom>
          </p:spPr>
        </p:pic>
        <p:pic>
          <p:nvPicPr>
            <p:cNvPr id="32" name="Graphic 31" descr="Doctor female with solid fill">
              <a:extLst>
                <a:ext uri="{FF2B5EF4-FFF2-40B4-BE49-F238E27FC236}">
                  <a16:creationId xmlns:a16="http://schemas.microsoft.com/office/drawing/2014/main" id="{6317EF42-1324-642A-F267-2757A01E5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98231" y="4847403"/>
              <a:ext cx="636856" cy="636856"/>
            </a:xfrm>
            <a:prstGeom prst="rect">
              <a:avLst/>
            </a:prstGeom>
          </p:spPr>
        </p:pic>
        <p:pic>
          <p:nvPicPr>
            <p:cNvPr id="36" name="Graphic 35" descr="Doctor male with solid fill">
              <a:extLst>
                <a:ext uri="{FF2B5EF4-FFF2-40B4-BE49-F238E27FC236}">
                  <a16:creationId xmlns:a16="http://schemas.microsoft.com/office/drawing/2014/main" id="{BF3ADE1D-F896-7786-CF1C-EFEBE1112E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96566" y="4851763"/>
              <a:ext cx="636856" cy="636856"/>
            </a:xfrm>
            <a:prstGeom prst="rect">
              <a:avLst/>
            </a:prstGeom>
          </p:spPr>
        </p:pic>
        <p:pic>
          <p:nvPicPr>
            <p:cNvPr id="38" name="Graphic 37" descr="Doctor female with solid fill">
              <a:extLst>
                <a:ext uri="{FF2B5EF4-FFF2-40B4-BE49-F238E27FC236}">
                  <a16:creationId xmlns:a16="http://schemas.microsoft.com/office/drawing/2014/main" id="{8CDD2A66-54C1-F985-F485-EDFC69341C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88533" y="4847403"/>
              <a:ext cx="636856" cy="636856"/>
            </a:xfrm>
            <a:prstGeom prst="rect">
              <a:avLst/>
            </a:prstGeom>
          </p:spPr>
        </p:pic>
        <p:pic>
          <p:nvPicPr>
            <p:cNvPr id="39" name="Graphic 38" descr="Doctor female with solid fill">
              <a:extLst>
                <a:ext uri="{FF2B5EF4-FFF2-40B4-BE49-F238E27FC236}">
                  <a16:creationId xmlns:a16="http://schemas.microsoft.com/office/drawing/2014/main" id="{6FB4093C-4F71-83CE-7102-FB4C84A1F2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05243" y="4842814"/>
              <a:ext cx="636856" cy="636856"/>
            </a:xfrm>
            <a:prstGeom prst="rect">
              <a:avLst/>
            </a:prstGeom>
          </p:spPr>
        </p:pic>
        <p:pic>
          <p:nvPicPr>
            <p:cNvPr id="87" name="Graphic 86" descr="Bed with solid fill">
              <a:extLst>
                <a:ext uri="{FF2B5EF4-FFF2-40B4-BE49-F238E27FC236}">
                  <a16:creationId xmlns:a16="http://schemas.microsoft.com/office/drawing/2014/main" id="{3863AC67-48E3-F3A2-1514-9B07ECE6C4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947536" y="1709327"/>
              <a:ext cx="634696" cy="634696"/>
            </a:xfrm>
            <a:prstGeom prst="rect">
              <a:avLst/>
            </a:prstGeom>
          </p:spPr>
        </p:pic>
        <p:pic>
          <p:nvPicPr>
            <p:cNvPr id="88" name="Graphic 87" descr="Sleep with solid fill">
              <a:extLst>
                <a:ext uri="{FF2B5EF4-FFF2-40B4-BE49-F238E27FC236}">
                  <a16:creationId xmlns:a16="http://schemas.microsoft.com/office/drawing/2014/main" id="{B935A129-061A-021C-CA64-1CEF87C52F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013368" y="1709327"/>
              <a:ext cx="634696" cy="634696"/>
            </a:xfrm>
            <a:prstGeom prst="rect">
              <a:avLst/>
            </a:prstGeom>
          </p:spPr>
        </p:pic>
        <p:pic>
          <p:nvPicPr>
            <p:cNvPr id="89" name="Graphic 88" descr="Sleep with solid fill">
              <a:extLst>
                <a:ext uri="{FF2B5EF4-FFF2-40B4-BE49-F238E27FC236}">
                  <a16:creationId xmlns:a16="http://schemas.microsoft.com/office/drawing/2014/main" id="{85333D08-E2AB-9018-A9EC-7EA29667D0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122701" y="1709327"/>
              <a:ext cx="634696" cy="634696"/>
            </a:xfrm>
            <a:prstGeom prst="rect">
              <a:avLst/>
            </a:prstGeom>
          </p:spPr>
        </p:pic>
        <p:pic>
          <p:nvPicPr>
            <p:cNvPr id="90" name="Graphic 89" descr="Sleep with solid fill">
              <a:extLst>
                <a:ext uri="{FF2B5EF4-FFF2-40B4-BE49-F238E27FC236}">
                  <a16:creationId xmlns:a16="http://schemas.microsoft.com/office/drawing/2014/main" id="{9FDF6BD1-3E60-F5EA-89EA-6490EC239A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188533" y="1709327"/>
              <a:ext cx="634696" cy="634696"/>
            </a:xfrm>
            <a:prstGeom prst="rect">
              <a:avLst/>
            </a:prstGeom>
          </p:spPr>
        </p:pic>
        <p:pic>
          <p:nvPicPr>
            <p:cNvPr id="91" name="Graphic 90" descr="Sleep with solid fill">
              <a:extLst>
                <a:ext uri="{FF2B5EF4-FFF2-40B4-BE49-F238E27FC236}">
                  <a16:creationId xmlns:a16="http://schemas.microsoft.com/office/drawing/2014/main" id="{66D1D48C-65C4-6752-6BDA-C38FCBEBB3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5879361" y="1709327"/>
              <a:ext cx="634696" cy="634696"/>
            </a:xfrm>
            <a:prstGeom prst="rect">
              <a:avLst/>
            </a:prstGeom>
          </p:spPr>
        </p:pic>
        <p:pic>
          <p:nvPicPr>
            <p:cNvPr id="92" name="Graphic 91" descr="Sleep with solid fill">
              <a:extLst>
                <a:ext uri="{FF2B5EF4-FFF2-40B4-BE49-F238E27FC236}">
                  <a16:creationId xmlns:a16="http://schemas.microsoft.com/office/drawing/2014/main" id="{8B83903B-55BA-6E19-44B8-E6BF96F576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945193" y="1709327"/>
              <a:ext cx="634696" cy="634696"/>
            </a:xfrm>
            <a:prstGeom prst="rect">
              <a:avLst/>
            </a:prstGeom>
          </p:spPr>
        </p:pic>
        <p:pic>
          <p:nvPicPr>
            <p:cNvPr id="93" name="Graphic 92" descr="Bed with solid fill">
              <a:extLst>
                <a:ext uri="{FF2B5EF4-FFF2-40B4-BE49-F238E27FC236}">
                  <a16:creationId xmlns:a16="http://schemas.microsoft.com/office/drawing/2014/main" id="{89A75918-F2F0-5796-B0B8-523FDA69DD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8054526" y="1709327"/>
              <a:ext cx="634696" cy="634696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50FA7AC-4F26-9AB6-479C-1E7726A22ED9}"/>
                </a:ext>
              </a:extLst>
            </p:cNvPr>
            <p:cNvSpPr txBox="1"/>
            <p:nvPr/>
          </p:nvSpPr>
          <p:spPr>
            <a:xfrm>
              <a:off x="1015984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DA9FDC7-8DD0-58AC-DF5E-98F07BC84988}"/>
                </a:ext>
              </a:extLst>
            </p:cNvPr>
            <p:cNvSpPr txBox="1"/>
            <p:nvPr/>
          </p:nvSpPr>
          <p:spPr>
            <a:xfrm>
              <a:off x="2077789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9B14E02-E267-CD13-69D9-1534E87EEA27}"/>
                </a:ext>
              </a:extLst>
            </p:cNvPr>
            <p:cNvSpPr txBox="1"/>
            <p:nvPr/>
          </p:nvSpPr>
          <p:spPr>
            <a:xfrm>
              <a:off x="3144449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7D38A0B-3C10-F470-8AA1-2EAD854BB0BA}"/>
                </a:ext>
              </a:extLst>
            </p:cNvPr>
            <p:cNvSpPr txBox="1"/>
            <p:nvPr/>
          </p:nvSpPr>
          <p:spPr>
            <a:xfrm>
              <a:off x="4234009" y="155481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BD57EBF-ABA6-477F-4ED7-DED50B20BE8A}"/>
                </a:ext>
              </a:extLst>
            </p:cNvPr>
            <p:cNvSpPr txBox="1"/>
            <p:nvPr/>
          </p:nvSpPr>
          <p:spPr>
            <a:xfrm>
              <a:off x="5925230" y="155940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141DA76-5645-7435-7FB4-D32FAF2C4097}"/>
                </a:ext>
              </a:extLst>
            </p:cNvPr>
            <p:cNvSpPr txBox="1"/>
            <p:nvPr/>
          </p:nvSpPr>
          <p:spPr>
            <a:xfrm>
              <a:off x="6987035" y="155940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FC1EEC6-863E-48BC-85D8-D8E010A07473}"/>
                </a:ext>
              </a:extLst>
            </p:cNvPr>
            <p:cNvSpPr txBox="1"/>
            <p:nvPr/>
          </p:nvSpPr>
          <p:spPr>
            <a:xfrm>
              <a:off x="8053695" y="155940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sp>
          <p:nvSpPr>
            <p:cNvPr id="103" name="Left Bracket 102">
              <a:extLst>
                <a:ext uri="{FF2B5EF4-FFF2-40B4-BE49-F238E27FC236}">
                  <a16:creationId xmlns:a16="http://schemas.microsoft.com/office/drawing/2014/main" id="{01DBF4C6-31C8-E960-2DBE-EB7A84D2D1E7}"/>
                </a:ext>
              </a:extLst>
            </p:cNvPr>
            <p:cNvSpPr/>
            <p:nvPr/>
          </p:nvSpPr>
          <p:spPr>
            <a:xfrm rot="16200000">
              <a:off x="3782830" y="1326095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Left Bracket 103">
              <a:extLst>
                <a:ext uri="{FF2B5EF4-FFF2-40B4-BE49-F238E27FC236}">
                  <a16:creationId xmlns:a16="http://schemas.microsoft.com/office/drawing/2014/main" id="{29F2AB79-BD79-6260-AFDC-0E8BE7D9DB67}"/>
                </a:ext>
              </a:extLst>
            </p:cNvPr>
            <p:cNvSpPr/>
            <p:nvPr/>
          </p:nvSpPr>
          <p:spPr>
            <a:xfrm rot="16200000">
              <a:off x="2149604" y="1893489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8" name="Graphic 107" descr="Doctor male with solid fill">
              <a:extLst>
                <a:ext uri="{FF2B5EF4-FFF2-40B4-BE49-F238E27FC236}">
                  <a16:creationId xmlns:a16="http://schemas.microsoft.com/office/drawing/2014/main" id="{3A7FADCE-9A38-3629-E1E4-D027936D6A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49068" y="2579234"/>
              <a:ext cx="636856" cy="636856"/>
            </a:xfrm>
            <a:prstGeom prst="rect">
              <a:avLst/>
            </a:prstGeom>
          </p:spPr>
        </p:pic>
        <p:pic>
          <p:nvPicPr>
            <p:cNvPr id="109" name="Graphic 108" descr="Doctor female with solid fill">
              <a:extLst>
                <a:ext uri="{FF2B5EF4-FFF2-40B4-BE49-F238E27FC236}">
                  <a16:creationId xmlns:a16="http://schemas.microsoft.com/office/drawing/2014/main" id="{0D517900-75E5-DE50-D8BF-71012DB3A4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13368" y="2579234"/>
              <a:ext cx="636856" cy="636856"/>
            </a:xfrm>
            <a:prstGeom prst="rect">
              <a:avLst/>
            </a:prstGeom>
          </p:spPr>
        </p:pic>
        <p:pic>
          <p:nvPicPr>
            <p:cNvPr id="110" name="Graphic 109" descr="Doctor male with solid fill">
              <a:extLst>
                <a:ext uri="{FF2B5EF4-FFF2-40B4-BE49-F238E27FC236}">
                  <a16:creationId xmlns:a16="http://schemas.microsoft.com/office/drawing/2014/main" id="{48967831-D080-4478-220D-D6FCA44091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19194" y="2524265"/>
              <a:ext cx="636856" cy="636856"/>
            </a:xfrm>
            <a:prstGeom prst="rect">
              <a:avLst/>
            </a:prstGeom>
          </p:spPr>
        </p:pic>
        <p:pic>
          <p:nvPicPr>
            <p:cNvPr id="111" name="Graphic 110" descr="Doctor female with solid fill">
              <a:extLst>
                <a:ext uri="{FF2B5EF4-FFF2-40B4-BE49-F238E27FC236}">
                  <a16:creationId xmlns:a16="http://schemas.microsoft.com/office/drawing/2014/main" id="{C4950B2C-3A2A-14AA-5CE0-BB542D3CBB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29476" y="2570222"/>
              <a:ext cx="636856" cy="636856"/>
            </a:xfrm>
            <a:prstGeom prst="rect">
              <a:avLst/>
            </a:prstGeom>
          </p:spPr>
        </p:pic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FC79B5A3-2BB4-7B48-C72E-8D25FD8CC6B9}"/>
                </a:ext>
              </a:extLst>
            </p:cNvPr>
            <p:cNvSpPr/>
            <p:nvPr/>
          </p:nvSpPr>
          <p:spPr>
            <a:xfrm>
              <a:off x="9506519" y="1367293"/>
              <a:ext cx="1662206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6" name="Graphic 145" descr="Sleep with solid fill">
              <a:extLst>
                <a:ext uri="{FF2B5EF4-FFF2-40B4-BE49-F238E27FC236}">
                  <a16:creationId xmlns:a16="http://schemas.microsoft.com/office/drawing/2014/main" id="{91B67877-094C-5F87-1376-CB26AD402F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976773" y="1636349"/>
              <a:ext cx="634696" cy="634696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51F4585-4635-F03E-B272-03A1D51B6E9D}"/>
                </a:ext>
              </a:extLst>
            </p:cNvPr>
            <p:cNvSpPr txBox="1"/>
            <p:nvPr/>
          </p:nvSpPr>
          <p:spPr>
            <a:xfrm>
              <a:off x="9999670" y="148642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B15</a:t>
              </a:r>
            </a:p>
          </p:txBody>
        </p:sp>
        <p:sp>
          <p:nvSpPr>
            <p:cNvPr id="148" name="Left Bracket 147">
              <a:extLst>
                <a:ext uri="{FF2B5EF4-FFF2-40B4-BE49-F238E27FC236}">
                  <a16:creationId xmlns:a16="http://schemas.microsoft.com/office/drawing/2014/main" id="{1DB19B96-4564-FCD5-3291-8A7147D98DB5}"/>
                </a:ext>
              </a:extLst>
            </p:cNvPr>
            <p:cNvSpPr/>
            <p:nvPr/>
          </p:nvSpPr>
          <p:spPr>
            <a:xfrm rot="16200000">
              <a:off x="10109454" y="1829502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Left Bracket 149">
              <a:extLst>
                <a:ext uri="{FF2B5EF4-FFF2-40B4-BE49-F238E27FC236}">
                  <a16:creationId xmlns:a16="http://schemas.microsoft.com/office/drawing/2014/main" id="{A1267B4B-D30D-A737-8FE8-277F33BA290C}"/>
                </a:ext>
              </a:extLst>
            </p:cNvPr>
            <p:cNvSpPr/>
            <p:nvPr/>
          </p:nvSpPr>
          <p:spPr>
            <a:xfrm rot="16200000">
              <a:off x="6563238" y="1321673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09686284-EE10-8ACD-B1A0-67EA65C71F02}"/>
                </a:ext>
              </a:extLst>
            </p:cNvPr>
            <p:cNvSpPr/>
            <p:nvPr/>
          </p:nvSpPr>
          <p:spPr>
            <a:xfrm>
              <a:off x="9506519" y="3637753"/>
              <a:ext cx="1662206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4" name="Graphic 233" descr="Sleep with solid fill">
              <a:extLst>
                <a:ext uri="{FF2B5EF4-FFF2-40B4-BE49-F238E27FC236}">
                  <a16:creationId xmlns:a16="http://schemas.microsoft.com/office/drawing/2014/main" id="{459C560A-39EA-5187-4676-9660B684B6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9976773" y="3906809"/>
              <a:ext cx="634696" cy="634696"/>
            </a:xfrm>
            <a:prstGeom prst="rect">
              <a:avLst/>
            </a:prstGeom>
          </p:spPr>
        </p:pic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D598074-88E5-99C4-2135-90DF9FAC96FC}"/>
                </a:ext>
              </a:extLst>
            </p:cNvPr>
            <p:cNvSpPr txBox="1"/>
            <p:nvPr/>
          </p:nvSpPr>
          <p:spPr>
            <a:xfrm>
              <a:off x="9999670" y="375688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B14</a:t>
              </a:r>
            </a:p>
          </p:txBody>
        </p:sp>
        <p:sp>
          <p:nvSpPr>
            <p:cNvPr id="236" name="Left Bracket 235">
              <a:extLst>
                <a:ext uri="{FF2B5EF4-FFF2-40B4-BE49-F238E27FC236}">
                  <a16:creationId xmlns:a16="http://schemas.microsoft.com/office/drawing/2014/main" id="{68D62CA4-F8B4-DDED-BBA0-A46F3C359524}"/>
                </a:ext>
              </a:extLst>
            </p:cNvPr>
            <p:cNvSpPr/>
            <p:nvPr/>
          </p:nvSpPr>
          <p:spPr>
            <a:xfrm rot="16200000">
              <a:off x="10099858" y="4100317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7" name="Graphic 236" descr="Doctor female with solid fill">
              <a:extLst>
                <a:ext uri="{FF2B5EF4-FFF2-40B4-BE49-F238E27FC236}">
                  <a16:creationId xmlns:a16="http://schemas.microsoft.com/office/drawing/2014/main" id="{A5A5735A-3CD9-0027-1D93-D4F53A380B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66097" y="4842814"/>
              <a:ext cx="636856" cy="636856"/>
            </a:xfrm>
            <a:prstGeom prst="rect">
              <a:avLst/>
            </a:prstGeom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F3B7E46-F956-D3E2-B099-81D5FFBE7B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9476" y="1098449"/>
              <a:ext cx="0" cy="4907241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F9B20D-004F-6B52-CF4E-485C435A4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006" y="1098449"/>
              <a:ext cx="0" cy="4907241"/>
            </a:xfrm>
            <a:prstGeom prst="line">
              <a:avLst/>
            </a:prstGeom>
            <a:ln w="47625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4696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DA9A-4AEF-F740-D1B1-0661DC70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77F633E-11C8-3738-4634-063B4163767D}"/>
              </a:ext>
            </a:extLst>
          </p:cNvPr>
          <p:cNvGrpSpPr/>
          <p:nvPr/>
        </p:nvGrpSpPr>
        <p:grpSpPr>
          <a:xfrm>
            <a:off x="1092593" y="957790"/>
            <a:ext cx="10006814" cy="2175446"/>
            <a:chOff x="855237" y="3675232"/>
            <a:chExt cx="10006814" cy="217544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CA14CC8A-CB15-2D4D-8B37-87C9F7116876}"/>
                </a:ext>
              </a:extLst>
            </p:cNvPr>
            <p:cNvSpPr/>
            <p:nvPr/>
          </p:nvSpPr>
          <p:spPr>
            <a:xfrm>
              <a:off x="855237" y="3753526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 descr="Bed with solid fill">
              <a:extLst>
                <a:ext uri="{FF2B5EF4-FFF2-40B4-BE49-F238E27FC236}">
                  <a16:creationId xmlns:a16="http://schemas.microsoft.com/office/drawing/2014/main" id="{89198DAA-3B7D-5778-B142-450548E8B6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134876" y="4089112"/>
              <a:ext cx="634696" cy="634696"/>
            </a:xfrm>
            <a:prstGeom prst="rect">
              <a:avLst/>
            </a:prstGeom>
          </p:spPr>
        </p:pic>
        <p:pic>
          <p:nvPicPr>
            <p:cNvPr id="4" name="Graphic 3" descr="Sleep with solid fill">
              <a:extLst>
                <a:ext uri="{FF2B5EF4-FFF2-40B4-BE49-F238E27FC236}">
                  <a16:creationId xmlns:a16="http://schemas.microsoft.com/office/drawing/2014/main" id="{7A5F4C1E-BB6A-E4EB-CEBC-513922071D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200708" y="4089112"/>
              <a:ext cx="634696" cy="634696"/>
            </a:xfrm>
            <a:prstGeom prst="rect">
              <a:avLst/>
            </a:prstGeom>
          </p:spPr>
        </p:pic>
        <p:pic>
          <p:nvPicPr>
            <p:cNvPr id="5" name="Graphic 4" descr="Sleep with solid fill">
              <a:extLst>
                <a:ext uri="{FF2B5EF4-FFF2-40B4-BE49-F238E27FC236}">
                  <a16:creationId xmlns:a16="http://schemas.microsoft.com/office/drawing/2014/main" id="{FDE97C45-A821-4DA5-D46C-F6DE626D8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310041" y="4089112"/>
              <a:ext cx="634696" cy="634696"/>
            </a:xfrm>
            <a:prstGeom prst="rect">
              <a:avLst/>
            </a:prstGeom>
          </p:spPr>
        </p:pic>
        <p:pic>
          <p:nvPicPr>
            <p:cNvPr id="6" name="Graphic 5" descr="Sleep with solid fill">
              <a:extLst>
                <a:ext uri="{FF2B5EF4-FFF2-40B4-BE49-F238E27FC236}">
                  <a16:creationId xmlns:a16="http://schemas.microsoft.com/office/drawing/2014/main" id="{6436BDD8-8A02-9AD0-37E2-59F6A5F485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375873" y="4089112"/>
              <a:ext cx="634696" cy="63469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A1CAFA-3829-27BF-EC04-1AC2C9820DE5}"/>
                </a:ext>
              </a:extLst>
            </p:cNvPr>
            <p:cNvSpPr txBox="1"/>
            <p:nvPr/>
          </p:nvSpPr>
          <p:spPr>
            <a:xfrm>
              <a:off x="1203324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339A65-703C-0012-3519-72D879974D34}"/>
                </a:ext>
              </a:extLst>
            </p:cNvPr>
            <p:cNvSpPr txBox="1"/>
            <p:nvPr/>
          </p:nvSpPr>
          <p:spPr>
            <a:xfrm>
              <a:off x="2265129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CF676A-908A-F2D8-3E9B-7CBE0FF46FF7}"/>
                </a:ext>
              </a:extLst>
            </p:cNvPr>
            <p:cNvSpPr txBox="1"/>
            <p:nvPr/>
          </p:nvSpPr>
          <p:spPr>
            <a:xfrm>
              <a:off x="3331789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7E2F9C-CE41-FBA4-A08A-F985BBE3BBDD}"/>
                </a:ext>
              </a:extLst>
            </p:cNvPr>
            <p:cNvSpPr txBox="1"/>
            <p:nvPr/>
          </p:nvSpPr>
          <p:spPr>
            <a:xfrm>
              <a:off x="4421349" y="39345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11" name="Left Bracket 10">
              <a:extLst>
                <a:ext uri="{FF2B5EF4-FFF2-40B4-BE49-F238E27FC236}">
                  <a16:creationId xmlns:a16="http://schemas.microsoft.com/office/drawing/2014/main" id="{03C9E5CB-71A8-F93B-FC8D-3E86BFC6636E}"/>
                </a:ext>
              </a:extLst>
            </p:cNvPr>
            <p:cNvSpPr/>
            <p:nvPr/>
          </p:nvSpPr>
          <p:spPr>
            <a:xfrm rot="16200000">
              <a:off x="3970170" y="3705880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49CDABFC-309B-BD04-A056-C66A4804FE2F}"/>
                </a:ext>
              </a:extLst>
            </p:cNvPr>
            <p:cNvSpPr/>
            <p:nvPr/>
          </p:nvSpPr>
          <p:spPr>
            <a:xfrm rot="16200000">
              <a:off x="2336944" y="4273274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Doctor male with solid fill">
              <a:extLst>
                <a:ext uri="{FF2B5EF4-FFF2-40B4-BE49-F238E27FC236}">
                  <a16:creationId xmlns:a16="http://schemas.microsoft.com/office/drawing/2014/main" id="{D7F7D628-A794-DDD3-1EC2-F6D5F9C4D5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836408" y="4959019"/>
              <a:ext cx="636856" cy="636856"/>
            </a:xfrm>
            <a:prstGeom prst="rect">
              <a:avLst/>
            </a:prstGeom>
          </p:spPr>
        </p:pic>
        <p:pic>
          <p:nvPicPr>
            <p:cNvPr id="14" name="Graphic 13" descr="Doctor female with solid fill">
              <a:extLst>
                <a:ext uri="{FF2B5EF4-FFF2-40B4-BE49-F238E27FC236}">
                  <a16:creationId xmlns:a16="http://schemas.microsoft.com/office/drawing/2014/main" id="{A426156A-4081-20CD-CCC2-46A51FA648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00708" y="4959019"/>
              <a:ext cx="636856" cy="636856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6F3DA0C-BBE8-0BC7-2C26-398576EE798D}"/>
                </a:ext>
              </a:extLst>
            </p:cNvPr>
            <p:cNvSpPr/>
            <p:nvPr/>
          </p:nvSpPr>
          <p:spPr>
            <a:xfrm>
              <a:off x="6441231" y="3675232"/>
              <a:ext cx="4420820" cy="2097152"/>
            </a:xfrm>
            <a:prstGeom prst="roundRect">
              <a:avLst>
                <a:gd name="adj" fmla="val 21519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 descr="Sleep with solid fill">
              <a:extLst>
                <a:ext uri="{FF2B5EF4-FFF2-40B4-BE49-F238E27FC236}">
                  <a16:creationId xmlns:a16="http://schemas.microsoft.com/office/drawing/2014/main" id="{F335BE43-8851-5AD4-6571-91107293C3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20870" y="4010818"/>
              <a:ext cx="634696" cy="634696"/>
            </a:xfrm>
            <a:prstGeom prst="rect">
              <a:avLst/>
            </a:prstGeom>
          </p:spPr>
        </p:pic>
        <p:pic>
          <p:nvPicPr>
            <p:cNvPr id="17" name="Graphic 16" descr="Sleep with solid fill">
              <a:extLst>
                <a:ext uri="{FF2B5EF4-FFF2-40B4-BE49-F238E27FC236}">
                  <a16:creationId xmlns:a16="http://schemas.microsoft.com/office/drawing/2014/main" id="{E3439103-DBC8-E893-AFF9-81F586587F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786702" y="4010818"/>
              <a:ext cx="634696" cy="634696"/>
            </a:xfrm>
            <a:prstGeom prst="rect">
              <a:avLst/>
            </a:prstGeom>
          </p:spPr>
        </p:pic>
        <p:pic>
          <p:nvPicPr>
            <p:cNvPr id="18" name="Graphic 17" descr="Sleep with solid fill">
              <a:extLst>
                <a:ext uri="{FF2B5EF4-FFF2-40B4-BE49-F238E27FC236}">
                  <a16:creationId xmlns:a16="http://schemas.microsoft.com/office/drawing/2014/main" id="{099C2FEA-458B-E744-FE45-91818E01D2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896035" y="4010818"/>
              <a:ext cx="634696" cy="634696"/>
            </a:xfrm>
            <a:prstGeom prst="rect">
              <a:avLst/>
            </a:prstGeom>
          </p:spPr>
        </p:pic>
        <p:pic>
          <p:nvPicPr>
            <p:cNvPr id="19" name="Graphic 18" descr="Bed with solid fill">
              <a:extLst>
                <a:ext uri="{FF2B5EF4-FFF2-40B4-BE49-F238E27FC236}">
                  <a16:creationId xmlns:a16="http://schemas.microsoft.com/office/drawing/2014/main" id="{8C4E4EB5-F427-5331-BEDB-E73245F476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961867" y="4010818"/>
              <a:ext cx="634696" cy="63469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6D3A7E-C03A-6501-BB4F-3BA1025BA944}"/>
                </a:ext>
              </a:extLst>
            </p:cNvPr>
            <p:cNvSpPr txBox="1"/>
            <p:nvPr/>
          </p:nvSpPr>
          <p:spPr>
            <a:xfrm>
              <a:off x="6789318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9040FB-C23E-E211-5224-07EC2B3AFC44}"/>
                </a:ext>
              </a:extLst>
            </p:cNvPr>
            <p:cNvSpPr txBox="1"/>
            <p:nvPr/>
          </p:nvSpPr>
          <p:spPr>
            <a:xfrm>
              <a:off x="7851123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5E2F948-003F-A991-F97D-D7EC95DEBC8B}"/>
                </a:ext>
              </a:extLst>
            </p:cNvPr>
            <p:cNvSpPr txBox="1"/>
            <p:nvPr/>
          </p:nvSpPr>
          <p:spPr>
            <a:xfrm>
              <a:off x="8917783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AF3491-AF1F-3134-8947-9DE22B2707F3}"/>
                </a:ext>
              </a:extLst>
            </p:cNvPr>
            <p:cNvSpPr txBox="1"/>
            <p:nvPr/>
          </p:nvSpPr>
          <p:spPr>
            <a:xfrm>
              <a:off x="10007343" y="385630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4" name="Left Bracket 23">
              <a:extLst>
                <a:ext uri="{FF2B5EF4-FFF2-40B4-BE49-F238E27FC236}">
                  <a16:creationId xmlns:a16="http://schemas.microsoft.com/office/drawing/2014/main" id="{3A51DC4E-52DB-1E18-C464-A6B642BA704F}"/>
                </a:ext>
              </a:extLst>
            </p:cNvPr>
            <p:cNvSpPr/>
            <p:nvPr/>
          </p:nvSpPr>
          <p:spPr>
            <a:xfrm rot="16200000">
              <a:off x="7404037" y="3627586"/>
              <a:ext cx="369333" cy="2035851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Left Bracket 24">
              <a:extLst>
                <a:ext uri="{FF2B5EF4-FFF2-40B4-BE49-F238E27FC236}">
                  <a16:creationId xmlns:a16="http://schemas.microsoft.com/office/drawing/2014/main" id="{2DEF8DA3-CAC7-EBF9-EA14-44CFE67142DD}"/>
                </a:ext>
              </a:extLst>
            </p:cNvPr>
            <p:cNvSpPr/>
            <p:nvPr/>
          </p:nvSpPr>
          <p:spPr>
            <a:xfrm rot="16200000">
              <a:off x="9048730" y="4194979"/>
              <a:ext cx="369333" cy="901063"/>
            </a:xfrm>
            <a:prstGeom prst="leftBracket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Graphic 25" descr="Doctor male with solid fill">
              <a:extLst>
                <a:ext uri="{FF2B5EF4-FFF2-40B4-BE49-F238E27FC236}">
                  <a16:creationId xmlns:a16="http://schemas.microsoft.com/office/drawing/2014/main" id="{C0EA918C-6248-8022-85FE-4252B5CC9F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16445" y="4880725"/>
              <a:ext cx="636856" cy="636856"/>
            </a:xfrm>
            <a:prstGeom prst="rect">
              <a:avLst/>
            </a:prstGeom>
          </p:spPr>
        </p:pic>
        <p:pic>
          <p:nvPicPr>
            <p:cNvPr id="27" name="Graphic 26" descr="Doctor female with solid fill">
              <a:extLst>
                <a:ext uri="{FF2B5EF4-FFF2-40B4-BE49-F238E27FC236}">
                  <a16:creationId xmlns:a16="http://schemas.microsoft.com/office/drawing/2014/main" id="{1EF3B3A6-8F8C-617D-C464-E6D8CBB3E0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83053" y="4880454"/>
              <a:ext cx="636856" cy="6368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689DF48-81DE-4FA9-BB31-E8187753F097}"/>
                    </a:ext>
                  </a:extLst>
                </p:cNvPr>
                <p:cNvSpPr txBox="1"/>
                <p:nvPr/>
              </p:nvSpPr>
              <p:spPr>
                <a:xfrm>
                  <a:off x="5434255" y="4149177"/>
                  <a:ext cx="844783" cy="1107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sz="7200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oMath>
                    </m:oMathPara>
                  </a14:m>
                  <a:endParaRPr lang="en-US" sz="7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689DF48-81DE-4FA9-BB31-E8187753F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4255" y="4149177"/>
                  <a:ext cx="844783" cy="1107996"/>
                </a:xfrm>
                <a:prstGeom prst="rect">
                  <a:avLst/>
                </a:prstGeom>
                <a:blipFill>
                  <a:blip r:embed="rId12"/>
                  <a:stretch>
                    <a:fillRect l="-8824" r="-88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5351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923A-A64A-7447-5203-0016D3EF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406806A-B2F0-AF0B-E0F9-CA9B33A87237}"/>
              </a:ext>
            </a:extLst>
          </p:cNvPr>
          <p:cNvGrpSpPr/>
          <p:nvPr/>
        </p:nvGrpSpPr>
        <p:grpSpPr>
          <a:xfrm>
            <a:off x="-3835404" y="-10479"/>
            <a:ext cx="20853201" cy="8781048"/>
            <a:chOff x="-3835404" y="-10479"/>
            <a:chExt cx="20853201" cy="878104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61F89ED9-9119-E662-712B-B7A671A387F0}"/>
                </a:ext>
              </a:extLst>
            </p:cNvPr>
            <p:cNvSpPr/>
            <p:nvPr/>
          </p:nvSpPr>
          <p:spPr>
            <a:xfrm>
              <a:off x="8940597" y="3700235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0EAA1071-5625-5587-6A42-56E972270A35}"/>
                </a:ext>
              </a:extLst>
            </p:cNvPr>
            <p:cNvSpPr/>
            <p:nvPr/>
          </p:nvSpPr>
          <p:spPr>
            <a:xfrm>
              <a:off x="-3835404" y="3717244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7175FE95-7A57-E4F8-E77E-DF2602A0BA2B}"/>
                </a:ext>
              </a:extLst>
            </p:cNvPr>
            <p:cNvSpPr/>
            <p:nvPr/>
          </p:nvSpPr>
          <p:spPr>
            <a:xfrm>
              <a:off x="5234576" y="-10479"/>
              <a:ext cx="959007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54E8CE25-7E6E-F727-0B17-7BCB16682BAA}"/>
                </a:ext>
              </a:extLst>
            </p:cNvPr>
            <p:cNvSpPr/>
            <p:nvPr/>
          </p:nvSpPr>
          <p:spPr>
            <a:xfrm>
              <a:off x="7040249" y="0"/>
              <a:ext cx="1027604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ounded Rectangle 247">
              <a:extLst>
                <a:ext uri="{FF2B5EF4-FFF2-40B4-BE49-F238E27FC236}">
                  <a16:creationId xmlns:a16="http://schemas.microsoft.com/office/drawing/2014/main" id="{BAAB3F55-0282-BDD5-F488-5EA42E12816F}"/>
                </a:ext>
              </a:extLst>
            </p:cNvPr>
            <p:cNvSpPr/>
            <p:nvPr/>
          </p:nvSpPr>
          <p:spPr>
            <a:xfrm>
              <a:off x="2524898" y="339099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ounded Rectangle 268">
              <a:extLst>
                <a:ext uri="{FF2B5EF4-FFF2-40B4-BE49-F238E27FC236}">
                  <a16:creationId xmlns:a16="http://schemas.microsoft.com/office/drawing/2014/main" id="{7A02F870-0B88-DB00-ADBB-6C43903FE80A}"/>
                </a:ext>
              </a:extLst>
            </p:cNvPr>
            <p:cNvSpPr/>
            <p:nvPr/>
          </p:nvSpPr>
          <p:spPr>
            <a:xfrm>
              <a:off x="7010986" y="355037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ounded Rectangle 276">
              <a:extLst>
                <a:ext uri="{FF2B5EF4-FFF2-40B4-BE49-F238E27FC236}">
                  <a16:creationId xmlns:a16="http://schemas.microsoft.com/office/drawing/2014/main" id="{971150EC-FFA1-541A-EBA3-11E7F725F6CE}"/>
                </a:ext>
              </a:extLst>
            </p:cNvPr>
            <p:cNvSpPr/>
            <p:nvPr/>
          </p:nvSpPr>
          <p:spPr>
            <a:xfrm>
              <a:off x="-3622691" y="3966219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ounded Rectangle 284">
              <a:extLst>
                <a:ext uri="{FF2B5EF4-FFF2-40B4-BE49-F238E27FC236}">
                  <a16:creationId xmlns:a16="http://schemas.microsoft.com/office/drawing/2014/main" id="{5E95108E-FF31-B567-B4D2-6C30A149F62F}"/>
                </a:ext>
              </a:extLst>
            </p:cNvPr>
            <p:cNvSpPr/>
            <p:nvPr/>
          </p:nvSpPr>
          <p:spPr>
            <a:xfrm>
              <a:off x="863397" y="3982157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ounded Rectangle 292">
              <a:extLst>
                <a:ext uri="{FF2B5EF4-FFF2-40B4-BE49-F238E27FC236}">
                  <a16:creationId xmlns:a16="http://schemas.microsoft.com/office/drawing/2014/main" id="{A784976C-518F-FCC3-2A5C-EC819D5E2FE9}"/>
                </a:ext>
              </a:extLst>
            </p:cNvPr>
            <p:cNvSpPr/>
            <p:nvPr/>
          </p:nvSpPr>
          <p:spPr>
            <a:xfrm>
              <a:off x="9142940" y="3914366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ounded Rectangle 300">
              <a:extLst>
                <a:ext uri="{FF2B5EF4-FFF2-40B4-BE49-F238E27FC236}">
                  <a16:creationId xmlns:a16="http://schemas.microsoft.com/office/drawing/2014/main" id="{A623A268-B9AB-9E8E-BDB7-D1DB93E73FB8}"/>
                </a:ext>
              </a:extLst>
            </p:cNvPr>
            <p:cNvSpPr/>
            <p:nvPr/>
          </p:nvSpPr>
          <p:spPr>
            <a:xfrm>
              <a:off x="13629028" y="3930304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0" name="Graphic 239" descr="Sleep with solid fill">
              <a:extLst>
                <a:ext uri="{FF2B5EF4-FFF2-40B4-BE49-F238E27FC236}">
                  <a16:creationId xmlns:a16="http://schemas.microsoft.com/office/drawing/2014/main" id="{3CD1EC67-F57D-92F8-5DE2-7ABA01A324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810982" y="696621"/>
              <a:ext cx="634696" cy="634696"/>
            </a:xfrm>
            <a:prstGeom prst="rect">
              <a:avLst/>
            </a:prstGeom>
          </p:spPr>
        </p:pic>
        <p:pic>
          <p:nvPicPr>
            <p:cNvPr id="241" name="Graphic 240" descr="Bed with solid fill">
              <a:extLst>
                <a:ext uri="{FF2B5EF4-FFF2-40B4-BE49-F238E27FC236}">
                  <a16:creationId xmlns:a16="http://schemas.microsoft.com/office/drawing/2014/main" id="{6695471A-D6A9-D1D1-0115-D8B3C2ADFD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876814" y="696621"/>
              <a:ext cx="634696" cy="634696"/>
            </a:xfrm>
            <a:prstGeom prst="rect">
              <a:avLst/>
            </a:prstGeom>
          </p:spPr>
        </p:pic>
        <p:pic>
          <p:nvPicPr>
            <p:cNvPr id="242" name="Graphic 241" descr="Bed with solid fill">
              <a:extLst>
                <a:ext uri="{FF2B5EF4-FFF2-40B4-BE49-F238E27FC236}">
                  <a16:creationId xmlns:a16="http://schemas.microsoft.com/office/drawing/2014/main" id="{0264FEF3-D28E-0981-9CCE-2AA9F871C9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986147" y="696621"/>
              <a:ext cx="634696" cy="634696"/>
            </a:xfrm>
            <a:prstGeom prst="rect">
              <a:avLst/>
            </a:prstGeom>
          </p:spPr>
        </p:pic>
        <p:pic>
          <p:nvPicPr>
            <p:cNvPr id="243" name="Graphic 242" descr="Sleep with solid fill">
              <a:extLst>
                <a:ext uri="{FF2B5EF4-FFF2-40B4-BE49-F238E27FC236}">
                  <a16:creationId xmlns:a16="http://schemas.microsoft.com/office/drawing/2014/main" id="{852EF58C-A25F-A08D-7FC1-4CFE7D8566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51979" y="696621"/>
              <a:ext cx="634696" cy="634696"/>
            </a:xfrm>
            <a:prstGeom prst="rect">
              <a:avLst/>
            </a:prstGeom>
          </p:spPr>
        </p:pic>
        <p:pic>
          <p:nvPicPr>
            <p:cNvPr id="244" name="Graphic 243" descr="Bed with solid fill">
              <a:extLst>
                <a:ext uri="{FF2B5EF4-FFF2-40B4-BE49-F238E27FC236}">
                  <a16:creationId xmlns:a16="http://schemas.microsoft.com/office/drawing/2014/main" id="{4B20BE29-DA3F-0E0C-6A1C-67527BD12A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171380" y="696621"/>
              <a:ext cx="634696" cy="634696"/>
            </a:xfrm>
            <a:prstGeom prst="rect">
              <a:avLst/>
            </a:prstGeom>
          </p:spPr>
        </p:pic>
        <p:pic>
          <p:nvPicPr>
            <p:cNvPr id="245" name="Graphic 244" descr="Sleep with solid fill">
              <a:extLst>
                <a:ext uri="{FF2B5EF4-FFF2-40B4-BE49-F238E27FC236}">
                  <a16:creationId xmlns:a16="http://schemas.microsoft.com/office/drawing/2014/main" id="{A52BDAD3-361C-1463-7E67-57050A94F9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237212" y="696621"/>
              <a:ext cx="634696" cy="634696"/>
            </a:xfrm>
            <a:prstGeom prst="rect">
              <a:avLst/>
            </a:prstGeom>
          </p:spPr>
        </p:pic>
        <p:pic>
          <p:nvPicPr>
            <p:cNvPr id="246" name="Graphic 245" descr="Bed with solid fill">
              <a:extLst>
                <a:ext uri="{FF2B5EF4-FFF2-40B4-BE49-F238E27FC236}">
                  <a16:creationId xmlns:a16="http://schemas.microsoft.com/office/drawing/2014/main" id="{974DDC70-6CF2-410F-B25B-2AFD0038F8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346545" y="696621"/>
              <a:ext cx="634696" cy="634696"/>
            </a:xfrm>
            <a:prstGeom prst="rect">
              <a:avLst/>
            </a:prstGeom>
          </p:spPr>
        </p:pic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B3FD82C9-05B8-E3C9-B9B4-B0259BB9BEEE}"/>
                </a:ext>
              </a:extLst>
            </p:cNvPr>
            <p:cNvSpPr txBox="1"/>
            <p:nvPr/>
          </p:nvSpPr>
          <p:spPr>
            <a:xfrm>
              <a:off x="2879430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393BF82-C0FA-9BC9-12B9-5A4E06DF7C10}"/>
                </a:ext>
              </a:extLst>
            </p:cNvPr>
            <p:cNvSpPr txBox="1"/>
            <p:nvPr/>
          </p:nvSpPr>
          <p:spPr>
            <a:xfrm>
              <a:off x="3941235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1201AF27-DA83-14E9-C51A-E05979D3C19D}"/>
                </a:ext>
              </a:extLst>
            </p:cNvPr>
            <p:cNvSpPr txBox="1"/>
            <p:nvPr/>
          </p:nvSpPr>
          <p:spPr>
            <a:xfrm>
              <a:off x="5007895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A90B992C-EF65-76BF-1DCD-EF0CC49AD157}"/>
                </a:ext>
              </a:extLst>
            </p:cNvPr>
            <p:cNvSpPr txBox="1"/>
            <p:nvPr/>
          </p:nvSpPr>
          <p:spPr>
            <a:xfrm>
              <a:off x="6097455" y="53289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0D523EF9-91C4-036C-795C-1B026539243D}"/>
                </a:ext>
              </a:extLst>
            </p:cNvPr>
            <p:cNvSpPr txBox="1"/>
            <p:nvPr/>
          </p:nvSpPr>
          <p:spPr>
            <a:xfrm>
              <a:off x="7217249" y="53748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B986ABA0-3C51-185E-C11A-8592C652D434}"/>
                </a:ext>
              </a:extLst>
            </p:cNvPr>
            <p:cNvSpPr txBox="1"/>
            <p:nvPr/>
          </p:nvSpPr>
          <p:spPr>
            <a:xfrm>
              <a:off x="8279054" y="53748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3F96256B-50FF-AD69-8DD0-E0CBBFDA869A}"/>
                </a:ext>
              </a:extLst>
            </p:cNvPr>
            <p:cNvSpPr txBox="1"/>
            <p:nvPr/>
          </p:nvSpPr>
          <p:spPr>
            <a:xfrm>
              <a:off x="9345714" y="53748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pic>
          <p:nvPicPr>
            <p:cNvPr id="270" name="Graphic 269" descr="Sleep with solid fill">
              <a:extLst>
                <a:ext uri="{FF2B5EF4-FFF2-40B4-BE49-F238E27FC236}">
                  <a16:creationId xmlns:a16="http://schemas.microsoft.com/office/drawing/2014/main" id="{28E915A9-6EF2-9344-3A9E-E49066F3D2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-3336607" y="4323741"/>
              <a:ext cx="634696" cy="634696"/>
            </a:xfrm>
            <a:prstGeom prst="rect">
              <a:avLst/>
            </a:prstGeom>
          </p:spPr>
        </p:pic>
        <p:pic>
          <p:nvPicPr>
            <p:cNvPr id="271" name="Graphic 270" descr="Bed with solid fill">
              <a:extLst>
                <a:ext uri="{FF2B5EF4-FFF2-40B4-BE49-F238E27FC236}">
                  <a16:creationId xmlns:a16="http://schemas.microsoft.com/office/drawing/2014/main" id="{3AD02126-D26D-185E-5798-D738A30FA3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270775" y="4323741"/>
              <a:ext cx="634696" cy="634696"/>
            </a:xfrm>
            <a:prstGeom prst="rect">
              <a:avLst/>
            </a:prstGeom>
          </p:spPr>
        </p:pic>
        <p:pic>
          <p:nvPicPr>
            <p:cNvPr id="272" name="Graphic 271" descr="Bed with solid fill">
              <a:extLst>
                <a:ext uri="{FF2B5EF4-FFF2-40B4-BE49-F238E27FC236}">
                  <a16:creationId xmlns:a16="http://schemas.microsoft.com/office/drawing/2014/main" id="{008EDC99-941D-828B-8EC7-38AD475AAC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-1161442" y="4323741"/>
              <a:ext cx="634696" cy="634696"/>
            </a:xfrm>
            <a:prstGeom prst="rect">
              <a:avLst/>
            </a:prstGeom>
          </p:spPr>
        </p:pic>
        <p:pic>
          <p:nvPicPr>
            <p:cNvPr id="273" name="Graphic 272" descr="Sleep with solid fill">
              <a:extLst>
                <a:ext uri="{FF2B5EF4-FFF2-40B4-BE49-F238E27FC236}">
                  <a16:creationId xmlns:a16="http://schemas.microsoft.com/office/drawing/2014/main" id="{618EE3C0-CE81-31EA-64F9-B925DF4F6F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95610" y="4323741"/>
              <a:ext cx="634696" cy="634696"/>
            </a:xfrm>
            <a:prstGeom prst="rect">
              <a:avLst/>
            </a:prstGeom>
          </p:spPr>
        </p:pic>
        <p:pic>
          <p:nvPicPr>
            <p:cNvPr id="274" name="Graphic 273" descr="Sleep with solid fill">
              <a:extLst>
                <a:ext uri="{FF2B5EF4-FFF2-40B4-BE49-F238E27FC236}">
                  <a16:creationId xmlns:a16="http://schemas.microsoft.com/office/drawing/2014/main" id="{E2319643-9C7D-41EB-D781-DC62162292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3791" y="4323741"/>
              <a:ext cx="634696" cy="634696"/>
            </a:xfrm>
            <a:prstGeom prst="rect">
              <a:avLst/>
            </a:prstGeom>
          </p:spPr>
        </p:pic>
        <p:pic>
          <p:nvPicPr>
            <p:cNvPr id="275" name="Graphic 274" descr="Sleep with solid fill">
              <a:extLst>
                <a:ext uri="{FF2B5EF4-FFF2-40B4-BE49-F238E27FC236}">
                  <a16:creationId xmlns:a16="http://schemas.microsoft.com/office/drawing/2014/main" id="{26D8135D-81D4-0CCD-8ADB-A31CD6CDD8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089623" y="4323741"/>
              <a:ext cx="634696" cy="634696"/>
            </a:xfrm>
            <a:prstGeom prst="rect">
              <a:avLst/>
            </a:prstGeom>
          </p:spPr>
        </p:pic>
        <p:pic>
          <p:nvPicPr>
            <p:cNvPr id="276" name="Graphic 275" descr="Bed with solid fill">
              <a:extLst>
                <a:ext uri="{FF2B5EF4-FFF2-40B4-BE49-F238E27FC236}">
                  <a16:creationId xmlns:a16="http://schemas.microsoft.com/office/drawing/2014/main" id="{A6838EC2-96B2-7C1D-D399-403B6DDFB8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198956" y="4323741"/>
              <a:ext cx="634696" cy="634696"/>
            </a:xfrm>
            <a:prstGeom prst="rect">
              <a:avLst/>
            </a:prstGeom>
          </p:spPr>
        </p:pic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B0EF4F86-F836-2A56-EE07-F00D75EA979A}"/>
                </a:ext>
              </a:extLst>
            </p:cNvPr>
            <p:cNvSpPr txBox="1"/>
            <p:nvPr/>
          </p:nvSpPr>
          <p:spPr>
            <a:xfrm>
              <a:off x="-3268159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18365E4F-02F6-B925-29B8-A37830051D8E}"/>
                </a:ext>
              </a:extLst>
            </p:cNvPr>
            <p:cNvSpPr txBox="1"/>
            <p:nvPr/>
          </p:nvSpPr>
          <p:spPr>
            <a:xfrm>
              <a:off x="-2206354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5DA25A8D-CFB6-115E-A353-50E967445F82}"/>
                </a:ext>
              </a:extLst>
            </p:cNvPr>
            <p:cNvSpPr txBox="1"/>
            <p:nvPr/>
          </p:nvSpPr>
          <p:spPr>
            <a:xfrm>
              <a:off x="-1139694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AA4EF2EC-0A95-302A-BBB9-A51FAD9CF522}"/>
                </a:ext>
              </a:extLst>
            </p:cNvPr>
            <p:cNvSpPr txBox="1"/>
            <p:nvPr/>
          </p:nvSpPr>
          <p:spPr>
            <a:xfrm>
              <a:off x="-50134" y="416001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822F892A-50D6-795D-12D6-FC95AECF9B70}"/>
                </a:ext>
              </a:extLst>
            </p:cNvPr>
            <p:cNvSpPr txBox="1"/>
            <p:nvPr/>
          </p:nvSpPr>
          <p:spPr>
            <a:xfrm>
              <a:off x="1069660" y="416460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4AFB4511-048E-A6B6-C284-7FBA3D93BE79}"/>
                </a:ext>
              </a:extLst>
            </p:cNvPr>
            <p:cNvSpPr txBox="1"/>
            <p:nvPr/>
          </p:nvSpPr>
          <p:spPr>
            <a:xfrm>
              <a:off x="2131465" y="416460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88789750-A545-16E4-C7F6-B61CA1047C82}"/>
                </a:ext>
              </a:extLst>
            </p:cNvPr>
            <p:cNvSpPr txBox="1"/>
            <p:nvPr/>
          </p:nvSpPr>
          <p:spPr>
            <a:xfrm>
              <a:off x="3198125" y="416460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pic>
          <p:nvPicPr>
            <p:cNvPr id="286" name="Graphic 285" descr="Sleep with solid fill">
              <a:extLst>
                <a:ext uri="{FF2B5EF4-FFF2-40B4-BE49-F238E27FC236}">
                  <a16:creationId xmlns:a16="http://schemas.microsoft.com/office/drawing/2014/main" id="{41DAC4C4-2D35-0E38-BB92-C52D09DDF2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9429024" y="4271888"/>
              <a:ext cx="634696" cy="634696"/>
            </a:xfrm>
            <a:prstGeom prst="rect">
              <a:avLst/>
            </a:prstGeom>
          </p:spPr>
        </p:pic>
        <p:pic>
          <p:nvPicPr>
            <p:cNvPr id="287" name="Graphic 286" descr="Bed with solid fill">
              <a:extLst>
                <a:ext uri="{FF2B5EF4-FFF2-40B4-BE49-F238E27FC236}">
                  <a16:creationId xmlns:a16="http://schemas.microsoft.com/office/drawing/2014/main" id="{AB69509D-7147-3BF4-217F-AA9BD3D72C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94856" y="4271888"/>
              <a:ext cx="634696" cy="634696"/>
            </a:xfrm>
            <a:prstGeom prst="rect">
              <a:avLst/>
            </a:prstGeom>
          </p:spPr>
        </p:pic>
        <p:pic>
          <p:nvPicPr>
            <p:cNvPr id="288" name="Graphic 287" descr="Bed with solid fill">
              <a:extLst>
                <a:ext uri="{FF2B5EF4-FFF2-40B4-BE49-F238E27FC236}">
                  <a16:creationId xmlns:a16="http://schemas.microsoft.com/office/drawing/2014/main" id="{BFCAA446-8094-F6CF-3880-6B4AC90309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604189" y="4271888"/>
              <a:ext cx="634696" cy="634696"/>
            </a:xfrm>
            <a:prstGeom prst="rect">
              <a:avLst/>
            </a:prstGeom>
          </p:spPr>
        </p:pic>
        <p:pic>
          <p:nvPicPr>
            <p:cNvPr id="289" name="Graphic 288" descr="Sleep with solid fill">
              <a:extLst>
                <a:ext uri="{FF2B5EF4-FFF2-40B4-BE49-F238E27FC236}">
                  <a16:creationId xmlns:a16="http://schemas.microsoft.com/office/drawing/2014/main" id="{05862317-3920-C436-14DB-DF29141F48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2670021" y="4271888"/>
              <a:ext cx="634696" cy="634696"/>
            </a:xfrm>
            <a:prstGeom prst="rect">
              <a:avLst/>
            </a:prstGeom>
          </p:spPr>
        </p:pic>
        <p:pic>
          <p:nvPicPr>
            <p:cNvPr id="290" name="Graphic 289" descr="Bed with solid fill">
              <a:extLst>
                <a:ext uri="{FF2B5EF4-FFF2-40B4-BE49-F238E27FC236}">
                  <a16:creationId xmlns:a16="http://schemas.microsoft.com/office/drawing/2014/main" id="{6F291145-7E91-9D86-6C7B-3E0B966710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789422" y="4271888"/>
              <a:ext cx="634696" cy="634696"/>
            </a:xfrm>
            <a:prstGeom prst="rect">
              <a:avLst/>
            </a:prstGeom>
          </p:spPr>
        </p:pic>
        <p:pic>
          <p:nvPicPr>
            <p:cNvPr id="291" name="Graphic 290" descr="Sleep with solid fill">
              <a:extLst>
                <a:ext uri="{FF2B5EF4-FFF2-40B4-BE49-F238E27FC236}">
                  <a16:creationId xmlns:a16="http://schemas.microsoft.com/office/drawing/2014/main" id="{29801570-734E-FFD7-ADFD-8ABC0B626F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4855254" y="4271888"/>
              <a:ext cx="634696" cy="634696"/>
            </a:xfrm>
            <a:prstGeom prst="rect">
              <a:avLst/>
            </a:prstGeom>
          </p:spPr>
        </p:pic>
        <p:pic>
          <p:nvPicPr>
            <p:cNvPr id="292" name="Graphic 291" descr="Sleep with solid fill">
              <a:extLst>
                <a:ext uri="{FF2B5EF4-FFF2-40B4-BE49-F238E27FC236}">
                  <a16:creationId xmlns:a16="http://schemas.microsoft.com/office/drawing/2014/main" id="{96CF86F5-C9AC-B702-B7EE-0B5A9C430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964587" y="4271888"/>
              <a:ext cx="634696" cy="634696"/>
            </a:xfrm>
            <a:prstGeom prst="rect">
              <a:avLst/>
            </a:prstGeom>
          </p:spPr>
        </p:pic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E4F45338-0124-C328-F687-2EF60A1D6D5B}"/>
                </a:ext>
              </a:extLst>
            </p:cNvPr>
            <p:cNvSpPr txBox="1"/>
            <p:nvPr/>
          </p:nvSpPr>
          <p:spPr>
            <a:xfrm>
              <a:off x="9497472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47881DA7-4F8F-1A1C-11BB-959818467CCD}"/>
                </a:ext>
              </a:extLst>
            </p:cNvPr>
            <p:cNvSpPr txBox="1"/>
            <p:nvPr/>
          </p:nvSpPr>
          <p:spPr>
            <a:xfrm>
              <a:off x="10559277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82C8151D-9672-9457-E681-B8A5A402647F}"/>
                </a:ext>
              </a:extLst>
            </p:cNvPr>
            <p:cNvSpPr txBox="1"/>
            <p:nvPr/>
          </p:nvSpPr>
          <p:spPr>
            <a:xfrm>
              <a:off x="11625937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A0222E8-9FB4-C559-C8E7-5052D81977D8}"/>
                </a:ext>
              </a:extLst>
            </p:cNvPr>
            <p:cNvSpPr txBox="1"/>
            <p:nvPr/>
          </p:nvSpPr>
          <p:spPr>
            <a:xfrm>
              <a:off x="12715497" y="410816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DBC210EE-4FD5-6956-C91F-FCEE52A950FC}"/>
                </a:ext>
              </a:extLst>
            </p:cNvPr>
            <p:cNvSpPr txBox="1"/>
            <p:nvPr/>
          </p:nvSpPr>
          <p:spPr>
            <a:xfrm>
              <a:off x="13835291" y="411275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FA4EB08A-BE4C-9DD9-5183-0CB1D923EC6C}"/>
                </a:ext>
              </a:extLst>
            </p:cNvPr>
            <p:cNvSpPr txBox="1"/>
            <p:nvPr/>
          </p:nvSpPr>
          <p:spPr>
            <a:xfrm>
              <a:off x="14897096" y="411275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9FC043E2-D286-4FCD-FE0B-B9D4F043E80A}"/>
                </a:ext>
              </a:extLst>
            </p:cNvPr>
            <p:cNvSpPr txBox="1"/>
            <p:nvPr/>
          </p:nvSpPr>
          <p:spPr>
            <a:xfrm>
              <a:off x="15963756" y="4112752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cxnSp>
          <p:nvCxnSpPr>
            <p:cNvPr id="370" name="Curved Connector 369">
              <a:extLst>
                <a:ext uri="{FF2B5EF4-FFF2-40B4-BE49-F238E27FC236}">
                  <a16:creationId xmlns:a16="http://schemas.microsoft.com/office/drawing/2014/main" id="{F770DA12-8A00-8462-2276-77838D5C4159}"/>
                </a:ext>
              </a:extLst>
            </p:cNvPr>
            <p:cNvCxnSpPr>
              <a:cxnSpLocks/>
              <a:stCxn id="367" idx="2"/>
              <a:endCxn id="338" idx="0"/>
            </p:cNvCxnSpPr>
            <p:nvPr/>
          </p:nvCxnSpPr>
          <p:spPr>
            <a:xfrm rot="5400000">
              <a:off x="2034577" y="37740"/>
              <a:ext cx="1848123" cy="5510884"/>
            </a:xfrm>
            <a:prstGeom prst="curvedConnector3">
              <a:avLst/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urved Connector 370">
              <a:extLst>
                <a:ext uri="{FF2B5EF4-FFF2-40B4-BE49-F238E27FC236}">
                  <a16:creationId xmlns:a16="http://schemas.microsoft.com/office/drawing/2014/main" id="{CE1E082B-E486-D051-28C0-4A74130CC283}"/>
                </a:ext>
              </a:extLst>
            </p:cNvPr>
            <p:cNvCxnSpPr>
              <a:cxnSpLocks/>
              <a:stCxn id="368" idx="2"/>
              <a:endCxn id="337" idx="0"/>
            </p:cNvCxnSpPr>
            <p:nvPr/>
          </p:nvCxnSpPr>
          <p:spPr>
            <a:xfrm rot="16200000" flipH="1">
              <a:off x="9356307" y="77344"/>
              <a:ext cx="1820635" cy="5425146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D42B1870-1611-E601-8405-D1736C1AEC3D}"/>
                </a:ext>
              </a:extLst>
            </p:cNvPr>
            <p:cNvSpPr txBox="1"/>
            <p:nvPr/>
          </p:nvSpPr>
          <p:spPr>
            <a:xfrm>
              <a:off x="1982194" y="3286217"/>
              <a:ext cx="22669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1</a:t>
              </a:r>
              <a:r>
                <a:rPr lang="en-US" sz="3600" dirty="0"/>
                <a:t> = (7, 11)</a:t>
              </a:r>
            </a:p>
          </p:txBody>
        </p: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CD121AEC-29B3-4495-0A8D-29E77A1E758F}"/>
                </a:ext>
              </a:extLst>
            </p:cNvPr>
            <p:cNvSpPr txBox="1"/>
            <p:nvPr/>
          </p:nvSpPr>
          <p:spPr>
            <a:xfrm>
              <a:off x="9142940" y="3217629"/>
              <a:ext cx="22669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2</a:t>
              </a:r>
              <a:r>
                <a:rPr lang="en-US" sz="3600" dirty="0"/>
                <a:t> = (7, 13)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30B8588-25CF-61FB-1F5B-B6632B15CBE6}"/>
                </a:ext>
              </a:extLst>
            </p:cNvPr>
            <p:cNvSpPr/>
            <p:nvPr/>
          </p:nvSpPr>
          <p:spPr>
            <a:xfrm>
              <a:off x="8940597" y="6873960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FAC7EC-1F86-4B30-1886-9FA980865E92}"/>
                </a:ext>
              </a:extLst>
            </p:cNvPr>
            <p:cNvSpPr/>
            <p:nvPr/>
          </p:nvSpPr>
          <p:spPr>
            <a:xfrm>
              <a:off x="-3835404" y="6890969"/>
              <a:ext cx="8077200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1F13F6E-8662-0D86-6085-1CC04FFE56E8}"/>
                </a:ext>
              </a:extLst>
            </p:cNvPr>
            <p:cNvSpPr/>
            <p:nvPr/>
          </p:nvSpPr>
          <p:spPr>
            <a:xfrm>
              <a:off x="-3622691" y="7139944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F11D298-7FFE-FC0B-69C9-FFB66589884A}"/>
                </a:ext>
              </a:extLst>
            </p:cNvPr>
            <p:cNvSpPr/>
            <p:nvPr/>
          </p:nvSpPr>
          <p:spPr>
            <a:xfrm>
              <a:off x="863397" y="7155882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9A09BF7-CC16-4488-9D1B-7CA247000293}"/>
                </a:ext>
              </a:extLst>
            </p:cNvPr>
            <p:cNvSpPr/>
            <p:nvPr/>
          </p:nvSpPr>
          <p:spPr>
            <a:xfrm>
              <a:off x="9142940" y="7088091"/>
              <a:ext cx="4413929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F0CB1A9-6609-4E2B-C91F-C8EF98BE1D0F}"/>
                </a:ext>
              </a:extLst>
            </p:cNvPr>
            <p:cNvSpPr/>
            <p:nvPr/>
          </p:nvSpPr>
          <p:spPr>
            <a:xfrm>
              <a:off x="13629028" y="7104029"/>
              <a:ext cx="3208180" cy="1216301"/>
            </a:xfrm>
            <a:prstGeom prst="roundRect">
              <a:avLst>
                <a:gd name="adj" fmla="val 36591"/>
              </a:avLst>
            </a:prstGeom>
            <a:solidFill>
              <a:srgbClr val="00B0F0">
                <a:alpha val="25714"/>
              </a:srgbClr>
            </a:solidFill>
            <a:ln w="3492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Sleep with solid fill">
              <a:extLst>
                <a:ext uri="{FF2B5EF4-FFF2-40B4-BE49-F238E27FC236}">
                  <a16:creationId xmlns:a16="http://schemas.microsoft.com/office/drawing/2014/main" id="{3FD3F3DF-EC35-BF7E-52F5-70B53C559C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-3336607" y="7497466"/>
              <a:ext cx="634696" cy="634696"/>
            </a:xfrm>
            <a:prstGeom prst="rect">
              <a:avLst/>
            </a:prstGeom>
          </p:spPr>
        </p:pic>
        <p:pic>
          <p:nvPicPr>
            <p:cNvPr id="41" name="Graphic 40" descr="Bed with solid fill">
              <a:extLst>
                <a:ext uri="{FF2B5EF4-FFF2-40B4-BE49-F238E27FC236}">
                  <a16:creationId xmlns:a16="http://schemas.microsoft.com/office/drawing/2014/main" id="{1D5B883A-FE74-392D-FBB5-A9C04AD417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-2270775" y="7497466"/>
              <a:ext cx="634696" cy="634696"/>
            </a:xfrm>
            <a:prstGeom prst="rect">
              <a:avLst/>
            </a:prstGeom>
          </p:spPr>
        </p:pic>
        <p:pic>
          <p:nvPicPr>
            <p:cNvPr id="42" name="Graphic 41" descr="Bed with solid fill">
              <a:extLst>
                <a:ext uri="{FF2B5EF4-FFF2-40B4-BE49-F238E27FC236}">
                  <a16:creationId xmlns:a16="http://schemas.microsoft.com/office/drawing/2014/main" id="{94E7CF52-8659-F4E8-F810-0C3E208394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-1161442" y="7497466"/>
              <a:ext cx="634696" cy="634696"/>
            </a:xfrm>
            <a:prstGeom prst="rect">
              <a:avLst/>
            </a:prstGeom>
          </p:spPr>
        </p:pic>
        <p:pic>
          <p:nvPicPr>
            <p:cNvPr id="43" name="Graphic 42" descr="Sleep with solid fill">
              <a:extLst>
                <a:ext uri="{FF2B5EF4-FFF2-40B4-BE49-F238E27FC236}">
                  <a16:creationId xmlns:a16="http://schemas.microsoft.com/office/drawing/2014/main" id="{9BA5B86D-2701-52D1-91BC-2BB07D4B70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-95610" y="7497466"/>
              <a:ext cx="634696" cy="634696"/>
            </a:xfrm>
            <a:prstGeom prst="rect">
              <a:avLst/>
            </a:prstGeom>
          </p:spPr>
        </p:pic>
        <p:pic>
          <p:nvPicPr>
            <p:cNvPr id="44" name="Graphic 43" descr="Sleep with solid fill">
              <a:extLst>
                <a:ext uri="{FF2B5EF4-FFF2-40B4-BE49-F238E27FC236}">
                  <a16:creationId xmlns:a16="http://schemas.microsoft.com/office/drawing/2014/main" id="{52872C34-C780-5EF1-D9E1-B68BBC7A90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3791" y="7497466"/>
              <a:ext cx="634696" cy="634696"/>
            </a:xfrm>
            <a:prstGeom prst="rect">
              <a:avLst/>
            </a:prstGeom>
          </p:spPr>
        </p:pic>
        <p:pic>
          <p:nvPicPr>
            <p:cNvPr id="45" name="Graphic 44" descr="Sleep with solid fill">
              <a:extLst>
                <a:ext uri="{FF2B5EF4-FFF2-40B4-BE49-F238E27FC236}">
                  <a16:creationId xmlns:a16="http://schemas.microsoft.com/office/drawing/2014/main" id="{23F908CB-7C04-A562-0AAC-0C3A966BB3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2089623" y="7497466"/>
              <a:ext cx="634696" cy="634696"/>
            </a:xfrm>
            <a:prstGeom prst="rect">
              <a:avLst/>
            </a:prstGeom>
          </p:spPr>
        </p:pic>
        <p:pic>
          <p:nvPicPr>
            <p:cNvPr id="46" name="Graphic 45" descr="Bed with solid fill">
              <a:extLst>
                <a:ext uri="{FF2B5EF4-FFF2-40B4-BE49-F238E27FC236}">
                  <a16:creationId xmlns:a16="http://schemas.microsoft.com/office/drawing/2014/main" id="{BA1F1768-A68F-F83F-A992-48193C3E96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198956" y="7497466"/>
              <a:ext cx="634696" cy="63469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5FD452-5A57-0D1E-E5D7-465403E7D40D}"/>
                </a:ext>
              </a:extLst>
            </p:cNvPr>
            <p:cNvSpPr txBox="1"/>
            <p:nvPr/>
          </p:nvSpPr>
          <p:spPr>
            <a:xfrm>
              <a:off x="-3268159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819CC8B-0B1F-D91F-DB13-C838EA5352E9}"/>
                </a:ext>
              </a:extLst>
            </p:cNvPr>
            <p:cNvSpPr txBox="1"/>
            <p:nvPr/>
          </p:nvSpPr>
          <p:spPr>
            <a:xfrm>
              <a:off x="-2206354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1E530C-FA7B-2D1C-ED5F-251652F395E4}"/>
                </a:ext>
              </a:extLst>
            </p:cNvPr>
            <p:cNvSpPr txBox="1"/>
            <p:nvPr/>
          </p:nvSpPr>
          <p:spPr>
            <a:xfrm>
              <a:off x="-1139694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6B108B-53A5-CCDB-34B1-9ADC26A19E3A}"/>
                </a:ext>
              </a:extLst>
            </p:cNvPr>
            <p:cNvSpPr txBox="1"/>
            <p:nvPr/>
          </p:nvSpPr>
          <p:spPr>
            <a:xfrm>
              <a:off x="-50134" y="733374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FD0AF88-E7D2-DDF5-ACF9-52F67DC57843}"/>
                </a:ext>
              </a:extLst>
            </p:cNvPr>
            <p:cNvSpPr txBox="1"/>
            <p:nvPr/>
          </p:nvSpPr>
          <p:spPr>
            <a:xfrm>
              <a:off x="1069660" y="733833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EC96440-920E-7E19-B83B-07D92AED55A8}"/>
                </a:ext>
              </a:extLst>
            </p:cNvPr>
            <p:cNvSpPr txBox="1"/>
            <p:nvPr/>
          </p:nvSpPr>
          <p:spPr>
            <a:xfrm>
              <a:off x="2131465" y="733833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F5270D2-4E22-64EB-5D0E-B53244FBB615}"/>
                </a:ext>
              </a:extLst>
            </p:cNvPr>
            <p:cNvSpPr txBox="1"/>
            <p:nvPr/>
          </p:nvSpPr>
          <p:spPr>
            <a:xfrm>
              <a:off x="3198125" y="7338330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pic>
          <p:nvPicPr>
            <p:cNvPr id="54" name="Graphic 53" descr="Sleep with solid fill">
              <a:extLst>
                <a:ext uri="{FF2B5EF4-FFF2-40B4-BE49-F238E27FC236}">
                  <a16:creationId xmlns:a16="http://schemas.microsoft.com/office/drawing/2014/main" id="{D81CE0E0-F7F6-910F-6DAB-2B0BA47E5F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429024" y="7445613"/>
              <a:ext cx="634696" cy="634696"/>
            </a:xfrm>
            <a:prstGeom prst="rect">
              <a:avLst/>
            </a:prstGeom>
          </p:spPr>
        </p:pic>
        <p:pic>
          <p:nvPicPr>
            <p:cNvPr id="55" name="Graphic 54" descr="Bed with solid fill">
              <a:extLst>
                <a:ext uri="{FF2B5EF4-FFF2-40B4-BE49-F238E27FC236}">
                  <a16:creationId xmlns:a16="http://schemas.microsoft.com/office/drawing/2014/main" id="{5E835762-C89F-E172-FFD9-DC3E7D9B6F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94856" y="7445613"/>
              <a:ext cx="634696" cy="634696"/>
            </a:xfrm>
            <a:prstGeom prst="rect">
              <a:avLst/>
            </a:prstGeom>
          </p:spPr>
        </p:pic>
        <p:pic>
          <p:nvPicPr>
            <p:cNvPr id="56" name="Graphic 55" descr="Bed with solid fill">
              <a:extLst>
                <a:ext uri="{FF2B5EF4-FFF2-40B4-BE49-F238E27FC236}">
                  <a16:creationId xmlns:a16="http://schemas.microsoft.com/office/drawing/2014/main" id="{3CDD0F15-94CE-CD33-1276-871AD24099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604189" y="7445613"/>
              <a:ext cx="634696" cy="634696"/>
            </a:xfrm>
            <a:prstGeom prst="rect">
              <a:avLst/>
            </a:prstGeom>
          </p:spPr>
        </p:pic>
        <p:pic>
          <p:nvPicPr>
            <p:cNvPr id="57" name="Graphic 56" descr="Sleep with solid fill">
              <a:extLst>
                <a:ext uri="{FF2B5EF4-FFF2-40B4-BE49-F238E27FC236}">
                  <a16:creationId xmlns:a16="http://schemas.microsoft.com/office/drawing/2014/main" id="{484C7BB8-1C0D-3CD0-CE82-FE9B10D7DA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2670021" y="7445613"/>
              <a:ext cx="634696" cy="634696"/>
            </a:xfrm>
            <a:prstGeom prst="rect">
              <a:avLst/>
            </a:prstGeom>
          </p:spPr>
        </p:pic>
        <p:pic>
          <p:nvPicPr>
            <p:cNvPr id="58" name="Graphic 57" descr="Bed with solid fill">
              <a:extLst>
                <a:ext uri="{FF2B5EF4-FFF2-40B4-BE49-F238E27FC236}">
                  <a16:creationId xmlns:a16="http://schemas.microsoft.com/office/drawing/2014/main" id="{84F080ED-3402-76B2-481F-D8C73551F8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789422" y="7445613"/>
              <a:ext cx="634696" cy="634696"/>
            </a:xfrm>
            <a:prstGeom prst="rect">
              <a:avLst/>
            </a:prstGeom>
          </p:spPr>
        </p:pic>
        <p:pic>
          <p:nvPicPr>
            <p:cNvPr id="59" name="Graphic 58" descr="Sleep with solid fill">
              <a:extLst>
                <a:ext uri="{FF2B5EF4-FFF2-40B4-BE49-F238E27FC236}">
                  <a16:creationId xmlns:a16="http://schemas.microsoft.com/office/drawing/2014/main" id="{636A7A96-BB66-E4B8-B9EE-FBF40512C7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4855254" y="7445613"/>
              <a:ext cx="634696" cy="634696"/>
            </a:xfrm>
            <a:prstGeom prst="rect">
              <a:avLst/>
            </a:prstGeom>
          </p:spPr>
        </p:pic>
        <p:pic>
          <p:nvPicPr>
            <p:cNvPr id="60" name="Graphic 59" descr="Sleep with solid fill">
              <a:extLst>
                <a:ext uri="{FF2B5EF4-FFF2-40B4-BE49-F238E27FC236}">
                  <a16:creationId xmlns:a16="http://schemas.microsoft.com/office/drawing/2014/main" id="{0B6AD558-483F-DD21-0A0B-64486DDAFB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964587" y="7445613"/>
              <a:ext cx="634696" cy="63469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2C61C4F-0434-F114-BF6B-32DBE53506BC}"/>
                </a:ext>
              </a:extLst>
            </p:cNvPr>
            <p:cNvSpPr txBox="1"/>
            <p:nvPr/>
          </p:nvSpPr>
          <p:spPr>
            <a:xfrm>
              <a:off x="9497472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B07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C0DFEA5-DDA6-8267-70F9-F90A4247FFF9}"/>
                </a:ext>
              </a:extLst>
            </p:cNvPr>
            <p:cNvSpPr txBox="1"/>
            <p:nvPr/>
          </p:nvSpPr>
          <p:spPr>
            <a:xfrm>
              <a:off x="10559277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B08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CC1E523-5752-4757-B9CC-509B99ECD685}"/>
                </a:ext>
              </a:extLst>
            </p:cNvPr>
            <p:cNvSpPr txBox="1"/>
            <p:nvPr/>
          </p:nvSpPr>
          <p:spPr>
            <a:xfrm>
              <a:off x="11625937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B09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0DA8FE4-2848-C5FE-1B01-E3919450741D}"/>
                </a:ext>
              </a:extLst>
            </p:cNvPr>
            <p:cNvSpPr txBox="1"/>
            <p:nvPr/>
          </p:nvSpPr>
          <p:spPr>
            <a:xfrm>
              <a:off x="12715497" y="7281888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B10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E156B8F3-1EF4-A179-5BCA-30FDC77E834F}"/>
                </a:ext>
              </a:extLst>
            </p:cNvPr>
            <p:cNvSpPr txBox="1"/>
            <p:nvPr/>
          </p:nvSpPr>
          <p:spPr>
            <a:xfrm>
              <a:off x="13835291" y="7286477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B11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14B89536-4583-1E4C-A48D-BB35EAC7EBD5}"/>
                </a:ext>
              </a:extLst>
            </p:cNvPr>
            <p:cNvSpPr txBox="1"/>
            <p:nvPr/>
          </p:nvSpPr>
          <p:spPr>
            <a:xfrm>
              <a:off x="14897096" y="7286477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B12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3F059BD-A04A-2083-7283-BCE8D956AB15}"/>
                </a:ext>
              </a:extLst>
            </p:cNvPr>
            <p:cNvSpPr txBox="1"/>
            <p:nvPr/>
          </p:nvSpPr>
          <p:spPr>
            <a:xfrm>
              <a:off x="15963756" y="7286477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B13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9B22E4D0-8BB9-B1D8-CFE5-B96212F6DDF1}"/>
                </a:ext>
              </a:extLst>
            </p:cNvPr>
            <p:cNvSpPr txBox="1"/>
            <p:nvPr/>
          </p:nvSpPr>
          <p:spPr>
            <a:xfrm>
              <a:off x="1705070" y="6441760"/>
              <a:ext cx="2513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3</a:t>
              </a:r>
              <a:r>
                <a:rPr lang="en-US" sz="3600" dirty="0"/>
                <a:t> = (10, 11)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7BD277A-264D-CDBF-E863-B9B53F21981D}"/>
                </a:ext>
              </a:extLst>
            </p:cNvPr>
            <p:cNvSpPr txBox="1"/>
            <p:nvPr/>
          </p:nvSpPr>
          <p:spPr>
            <a:xfrm>
              <a:off x="9255469" y="6457698"/>
              <a:ext cx="2513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a</a:t>
              </a:r>
              <a:r>
                <a:rPr lang="en-US" sz="3600" baseline="-25000" dirty="0"/>
                <a:t>4</a:t>
              </a:r>
              <a:r>
                <a:rPr lang="en-US" sz="3600" dirty="0"/>
                <a:t> = (10, 13)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6418230A-3203-06AC-543D-B8E2DACF1085}"/>
                </a:ext>
              </a:extLst>
            </p:cNvPr>
            <p:cNvSpPr/>
            <p:nvPr/>
          </p:nvSpPr>
          <p:spPr>
            <a:xfrm>
              <a:off x="6193228" y="-10479"/>
              <a:ext cx="416646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0CE0DD0D-79E8-3E3A-D729-49D44D9F5377}"/>
                </a:ext>
              </a:extLst>
            </p:cNvPr>
            <p:cNvSpPr/>
            <p:nvPr/>
          </p:nvSpPr>
          <p:spPr>
            <a:xfrm>
              <a:off x="6618159" y="-10479"/>
              <a:ext cx="416646" cy="1879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1" name="Curved Connector 200">
              <a:extLst>
                <a:ext uri="{FF2B5EF4-FFF2-40B4-BE49-F238E27FC236}">
                  <a16:creationId xmlns:a16="http://schemas.microsoft.com/office/drawing/2014/main" id="{69CB5571-87F0-77BD-71DB-AB8B22AD76B8}"/>
                </a:ext>
              </a:extLst>
            </p:cNvPr>
            <p:cNvCxnSpPr>
              <a:cxnSpLocks/>
              <a:stCxn id="200" idx="2"/>
              <a:endCxn id="34" idx="1"/>
            </p:cNvCxnSpPr>
            <p:nvPr/>
          </p:nvCxnSpPr>
          <p:spPr>
            <a:xfrm rot="16200000" flipH="1">
              <a:off x="4911220" y="3784382"/>
              <a:ext cx="5944639" cy="2114115"/>
            </a:xfrm>
            <a:prstGeom prst="curvedConnector2">
              <a:avLst/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urved Connector 203">
              <a:extLst>
                <a:ext uri="{FF2B5EF4-FFF2-40B4-BE49-F238E27FC236}">
                  <a16:creationId xmlns:a16="http://schemas.microsoft.com/office/drawing/2014/main" id="{239E04E5-DD99-382F-95D8-00899A286C07}"/>
                </a:ext>
              </a:extLst>
            </p:cNvPr>
            <p:cNvCxnSpPr>
              <a:cxnSpLocks/>
              <a:stCxn id="199" idx="2"/>
              <a:endCxn id="35" idx="3"/>
            </p:cNvCxnSpPr>
            <p:nvPr/>
          </p:nvCxnSpPr>
          <p:spPr>
            <a:xfrm rot="5400000">
              <a:off x="2340850" y="3770068"/>
              <a:ext cx="5961648" cy="2159755"/>
            </a:xfrm>
            <a:prstGeom prst="curvedConnector2">
              <a:avLst/>
            </a:prstGeom>
            <a:ln w="28575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253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BF1E9-55BF-5AB6-2CB1-A3D6BD86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9E65C308-C099-68DE-CE62-7931B7024718}"/>
              </a:ext>
            </a:extLst>
          </p:cNvPr>
          <p:cNvGrpSpPr/>
          <p:nvPr/>
        </p:nvGrpSpPr>
        <p:grpSpPr>
          <a:xfrm>
            <a:off x="-734906" y="949292"/>
            <a:ext cx="15171293" cy="9057340"/>
            <a:chOff x="-734906" y="949292"/>
            <a:chExt cx="15171293" cy="9057340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3C4B155-2A7F-5B2E-F03A-85A8C684933E}"/>
                </a:ext>
              </a:extLst>
            </p:cNvPr>
            <p:cNvSpPr/>
            <p:nvPr/>
          </p:nvSpPr>
          <p:spPr>
            <a:xfrm>
              <a:off x="7276781" y="8281432"/>
              <a:ext cx="7159606" cy="1654885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3EAA336-D726-0871-5126-529AEFFE63F6}"/>
                </a:ext>
              </a:extLst>
            </p:cNvPr>
            <p:cNvSpPr txBox="1"/>
            <p:nvPr/>
          </p:nvSpPr>
          <p:spPr>
            <a:xfrm>
              <a:off x="5314346" y="1430961"/>
              <a:ext cx="269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1</a:t>
              </a:r>
              <a:r>
                <a:rPr lang="en-US" dirty="0"/>
                <a:t> or T</a:t>
              </a:r>
              <a:r>
                <a:rPr lang="en-US" baseline="-25000" dirty="0"/>
                <a:t>3</a:t>
              </a:r>
              <a:r>
                <a:rPr lang="en-US" dirty="0"/>
                <a:t>?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C24B657-11F0-B616-209D-9FDA2AAC08CF}"/>
                </a:ext>
              </a:extLst>
            </p:cNvPr>
            <p:cNvSpPr txBox="1"/>
            <p:nvPr/>
          </p:nvSpPr>
          <p:spPr>
            <a:xfrm>
              <a:off x="711391" y="3550876"/>
              <a:ext cx="1779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Neither T</a:t>
              </a:r>
              <a:r>
                <a:rPr lang="en-US" baseline="-25000" dirty="0"/>
                <a:t>1</a:t>
              </a:r>
              <a:r>
                <a:rPr lang="en-US" dirty="0"/>
                <a:t> nor T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B97477-1DA3-F9C8-9F19-F8375288B3AB}"/>
                </a:ext>
              </a:extLst>
            </p:cNvPr>
            <p:cNvSpPr txBox="1"/>
            <p:nvPr/>
          </p:nvSpPr>
          <p:spPr>
            <a:xfrm>
              <a:off x="4236563" y="3550876"/>
              <a:ext cx="137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1</a:t>
              </a:r>
              <a:r>
                <a:rPr lang="en-US" dirty="0"/>
                <a:t> but not T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79E0951-301B-E7FA-48FB-1CFF69E9E31C}"/>
                </a:ext>
              </a:extLst>
            </p:cNvPr>
            <p:cNvSpPr txBox="1"/>
            <p:nvPr/>
          </p:nvSpPr>
          <p:spPr>
            <a:xfrm>
              <a:off x="7637680" y="3545300"/>
              <a:ext cx="13708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3</a:t>
              </a:r>
              <a:r>
                <a:rPr lang="en-US" dirty="0"/>
                <a:t> but not T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DA9AAEF-1946-E689-D904-81B6CA1121FE}"/>
                </a:ext>
              </a:extLst>
            </p:cNvPr>
            <p:cNvSpPr txBox="1"/>
            <p:nvPr/>
          </p:nvSpPr>
          <p:spPr>
            <a:xfrm>
              <a:off x="11197155" y="3553336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Both</a:t>
              </a:r>
              <a:endParaRPr lang="en-US" baseline="-250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C950A0C-7BE5-040D-7507-BCAF23D7E362}"/>
                </a:ext>
              </a:extLst>
            </p:cNvPr>
            <p:cNvSpPr txBox="1"/>
            <p:nvPr/>
          </p:nvSpPr>
          <p:spPr>
            <a:xfrm>
              <a:off x="10466968" y="4677023"/>
              <a:ext cx="22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5</a:t>
              </a:r>
              <a:r>
                <a:rPr lang="en-US" dirty="0"/>
                <a:t>?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D20BA42-B191-EA23-B16E-73DE5B02E394}"/>
                </a:ext>
              </a:extLst>
            </p:cNvPr>
            <p:cNvSpPr txBox="1"/>
            <p:nvPr/>
          </p:nvSpPr>
          <p:spPr>
            <a:xfrm>
              <a:off x="564688" y="4595380"/>
              <a:ext cx="2202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5</a:t>
              </a:r>
              <a:r>
                <a:rPr lang="en-US" dirty="0"/>
                <a:t>?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FB980BA-3612-3EE3-F757-AF81CF5DA355}"/>
                </a:ext>
              </a:extLst>
            </p:cNvPr>
            <p:cNvSpPr txBox="1"/>
            <p:nvPr/>
          </p:nvSpPr>
          <p:spPr>
            <a:xfrm>
              <a:off x="-156117" y="6237661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en-US" baseline="-250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98B2A6B-E448-AC10-1AD3-710E4CB2D357}"/>
                </a:ext>
              </a:extLst>
            </p:cNvPr>
            <p:cNvSpPr txBox="1"/>
            <p:nvPr/>
          </p:nvSpPr>
          <p:spPr>
            <a:xfrm>
              <a:off x="3088922" y="6237661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en-US" baseline="-250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69C507-9B74-28E3-0E5C-58F70FE537D1}"/>
                </a:ext>
              </a:extLst>
            </p:cNvPr>
            <p:cNvSpPr txBox="1"/>
            <p:nvPr/>
          </p:nvSpPr>
          <p:spPr>
            <a:xfrm>
              <a:off x="9740515" y="6319304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en-US" baseline="-250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05AC92E-83ED-CB5C-8D3D-ED6BDCD66E26}"/>
                </a:ext>
              </a:extLst>
            </p:cNvPr>
            <p:cNvSpPr txBox="1"/>
            <p:nvPr/>
          </p:nvSpPr>
          <p:spPr>
            <a:xfrm>
              <a:off x="12985554" y="631930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en-US" baseline="-250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403A596-4AB4-B906-F337-C66EC0AD5FA0}"/>
                </a:ext>
              </a:extLst>
            </p:cNvPr>
            <p:cNvSpPr txBox="1"/>
            <p:nvPr/>
          </p:nvSpPr>
          <p:spPr>
            <a:xfrm>
              <a:off x="1852062" y="7263038"/>
              <a:ext cx="2978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Is a fixed point of T</a:t>
              </a:r>
              <a:r>
                <a:rPr lang="en-US" baseline="-25000" dirty="0"/>
                <a:t>1</a:t>
              </a:r>
              <a:r>
                <a:rPr lang="en-US" dirty="0"/>
                <a:t> ∘ T</a:t>
              </a:r>
              <a:r>
                <a:rPr lang="en-US" baseline="-25000" dirty="0"/>
                <a:t>3</a:t>
              </a:r>
              <a:r>
                <a:rPr lang="en-US" dirty="0"/>
                <a:t> ∘ T</a:t>
              </a:r>
              <a:r>
                <a:rPr lang="en-US" baseline="-25000" dirty="0"/>
                <a:t>5</a:t>
              </a:r>
              <a:r>
                <a:rPr lang="en-US" dirty="0"/>
                <a:t>?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43B9AA2-2AF5-770F-7A11-87C6B982BAA5}"/>
                </a:ext>
              </a:extLst>
            </p:cNvPr>
            <p:cNvSpPr txBox="1"/>
            <p:nvPr/>
          </p:nvSpPr>
          <p:spPr>
            <a:xfrm>
              <a:off x="1486624" y="9108875"/>
              <a:ext cx="527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en-US" baseline="-25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E60B2ED-46AC-B82E-25A9-3AC60CC7544D}"/>
                </a:ext>
              </a:extLst>
            </p:cNvPr>
            <p:cNvSpPr txBox="1"/>
            <p:nvPr/>
          </p:nvSpPr>
          <p:spPr>
            <a:xfrm>
              <a:off x="4731663" y="9108875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en-US" baseline="-25000" dirty="0"/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C1D3CDC6-8DB6-A603-2A46-A022E2714E0F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 flipH="1">
              <a:off x="1601218" y="1897463"/>
              <a:ext cx="3954167" cy="1653413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EBE4E6D7-234B-87B4-CE60-03229AAD6B6C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>
              <a:off x="7796038" y="1889921"/>
              <a:ext cx="3727489" cy="166341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7AA55C03-7694-44E0-0C40-5A09A9BDB2D5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 flipH="1">
              <a:off x="4922007" y="1890415"/>
              <a:ext cx="1443299" cy="1660461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080D902-6D5E-7F71-3C67-2406546268A0}"/>
                </a:ext>
              </a:extLst>
            </p:cNvPr>
            <p:cNvCxnSpPr>
              <a:cxnSpLocks/>
              <a:endCxn id="79" idx="0"/>
            </p:cNvCxnSpPr>
            <p:nvPr/>
          </p:nvCxnSpPr>
          <p:spPr>
            <a:xfrm>
              <a:off x="7050750" y="1890415"/>
              <a:ext cx="1272374" cy="165488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4DF4CD0C-8C26-2028-703D-29BBF451EE49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 flipH="1">
              <a:off x="107706" y="5019596"/>
              <a:ext cx="1274935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E0087506-85A0-C18F-3194-25E5B8ACE307}"/>
                </a:ext>
              </a:extLst>
            </p:cNvPr>
            <p:cNvCxnSpPr>
              <a:cxnSpLocks/>
              <a:endCxn id="120" idx="0"/>
            </p:cNvCxnSpPr>
            <p:nvPr/>
          </p:nvCxnSpPr>
          <p:spPr>
            <a:xfrm>
              <a:off x="2028865" y="5019596"/>
              <a:ext cx="1297462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9A69909C-F678-C557-4423-0D9C45D94165}"/>
                </a:ext>
              </a:extLst>
            </p:cNvPr>
            <p:cNvCxnSpPr>
              <a:cxnSpLocks/>
              <a:endCxn id="121" idx="0"/>
            </p:cNvCxnSpPr>
            <p:nvPr/>
          </p:nvCxnSpPr>
          <p:spPr>
            <a:xfrm flipH="1">
              <a:off x="10004338" y="5101239"/>
              <a:ext cx="1399478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D17C25AF-CEDE-A62B-587C-C4AA47AAFFBA}"/>
                </a:ext>
              </a:extLst>
            </p:cNvPr>
            <p:cNvCxnSpPr>
              <a:cxnSpLocks/>
              <a:endCxn id="122" idx="0"/>
            </p:cNvCxnSpPr>
            <p:nvPr/>
          </p:nvCxnSpPr>
          <p:spPr>
            <a:xfrm>
              <a:off x="11849898" y="5101239"/>
              <a:ext cx="1373061" cy="121806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729DAC07-D938-2688-707C-021A058DC6AB}"/>
                </a:ext>
              </a:extLst>
            </p:cNvPr>
            <p:cNvCxnSpPr>
              <a:cxnSpLocks/>
              <a:endCxn id="142" idx="0"/>
            </p:cNvCxnSpPr>
            <p:nvPr/>
          </p:nvCxnSpPr>
          <p:spPr>
            <a:xfrm flipH="1">
              <a:off x="1750447" y="7722859"/>
              <a:ext cx="1270491" cy="138601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A4F6CBE7-91EC-0E3D-1A48-CED9C959DE55}"/>
                </a:ext>
              </a:extLst>
            </p:cNvPr>
            <p:cNvCxnSpPr>
              <a:cxnSpLocks/>
              <a:endCxn id="143" idx="0"/>
            </p:cNvCxnSpPr>
            <p:nvPr/>
          </p:nvCxnSpPr>
          <p:spPr>
            <a:xfrm>
              <a:off x="3724994" y="7722859"/>
              <a:ext cx="1244074" cy="138601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F0ECEEDE-CB00-580C-D779-35CB11389799}"/>
                </a:ext>
              </a:extLst>
            </p:cNvPr>
            <p:cNvSpPr/>
            <p:nvPr/>
          </p:nvSpPr>
          <p:spPr>
            <a:xfrm>
              <a:off x="7392799" y="8617612"/>
              <a:ext cx="4295202" cy="1159540"/>
            </a:xfrm>
            <a:prstGeom prst="roundRect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1C30829F-7B86-E12B-C622-CBD1DD83645F}"/>
                </a:ext>
              </a:extLst>
            </p:cNvPr>
            <p:cNvSpPr/>
            <p:nvPr/>
          </p:nvSpPr>
          <p:spPr>
            <a:xfrm>
              <a:off x="10654941" y="8729498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C5AFF65-D9DD-9944-0A72-9A46B78112F8}"/>
                </a:ext>
              </a:extLst>
            </p:cNvPr>
            <p:cNvSpPr txBox="1"/>
            <p:nvPr/>
          </p:nvSpPr>
          <p:spPr>
            <a:xfrm>
              <a:off x="10629179" y="9025058"/>
              <a:ext cx="9451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1</a:t>
              </a:r>
              <a:r>
                <a:rPr lang="en-US" sz="1400" dirty="0">
                  <a:solidFill>
                    <a:schemeClr val="tx1"/>
                  </a:solidFill>
                </a:rPr>
                <a:t> </a:t>
              </a:r>
              <a:r>
                <a:rPr lang="en-US" sz="1400" dirty="0"/>
                <a:t>∘ T</a:t>
              </a:r>
              <a:r>
                <a:rPr lang="en-US" sz="1400" baseline="-25000" dirty="0"/>
                <a:t>3</a:t>
              </a:r>
              <a:r>
                <a:rPr lang="en-US" sz="1400" dirty="0"/>
                <a:t> ∘ </a:t>
              </a:r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5</a:t>
              </a:r>
              <a:endParaRPr lang="en-US" sz="1400" baseline="-25000" dirty="0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9DCE1626-B735-1DD1-6F94-E6FF84025459}"/>
                </a:ext>
              </a:extLst>
            </p:cNvPr>
            <p:cNvSpPr/>
            <p:nvPr/>
          </p:nvSpPr>
          <p:spPr>
            <a:xfrm>
              <a:off x="12108198" y="8470386"/>
              <a:ext cx="267629" cy="267629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0D97623D-61D4-2142-BE71-9472726F2E06}"/>
                </a:ext>
              </a:extLst>
            </p:cNvPr>
            <p:cNvSpPr/>
            <p:nvPr/>
          </p:nvSpPr>
          <p:spPr>
            <a:xfrm>
              <a:off x="12121973" y="8924114"/>
              <a:ext cx="267629" cy="267629"/>
            </a:xfrm>
            <a:prstGeom prst="ellipse">
              <a:avLst/>
            </a:prstGeom>
            <a:solidFill>
              <a:srgbClr val="00B050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9F983B1A-0EC6-E7D6-F220-DCBAFD3547E4}"/>
                </a:ext>
              </a:extLst>
            </p:cNvPr>
            <p:cNvSpPr/>
            <p:nvPr/>
          </p:nvSpPr>
          <p:spPr>
            <a:xfrm>
              <a:off x="12121972" y="9383687"/>
              <a:ext cx="267629" cy="267629"/>
            </a:xfrm>
            <a:prstGeom prst="ellipse">
              <a:avLst/>
            </a:prstGeom>
            <a:solidFill>
              <a:srgbClr val="FF0000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6BF6343E-E58E-5272-E7CC-3F48EB1C84E0}"/>
                </a:ext>
              </a:extLst>
            </p:cNvPr>
            <p:cNvSpPr txBox="1"/>
            <p:nvPr/>
          </p:nvSpPr>
          <p:spPr>
            <a:xfrm>
              <a:off x="12411553" y="8419534"/>
              <a:ext cx="1673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information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95BC2AE5-DB98-9CE6-8630-B1314766CE9C}"/>
                </a:ext>
              </a:extLst>
            </p:cNvPr>
            <p:cNvSpPr txBox="1"/>
            <p:nvPr/>
          </p:nvSpPr>
          <p:spPr>
            <a:xfrm>
              <a:off x="12411553" y="8873262"/>
              <a:ext cx="1400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 fixed point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331B05D-42D8-9C3C-6A65-57F2FFC7BCD5}"/>
                </a:ext>
              </a:extLst>
            </p:cNvPr>
            <p:cNvSpPr txBox="1"/>
            <p:nvPr/>
          </p:nvSpPr>
          <p:spPr>
            <a:xfrm>
              <a:off x="12411553" y="9332835"/>
              <a:ext cx="17999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Not a fixed point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7D7C0AB-C5FA-CF36-50C6-FFFC45935BEB}"/>
                </a:ext>
              </a:extLst>
            </p:cNvPr>
            <p:cNvSpPr txBox="1"/>
            <p:nvPr/>
          </p:nvSpPr>
          <p:spPr>
            <a:xfrm>
              <a:off x="7703904" y="8098255"/>
              <a:ext cx="575607" cy="4001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shade val="15000"/>
                </a:schemeClr>
              </a:solidFill>
              <a:prstDash val="sysDash"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Key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8BEDD3B-D933-15D2-7522-A992F7991ABF}"/>
                </a:ext>
              </a:extLst>
            </p:cNvPr>
            <p:cNvGrpSpPr/>
            <p:nvPr/>
          </p:nvGrpSpPr>
          <p:grpSpPr>
            <a:xfrm>
              <a:off x="5780928" y="949292"/>
              <a:ext cx="1671045" cy="473633"/>
              <a:chOff x="343224" y="555912"/>
              <a:chExt cx="1671045" cy="473633"/>
            </a:xfrm>
          </p:grpSpPr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B1269EE-803F-0D02-DDBD-B7BCA712750D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BD0020E-2C4E-2A10-A214-48AF62A1B094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73CEA07-345C-9B7C-FADC-4FD05CD46EBD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8BAA630-1A49-ABF7-5C4F-97951032481D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A0278AB-7ACD-6FC6-A8BB-A06EB5BDB080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2354EEC-2A47-EE60-73CE-A4DF5E0CD61E}"/>
                </a:ext>
              </a:extLst>
            </p:cNvPr>
            <p:cNvGrpSpPr/>
            <p:nvPr/>
          </p:nvGrpSpPr>
          <p:grpSpPr>
            <a:xfrm>
              <a:off x="830332" y="3976516"/>
              <a:ext cx="1671045" cy="473633"/>
              <a:chOff x="343224" y="555912"/>
              <a:chExt cx="1671045" cy="473633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5EE1C7A5-D013-1733-4188-F3A770999077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31215EC-11F6-DB2A-0B97-473DBFAE0649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13CD9D3-C21A-E19B-8C8E-7B44A70FE67D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28F5E96-F737-8A58-9070-B6217F9ADC10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C91DBE6-9984-EEC1-9FFF-32CAB10E34DF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6613A23-8992-5756-682B-6953C355C6B1}"/>
                </a:ext>
              </a:extLst>
            </p:cNvPr>
            <p:cNvGrpSpPr/>
            <p:nvPr/>
          </p:nvGrpSpPr>
          <p:grpSpPr>
            <a:xfrm>
              <a:off x="4086484" y="3976191"/>
              <a:ext cx="1671045" cy="473633"/>
              <a:chOff x="343224" y="555912"/>
              <a:chExt cx="1671045" cy="473633"/>
            </a:xfrm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7C1E1C08-B98E-BBD1-F52B-34E0C716F586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A9B7E52D-398D-95FD-39EB-03CA3382FCBC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0509D31-3E9D-1F44-8430-91D197F6FACD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783B98D-A97F-C5FC-01C0-15929E446448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F02967A-A49F-9E48-2A95-E666F7795DEC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5603744-A350-C330-1239-F697AA631B9F}"/>
                </a:ext>
              </a:extLst>
            </p:cNvPr>
            <p:cNvGrpSpPr/>
            <p:nvPr/>
          </p:nvGrpSpPr>
          <p:grpSpPr>
            <a:xfrm>
              <a:off x="7373001" y="4006781"/>
              <a:ext cx="1671045" cy="473633"/>
              <a:chOff x="343224" y="555912"/>
              <a:chExt cx="1671045" cy="473633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FE757683-A5D3-D9A7-DE27-56D1B7710E3F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603DB83-8CF7-35D8-0290-2EC10BEE825D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6290318-F576-1A0B-0EFC-14BB6C464674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0FB732C-BE70-FACE-C580-39387E0EFE36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05E0C5D-0E85-EA82-7DA7-072D1E7928E7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AAC3E4F-60BB-6972-3BD5-09841070F7AA}"/>
                </a:ext>
              </a:extLst>
            </p:cNvPr>
            <p:cNvGrpSpPr/>
            <p:nvPr/>
          </p:nvGrpSpPr>
          <p:grpSpPr>
            <a:xfrm>
              <a:off x="10638112" y="3977552"/>
              <a:ext cx="1671045" cy="473633"/>
              <a:chOff x="343224" y="555912"/>
              <a:chExt cx="1671045" cy="473633"/>
            </a:xfrm>
          </p:grpSpPr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AF2858D9-DBA1-958F-9999-FA8335E8D0D2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4C36190-E5E9-7F10-3A61-752B0484AFED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D2C1EBF-5248-E1EC-FA1E-33A56ED9B59A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9D7331E2-155A-FDF3-6252-37B3991F927E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B4D888DE-C45F-7C7A-49FE-7FB6D9EAE5C5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7992DEC-0E60-F47D-03F1-7250256D01D3}"/>
                </a:ext>
              </a:extLst>
            </p:cNvPr>
            <p:cNvGrpSpPr/>
            <p:nvPr/>
          </p:nvGrpSpPr>
          <p:grpSpPr>
            <a:xfrm>
              <a:off x="9154071" y="6706902"/>
              <a:ext cx="1671045" cy="473633"/>
              <a:chOff x="343224" y="555912"/>
              <a:chExt cx="1671045" cy="473633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F61F116C-CAD1-5D3F-DB48-E1C29AAF8EAD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5BFC3F8-358E-4FE2-F4D9-2FDD4DD3AC79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475B3B9-A011-AC56-6AE4-3E663BC8C85C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5FCAD21F-2E97-2A02-46BE-C6EAB2D17BCC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02918E6-1154-4D75-DF0D-057990C091A2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890C77-D3BA-BC61-63F7-2A05A48F513D}"/>
                </a:ext>
              </a:extLst>
            </p:cNvPr>
            <p:cNvGrpSpPr/>
            <p:nvPr/>
          </p:nvGrpSpPr>
          <p:grpSpPr>
            <a:xfrm>
              <a:off x="12365007" y="6698034"/>
              <a:ext cx="1671045" cy="473633"/>
              <a:chOff x="343224" y="555912"/>
              <a:chExt cx="1671045" cy="473633"/>
            </a:xfrm>
          </p:grpSpPr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0B3C3F81-50B7-8DE9-4F14-B54B4DE6B949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5C4E3E3-7831-8E75-5EA8-61042E77FB58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909CBB9-8983-6F7F-C062-3F7E94DDD9CB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A09A74A-1D43-B21A-20E8-1FE0EF308010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3E18EA1-57C1-AD00-A68B-8FD16F0FDDED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49D3CAA-4CB9-1F83-EEA1-78C387861C03}"/>
                </a:ext>
              </a:extLst>
            </p:cNvPr>
            <p:cNvGrpSpPr/>
            <p:nvPr/>
          </p:nvGrpSpPr>
          <p:grpSpPr>
            <a:xfrm>
              <a:off x="922672" y="9532999"/>
              <a:ext cx="1671045" cy="473633"/>
              <a:chOff x="343224" y="555912"/>
              <a:chExt cx="1671045" cy="473633"/>
            </a:xfrm>
          </p:grpSpPr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1ACCDD10-20D1-B93F-07C2-16742D7D27B3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8753501F-37EE-38E6-D604-0B9F7CED8D0F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BC3065D-842D-5059-AC91-59191FC7B272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6D866B9-3123-D437-A969-619DCCB10EF8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33D09218-9DD6-99A2-6D49-7BA7E18F52DC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1E78D64-3CB0-09A6-3CC0-2D8AF09152D5}"/>
                </a:ext>
              </a:extLst>
            </p:cNvPr>
            <p:cNvGrpSpPr/>
            <p:nvPr/>
          </p:nvGrpSpPr>
          <p:grpSpPr>
            <a:xfrm>
              <a:off x="2490804" y="6662976"/>
              <a:ext cx="1671045" cy="473633"/>
              <a:chOff x="343224" y="555912"/>
              <a:chExt cx="1671045" cy="473633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00FE1E01-3E7C-B2E8-FF96-6BF0B5602FCF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44D49F02-0326-F49B-8950-CBC3220A63DB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FE4B235-7657-41BC-1742-77ABBC88F80A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5ECD5D3-05FB-FC10-B2A1-F4AF93AB107A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2D5CF6B1-CE80-9DCB-2588-89DDC8F68699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8FFA319-105C-8719-7AC1-80135F2CB906}"/>
                </a:ext>
              </a:extLst>
            </p:cNvPr>
            <p:cNvGrpSpPr/>
            <p:nvPr/>
          </p:nvGrpSpPr>
          <p:grpSpPr>
            <a:xfrm>
              <a:off x="-734906" y="6674460"/>
              <a:ext cx="1671045" cy="473633"/>
              <a:chOff x="343224" y="555912"/>
              <a:chExt cx="1671045" cy="473633"/>
            </a:xfrm>
          </p:grpSpPr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37F09ADE-5429-C4C9-BE45-91CFD5667D08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FE21E09C-6D1E-51E8-4753-9E4020CFEB27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AC74043-A6EB-37B3-88EC-26680C779BBC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24809D62-DCB5-DAD1-1424-3B9EF59773E8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00B05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1C7E47D-78B8-1EF7-F86F-F17DF3055412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3616AF5-DD12-4BF9-68F8-1B8309DE4B4F}"/>
                </a:ext>
              </a:extLst>
            </p:cNvPr>
            <p:cNvGrpSpPr/>
            <p:nvPr/>
          </p:nvGrpSpPr>
          <p:grpSpPr>
            <a:xfrm>
              <a:off x="4127553" y="9503325"/>
              <a:ext cx="1671045" cy="473633"/>
              <a:chOff x="343224" y="555912"/>
              <a:chExt cx="1671045" cy="473633"/>
            </a:xfrm>
          </p:grpSpPr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E9A1A45D-7293-CCE6-62A9-E49D2EE357A5}"/>
                  </a:ext>
                </a:extLst>
              </p:cNvPr>
              <p:cNvSpPr/>
              <p:nvPr/>
            </p:nvSpPr>
            <p:spPr>
              <a:xfrm>
                <a:off x="343224" y="555912"/>
                <a:ext cx="1671045" cy="473633"/>
              </a:xfrm>
              <a:prstGeom prst="roundRect">
                <a:avLst/>
              </a:prstGeom>
              <a:solidFill>
                <a:schemeClr val="bg2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BC01EEE-3A05-BF5B-7AA8-71B6FC6029BB}"/>
                  </a:ext>
                </a:extLst>
              </p:cNvPr>
              <p:cNvSpPr/>
              <p:nvPr/>
            </p:nvSpPr>
            <p:spPr>
              <a:xfrm>
                <a:off x="465887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B400595-5CEA-6752-4FAE-2DF7229A8568}"/>
                  </a:ext>
                </a:extLst>
              </p:cNvPr>
              <p:cNvSpPr/>
              <p:nvPr/>
            </p:nvSpPr>
            <p:spPr>
              <a:xfrm>
                <a:off x="856178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E1574AC4-834F-31F0-28A5-9FAD5F8C4E2A}"/>
                  </a:ext>
                </a:extLst>
              </p:cNvPr>
              <p:cNvSpPr/>
              <p:nvPr/>
            </p:nvSpPr>
            <p:spPr>
              <a:xfrm>
                <a:off x="1224164" y="650697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F7DD7DE5-3316-F2AB-782C-40E0EB49AB62}"/>
                  </a:ext>
                </a:extLst>
              </p:cNvPr>
              <p:cNvSpPr/>
              <p:nvPr/>
            </p:nvSpPr>
            <p:spPr>
              <a:xfrm>
                <a:off x="1614504" y="653159"/>
                <a:ext cx="267629" cy="267629"/>
              </a:xfrm>
              <a:prstGeom prst="ellipse">
                <a:avLst/>
              </a:prstGeom>
              <a:solidFill>
                <a:srgbClr val="FF0000"/>
              </a:solidFill>
              <a:ln w="222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FC68E3C-94B6-3DFF-01D8-AECC307CDDBC}"/>
                </a:ext>
              </a:extLst>
            </p:cNvPr>
            <p:cNvSpPr/>
            <p:nvPr/>
          </p:nvSpPr>
          <p:spPr>
            <a:xfrm>
              <a:off x="7502570" y="8733283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24DDEB2-3A38-A4AE-4DA7-2B179A7E7DF1}"/>
                </a:ext>
              </a:extLst>
            </p:cNvPr>
            <p:cNvSpPr/>
            <p:nvPr/>
          </p:nvSpPr>
          <p:spPr>
            <a:xfrm>
              <a:off x="8562987" y="8729497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493C2ED9-B0C1-1507-1E2A-2FF10DEE2D2F}"/>
                </a:ext>
              </a:extLst>
            </p:cNvPr>
            <p:cNvSpPr/>
            <p:nvPr/>
          </p:nvSpPr>
          <p:spPr>
            <a:xfrm>
              <a:off x="9623404" y="8729545"/>
              <a:ext cx="894965" cy="896381"/>
            </a:xfrm>
            <a:prstGeom prst="ellipse">
              <a:avLst/>
            </a:prstGeom>
            <a:solidFill>
              <a:schemeClr val="bg2"/>
            </a:solidFill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32C086B-4413-0501-4613-C4C93A65D112}"/>
                </a:ext>
              </a:extLst>
            </p:cNvPr>
            <p:cNvSpPr txBox="1"/>
            <p:nvPr/>
          </p:nvSpPr>
          <p:spPr>
            <a:xfrm>
              <a:off x="7545413" y="9037854"/>
              <a:ext cx="7966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1</a:t>
              </a:r>
              <a:endParaRPr lang="en-US" sz="1400" baseline="-25000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D363BB7-0CD7-BA65-202C-1A2468D2DD94}"/>
                </a:ext>
              </a:extLst>
            </p:cNvPr>
            <p:cNvSpPr txBox="1"/>
            <p:nvPr/>
          </p:nvSpPr>
          <p:spPr>
            <a:xfrm>
              <a:off x="8612150" y="9033147"/>
              <a:ext cx="7966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>
                  <a:solidFill>
                    <a:schemeClr val="tx1"/>
                  </a:solidFill>
                </a:rPr>
                <a:t>3</a:t>
              </a:r>
              <a:endParaRPr lang="en-US" sz="1400" baseline="-25000" dirty="0"/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0549EFD8-C758-6BBE-F799-2AE2940C7A74}"/>
                </a:ext>
              </a:extLst>
            </p:cNvPr>
            <p:cNvSpPr txBox="1"/>
            <p:nvPr/>
          </p:nvSpPr>
          <p:spPr>
            <a:xfrm>
              <a:off x="9670330" y="9030211"/>
              <a:ext cx="7966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</a:t>
              </a:r>
              <a:r>
                <a:rPr lang="en-US" sz="1400" baseline="-25000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127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BE77-30C0-5B20-1E9A-3BE964E3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52892C3-7102-31E3-E7FD-21511D93D49B}"/>
              </a:ext>
            </a:extLst>
          </p:cNvPr>
          <p:cNvGrpSpPr/>
          <p:nvPr/>
        </p:nvGrpSpPr>
        <p:grpSpPr>
          <a:xfrm>
            <a:off x="-2107451" y="542351"/>
            <a:ext cx="18680649" cy="6495255"/>
            <a:chOff x="-2107451" y="542351"/>
            <a:chExt cx="18680649" cy="6495255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5A3D4948-6540-3BE4-0223-A2B3A2AAF9B4}"/>
                </a:ext>
              </a:extLst>
            </p:cNvPr>
            <p:cNvSpPr/>
            <p:nvPr/>
          </p:nvSpPr>
          <p:spPr>
            <a:xfrm>
              <a:off x="3846199" y="1538877"/>
              <a:ext cx="4529099" cy="630201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Q-learning Run (Trial 1)</a:t>
              </a:r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B01D2B7-E1FB-48F0-119D-DB13DDDCE7AA}"/>
                </a:ext>
              </a:extLst>
            </p:cNvPr>
            <p:cNvSpPr/>
            <p:nvPr/>
          </p:nvSpPr>
          <p:spPr>
            <a:xfrm>
              <a:off x="3846199" y="2407373"/>
              <a:ext cx="4529099" cy="630201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Q-learning Run (Trial 2)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E2C0CB7-3EF0-BEC2-018A-2672FB8FDEC8}"/>
                </a:ext>
              </a:extLst>
            </p:cNvPr>
            <p:cNvSpPr/>
            <p:nvPr/>
          </p:nvSpPr>
          <p:spPr>
            <a:xfrm>
              <a:off x="3846199" y="3275869"/>
              <a:ext cx="4529099" cy="630201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Q-learning Run (Trial 3)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842825A-4A5C-46F3-FF5C-CB85630F2F59}"/>
                </a:ext>
              </a:extLst>
            </p:cNvPr>
            <p:cNvSpPr/>
            <p:nvPr/>
          </p:nvSpPr>
          <p:spPr>
            <a:xfrm>
              <a:off x="3846197" y="5201289"/>
              <a:ext cx="4529099" cy="630201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Q-learning Run (Trial N)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4D8587E-7E3D-471C-5550-1C5CC78AF7BF}"/>
                </a:ext>
              </a:extLst>
            </p:cNvPr>
            <p:cNvSpPr/>
            <p:nvPr/>
          </p:nvSpPr>
          <p:spPr>
            <a:xfrm>
              <a:off x="617005" y="2509378"/>
              <a:ext cx="1733320" cy="2163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Initialise</a:t>
              </a:r>
              <a:r>
                <a:rPr lang="en-US" dirty="0">
                  <a:solidFill>
                    <a:schemeClr val="tx1"/>
                  </a:solidFill>
                </a:rPr>
                <a:t> Q-values 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74C4A6E-E954-52B6-83C9-E16E390C4647}"/>
                </a:ext>
              </a:extLst>
            </p:cNvPr>
            <p:cNvSpPr/>
            <p:nvPr/>
          </p:nvSpPr>
          <p:spPr>
            <a:xfrm>
              <a:off x="9871172" y="2509378"/>
              <a:ext cx="1733320" cy="2163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Combine Q-values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BA6AA1E-3ACC-D0F1-B73E-04458C566F85}"/>
                </a:ext>
              </a:extLst>
            </p:cNvPr>
            <p:cNvSpPr/>
            <p:nvPr/>
          </p:nvSpPr>
          <p:spPr>
            <a:xfrm>
              <a:off x="2229139" y="3527162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503C4E6-B51D-C75C-4F8F-8EA29B56C7F1}"/>
                </a:ext>
              </a:extLst>
            </p:cNvPr>
            <p:cNvSpPr/>
            <p:nvPr/>
          </p:nvSpPr>
          <p:spPr>
            <a:xfrm>
              <a:off x="2229139" y="3360907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FCBD5F-83CF-5273-09FA-3D488C28384F}"/>
                </a:ext>
              </a:extLst>
            </p:cNvPr>
            <p:cNvSpPr/>
            <p:nvPr/>
          </p:nvSpPr>
          <p:spPr>
            <a:xfrm>
              <a:off x="2229139" y="3194652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1CA5405-7390-5734-DB7A-DA362BB59C54}"/>
                </a:ext>
              </a:extLst>
            </p:cNvPr>
            <p:cNvSpPr/>
            <p:nvPr/>
          </p:nvSpPr>
          <p:spPr>
            <a:xfrm>
              <a:off x="2229139" y="3693417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09AC17E-A531-8E12-A7D2-D1400EBDB5A2}"/>
                </a:ext>
              </a:extLst>
            </p:cNvPr>
            <p:cNvSpPr/>
            <p:nvPr/>
          </p:nvSpPr>
          <p:spPr>
            <a:xfrm>
              <a:off x="2229139" y="3859672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810AA933-1E94-E208-3997-F3C47F45BBED}"/>
                </a:ext>
              </a:extLst>
            </p:cNvPr>
            <p:cNvCxnSpPr>
              <a:cxnSpLocks/>
              <a:stCxn id="21" idx="6"/>
              <a:endCxn id="27" idx="1"/>
            </p:cNvCxnSpPr>
            <p:nvPr/>
          </p:nvCxnSpPr>
          <p:spPr>
            <a:xfrm flipV="1">
              <a:off x="2350325" y="1853978"/>
              <a:ext cx="1495874" cy="1404481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>
              <a:extLst>
                <a:ext uri="{FF2B5EF4-FFF2-40B4-BE49-F238E27FC236}">
                  <a16:creationId xmlns:a16="http://schemas.microsoft.com/office/drawing/2014/main" id="{1AC11EB6-9E1E-3AE5-FF59-B840FB7C704E}"/>
                </a:ext>
              </a:extLst>
            </p:cNvPr>
            <p:cNvCxnSpPr>
              <a:cxnSpLocks/>
              <a:stCxn id="20" idx="6"/>
              <a:endCxn id="2" idx="1"/>
            </p:cNvCxnSpPr>
            <p:nvPr/>
          </p:nvCxnSpPr>
          <p:spPr>
            <a:xfrm flipV="1">
              <a:off x="2350325" y="2722474"/>
              <a:ext cx="1495874" cy="702240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urved Connector 49">
              <a:extLst>
                <a:ext uri="{FF2B5EF4-FFF2-40B4-BE49-F238E27FC236}">
                  <a16:creationId xmlns:a16="http://schemas.microsoft.com/office/drawing/2014/main" id="{ECE467B1-8D7B-742F-CFF5-7990618220CB}"/>
                </a:ext>
              </a:extLst>
            </p:cNvPr>
            <p:cNvCxnSpPr>
              <a:cxnSpLocks/>
              <a:stCxn id="19" idx="6"/>
              <a:endCxn id="3" idx="1"/>
            </p:cNvCxnSpPr>
            <p:nvPr/>
          </p:nvCxnSpPr>
          <p:spPr>
            <a:xfrm>
              <a:off x="2350325" y="3590969"/>
              <a:ext cx="1495874" cy="1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urved Connector 52">
              <a:extLst>
                <a:ext uri="{FF2B5EF4-FFF2-40B4-BE49-F238E27FC236}">
                  <a16:creationId xmlns:a16="http://schemas.microsoft.com/office/drawing/2014/main" id="{F992F059-3A78-FEF1-0600-F8A688D01EDA}"/>
                </a:ext>
              </a:extLst>
            </p:cNvPr>
            <p:cNvCxnSpPr>
              <a:cxnSpLocks/>
              <a:stCxn id="23" idx="6"/>
              <a:endCxn id="4" idx="1"/>
            </p:cNvCxnSpPr>
            <p:nvPr/>
          </p:nvCxnSpPr>
          <p:spPr>
            <a:xfrm>
              <a:off x="2350325" y="3923479"/>
              <a:ext cx="1495872" cy="159291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urved Connector 58">
              <a:extLst>
                <a:ext uri="{FF2B5EF4-FFF2-40B4-BE49-F238E27FC236}">
                  <a16:creationId xmlns:a16="http://schemas.microsoft.com/office/drawing/2014/main" id="{8F583267-CA37-1EE8-73FA-CFBAD90443A5}"/>
                </a:ext>
              </a:extLst>
            </p:cNvPr>
            <p:cNvCxnSpPr>
              <a:cxnSpLocks/>
              <a:stCxn id="22" idx="6"/>
            </p:cNvCxnSpPr>
            <p:nvPr/>
          </p:nvCxnSpPr>
          <p:spPr>
            <a:xfrm>
              <a:off x="2350325" y="3757224"/>
              <a:ext cx="1495873" cy="796456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24AE7C2-820C-A172-A508-DEC48E937AEE}"/>
                </a:ext>
              </a:extLst>
            </p:cNvPr>
            <p:cNvSpPr/>
            <p:nvPr/>
          </p:nvSpPr>
          <p:spPr>
            <a:xfrm>
              <a:off x="9871170" y="3527162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3C00BED-EC99-6EB0-9825-483934BC5A51}"/>
                </a:ext>
              </a:extLst>
            </p:cNvPr>
            <p:cNvSpPr/>
            <p:nvPr/>
          </p:nvSpPr>
          <p:spPr>
            <a:xfrm>
              <a:off x="9871170" y="3360907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2C1D03F-8377-7928-95EE-110A29677235}"/>
                </a:ext>
              </a:extLst>
            </p:cNvPr>
            <p:cNvSpPr/>
            <p:nvPr/>
          </p:nvSpPr>
          <p:spPr>
            <a:xfrm>
              <a:off x="9871170" y="3194652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38E33BD-FA8C-96CF-6122-8CC7EF25DD16}"/>
                </a:ext>
              </a:extLst>
            </p:cNvPr>
            <p:cNvSpPr/>
            <p:nvPr/>
          </p:nvSpPr>
          <p:spPr>
            <a:xfrm>
              <a:off x="9871170" y="3693417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E4180A8-63F5-3E9C-DAB6-12D5903CD444}"/>
                </a:ext>
              </a:extLst>
            </p:cNvPr>
            <p:cNvSpPr/>
            <p:nvPr/>
          </p:nvSpPr>
          <p:spPr>
            <a:xfrm>
              <a:off x="9871170" y="3859672"/>
              <a:ext cx="121186" cy="12761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Curved Connector 71">
              <a:extLst>
                <a:ext uri="{FF2B5EF4-FFF2-40B4-BE49-F238E27FC236}">
                  <a16:creationId xmlns:a16="http://schemas.microsoft.com/office/drawing/2014/main" id="{D4B3528C-8E59-7859-D76B-3480A1D44211}"/>
                </a:ext>
              </a:extLst>
            </p:cNvPr>
            <p:cNvCxnSpPr>
              <a:cxnSpLocks/>
              <a:stCxn id="27" idx="3"/>
              <a:endCxn id="69" idx="2"/>
            </p:cNvCxnSpPr>
            <p:nvPr/>
          </p:nvCxnSpPr>
          <p:spPr>
            <a:xfrm>
              <a:off x="8375298" y="1853978"/>
              <a:ext cx="1495872" cy="1404481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urved Connector 74">
              <a:extLst>
                <a:ext uri="{FF2B5EF4-FFF2-40B4-BE49-F238E27FC236}">
                  <a16:creationId xmlns:a16="http://schemas.microsoft.com/office/drawing/2014/main" id="{363EF6CB-581D-5B7E-E167-4103D8FE2439}"/>
                </a:ext>
              </a:extLst>
            </p:cNvPr>
            <p:cNvCxnSpPr>
              <a:cxnSpLocks/>
              <a:stCxn id="2" idx="3"/>
              <a:endCxn id="68" idx="2"/>
            </p:cNvCxnSpPr>
            <p:nvPr/>
          </p:nvCxnSpPr>
          <p:spPr>
            <a:xfrm>
              <a:off x="8375298" y="2722474"/>
              <a:ext cx="1495872" cy="702240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urved Connector 77">
              <a:extLst>
                <a:ext uri="{FF2B5EF4-FFF2-40B4-BE49-F238E27FC236}">
                  <a16:creationId xmlns:a16="http://schemas.microsoft.com/office/drawing/2014/main" id="{42FCE940-D2B5-C679-E352-FCB4821AFDDD}"/>
                </a:ext>
              </a:extLst>
            </p:cNvPr>
            <p:cNvCxnSpPr>
              <a:cxnSpLocks/>
              <a:stCxn id="3" idx="3"/>
              <a:endCxn id="67" idx="2"/>
            </p:cNvCxnSpPr>
            <p:nvPr/>
          </p:nvCxnSpPr>
          <p:spPr>
            <a:xfrm flipV="1">
              <a:off x="8375298" y="3590969"/>
              <a:ext cx="1495872" cy="1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urved Connector 80">
              <a:extLst>
                <a:ext uri="{FF2B5EF4-FFF2-40B4-BE49-F238E27FC236}">
                  <a16:creationId xmlns:a16="http://schemas.microsoft.com/office/drawing/2014/main" id="{7D651BFD-6194-2FC6-C175-68301A74B032}"/>
                </a:ext>
              </a:extLst>
            </p:cNvPr>
            <p:cNvCxnSpPr>
              <a:cxnSpLocks/>
              <a:endCxn id="70" idx="2"/>
            </p:cNvCxnSpPr>
            <p:nvPr/>
          </p:nvCxnSpPr>
          <p:spPr>
            <a:xfrm flipV="1">
              <a:off x="8375297" y="3757224"/>
              <a:ext cx="1495873" cy="796456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urved Connector 83">
              <a:extLst>
                <a:ext uri="{FF2B5EF4-FFF2-40B4-BE49-F238E27FC236}">
                  <a16:creationId xmlns:a16="http://schemas.microsoft.com/office/drawing/2014/main" id="{9EC46E83-2D9A-FCB8-BEC7-188C2F21551E}"/>
                </a:ext>
              </a:extLst>
            </p:cNvPr>
            <p:cNvCxnSpPr>
              <a:cxnSpLocks/>
              <a:stCxn id="4" idx="3"/>
              <a:endCxn id="71" idx="2"/>
            </p:cNvCxnSpPr>
            <p:nvPr/>
          </p:nvCxnSpPr>
          <p:spPr>
            <a:xfrm flipV="1">
              <a:off x="8375296" y="3923479"/>
              <a:ext cx="1495874" cy="159291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85E74C5-7CFF-0227-8220-41122AADBAEA}"/>
                </a:ext>
              </a:extLst>
            </p:cNvPr>
            <p:cNvSpPr txBox="1"/>
            <p:nvPr/>
          </p:nvSpPr>
          <p:spPr>
            <a:xfrm rot="5400000">
              <a:off x="5809614" y="4177664"/>
              <a:ext cx="6463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…</a:t>
              </a:r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59BE7DD1-8233-E3AB-9F8B-75737BE7B743}"/>
                </a:ext>
              </a:extLst>
            </p:cNvPr>
            <p:cNvSpPr/>
            <p:nvPr/>
          </p:nvSpPr>
          <p:spPr>
            <a:xfrm>
              <a:off x="3831450" y="542351"/>
              <a:ext cx="4529099" cy="630201"/>
            </a:xfrm>
            <a:prstGeom prst="roundRect">
              <a:avLst>
                <a:gd name="adj" fmla="val 50000"/>
              </a:avLst>
            </a:prstGeom>
            <a:noFill/>
            <a:ln w="317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u="sng" dirty="0">
                  <a:solidFill>
                    <a:schemeClr val="tx1"/>
                  </a:solidFill>
                </a:rPr>
                <a:t>Stage m</a:t>
              </a:r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455B73F4-CE3B-81EF-A52C-1014347832C6}"/>
                </a:ext>
              </a:extLst>
            </p:cNvPr>
            <p:cNvSpPr/>
            <p:nvPr/>
          </p:nvSpPr>
          <p:spPr>
            <a:xfrm>
              <a:off x="-2107451" y="2509377"/>
              <a:ext cx="1733320" cy="2163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Start</a:t>
              </a:r>
            </a:p>
          </p:txBody>
        </p:sp>
        <p:cxnSp>
          <p:nvCxnSpPr>
            <p:cNvPr id="101" name="Curved Connector 100">
              <a:extLst>
                <a:ext uri="{FF2B5EF4-FFF2-40B4-BE49-F238E27FC236}">
                  <a16:creationId xmlns:a16="http://schemas.microsoft.com/office/drawing/2014/main" id="{41E494BB-86FF-48DF-0A84-5B892DD7249E}"/>
                </a:ext>
              </a:extLst>
            </p:cNvPr>
            <p:cNvCxnSpPr>
              <a:cxnSpLocks/>
              <a:stCxn id="100" idx="3"/>
              <a:endCxn id="5" idx="1"/>
            </p:cNvCxnSpPr>
            <p:nvPr/>
          </p:nvCxnSpPr>
          <p:spPr>
            <a:xfrm>
              <a:off x="-374131" y="3590968"/>
              <a:ext cx="991136" cy="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980C1B93-5194-6DC4-4A02-100766C62FFC}"/>
                </a:ext>
              </a:extLst>
            </p:cNvPr>
            <p:cNvSpPr/>
            <p:nvPr/>
          </p:nvSpPr>
          <p:spPr>
            <a:xfrm>
              <a:off x="14839878" y="2509377"/>
              <a:ext cx="1733320" cy="2163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End</a:t>
              </a:r>
            </a:p>
          </p:txBody>
        </p:sp>
        <p:cxnSp>
          <p:nvCxnSpPr>
            <p:cNvPr id="106" name="Curved Connector 105">
              <a:extLst>
                <a:ext uri="{FF2B5EF4-FFF2-40B4-BE49-F238E27FC236}">
                  <a16:creationId xmlns:a16="http://schemas.microsoft.com/office/drawing/2014/main" id="{87B6BE67-06E6-F364-D66F-E6E51F5073ED}"/>
                </a:ext>
              </a:extLst>
            </p:cNvPr>
            <p:cNvCxnSpPr>
              <a:cxnSpLocks/>
              <a:stCxn id="6" idx="3"/>
              <a:endCxn id="117" idx="1"/>
            </p:cNvCxnSpPr>
            <p:nvPr/>
          </p:nvCxnSpPr>
          <p:spPr>
            <a:xfrm flipV="1">
              <a:off x="11604492" y="3584768"/>
              <a:ext cx="751033" cy="620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urved Connector 109">
              <a:extLst>
                <a:ext uri="{FF2B5EF4-FFF2-40B4-BE49-F238E27FC236}">
                  <a16:creationId xmlns:a16="http://schemas.microsoft.com/office/drawing/2014/main" id="{3C9B37AE-7320-412F-6470-C1AFB6E25CA3}"/>
                </a:ext>
              </a:extLst>
            </p:cNvPr>
            <p:cNvCxnSpPr>
              <a:cxnSpLocks/>
              <a:stCxn id="117" idx="3"/>
              <a:endCxn id="105" idx="1"/>
            </p:cNvCxnSpPr>
            <p:nvPr/>
          </p:nvCxnSpPr>
          <p:spPr>
            <a:xfrm>
              <a:off x="14088845" y="3584768"/>
              <a:ext cx="751033" cy="620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urved Connector 112">
              <a:extLst>
                <a:ext uri="{FF2B5EF4-FFF2-40B4-BE49-F238E27FC236}">
                  <a16:creationId xmlns:a16="http://schemas.microsoft.com/office/drawing/2014/main" id="{39FDEE20-BCF2-C1BA-4483-51020F95094A}"/>
                </a:ext>
              </a:extLst>
            </p:cNvPr>
            <p:cNvCxnSpPr>
              <a:cxnSpLocks/>
              <a:stCxn id="117" idx="2"/>
              <a:endCxn id="124" idx="3"/>
            </p:cNvCxnSpPr>
            <p:nvPr/>
          </p:nvCxnSpPr>
          <p:spPr>
            <a:xfrm rot="5400000">
              <a:off x="6614570" y="112901"/>
              <a:ext cx="2642506" cy="10572725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Decision 116">
              <a:extLst>
                <a:ext uri="{FF2B5EF4-FFF2-40B4-BE49-F238E27FC236}">
                  <a16:creationId xmlns:a16="http://schemas.microsoft.com/office/drawing/2014/main" id="{0C121FD1-B3C5-7FAA-A38F-52CD865F3F52}"/>
                </a:ext>
              </a:extLst>
            </p:cNvPr>
            <p:cNvSpPr/>
            <p:nvPr/>
          </p:nvSpPr>
          <p:spPr>
            <a:xfrm>
              <a:off x="12355525" y="3091525"/>
              <a:ext cx="1733320" cy="986485"/>
            </a:xfrm>
            <a:prstGeom prst="flowChartDecision">
              <a:avLst/>
            </a:prstGeom>
            <a:solidFill>
              <a:schemeClr val="tx1">
                <a:alpha val="5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m= M?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3099621-CB18-67E9-CF92-BE49CF94A000}"/>
                </a:ext>
              </a:extLst>
            </p:cNvPr>
            <p:cNvSpPr/>
            <p:nvPr/>
          </p:nvSpPr>
          <p:spPr>
            <a:xfrm>
              <a:off x="317871" y="6403425"/>
              <a:ext cx="2331589" cy="634181"/>
            </a:xfrm>
            <a:prstGeom prst="rect">
              <a:avLst/>
            </a:prstGeom>
            <a:solidFill>
              <a:schemeClr val="tx1">
                <a:alpha val="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Increase m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Increase </a:t>
              </a:r>
              <a:r>
                <a:rPr lang="en-US" dirty="0" err="1">
                  <a:solidFill>
                    <a:schemeClr val="tx1"/>
                  </a:solidFill>
                </a:rPr>
                <a:t>ε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7" name="Curved Connector 126">
              <a:extLst>
                <a:ext uri="{FF2B5EF4-FFF2-40B4-BE49-F238E27FC236}">
                  <a16:creationId xmlns:a16="http://schemas.microsoft.com/office/drawing/2014/main" id="{8A5996EC-7003-4DE0-FBD5-C2EB26BBC320}"/>
                </a:ext>
              </a:extLst>
            </p:cNvPr>
            <p:cNvCxnSpPr>
              <a:cxnSpLocks/>
              <a:stCxn id="124" idx="0"/>
              <a:endCxn id="5" idx="2"/>
            </p:cNvCxnSpPr>
            <p:nvPr/>
          </p:nvCxnSpPr>
          <p:spPr>
            <a:xfrm rot="16200000" flipV="1">
              <a:off x="618234" y="5537992"/>
              <a:ext cx="1730865" cy="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832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C769-8E52-03CB-BB12-289DEFB28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F2BAEE8-C7E2-A5C3-FABF-9DFF741954A6}"/>
              </a:ext>
            </a:extLst>
          </p:cNvPr>
          <p:cNvGrpSpPr/>
          <p:nvPr/>
        </p:nvGrpSpPr>
        <p:grpSpPr>
          <a:xfrm>
            <a:off x="1637415" y="678911"/>
            <a:ext cx="9161724" cy="5269345"/>
            <a:chOff x="1637415" y="678911"/>
            <a:chExt cx="9161724" cy="526934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A854D1B-B8A2-6582-AD49-CDF46BD63463}"/>
                </a:ext>
              </a:extLst>
            </p:cNvPr>
            <p:cNvSpPr/>
            <p:nvPr/>
          </p:nvSpPr>
          <p:spPr>
            <a:xfrm>
              <a:off x="1637415" y="1382232"/>
              <a:ext cx="2094614" cy="1318437"/>
            </a:xfrm>
            <a:prstGeom prst="ellipse">
              <a:avLst/>
            </a:prstGeom>
            <a:solidFill>
              <a:schemeClr val="bg1">
                <a:lumMod val="85000"/>
                <a:alpha val="4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Stage 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A1AE2D1-9618-BB26-ABBB-DA5AE48BCEC6}"/>
                </a:ext>
              </a:extLst>
            </p:cNvPr>
            <p:cNvSpPr/>
            <p:nvPr/>
          </p:nvSpPr>
          <p:spPr>
            <a:xfrm>
              <a:off x="5170970" y="1382231"/>
              <a:ext cx="2094614" cy="1318437"/>
            </a:xfrm>
            <a:prstGeom prst="ellipse">
              <a:avLst/>
            </a:prstGeom>
            <a:solidFill>
              <a:schemeClr val="bg1">
                <a:lumMod val="85000"/>
                <a:alpha val="4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Stage 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FDE13CB-74E3-B6AF-89EB-C4C73956C67B}"/>
                </a:ext>
              </a:extLst>
            </p:cNvPr>
            <p:cNvSpPr/>
            <p:nvPr/>
          </p:nvSpPr>
          <p:spPr>
            <a:xfrm>
              <a:off x="8704525" y="1382231"/>
              <a:ext cx="2094614" cy="1318437"/>
            </a:xfrm>
            <a:prstGeom prst="ellipse">
              <a:avLst/>
            </a:prstGeom>
            <a:solidFill>
              <a:schemeClr val="bg1">
                <a:lumMod val="85000"/>
                <a:alpha val="4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Stage 3-I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B9C7C3A-AD78-881F-E890-83BBE9915D0F}"/>
                </a:ext>
              </a:extLst>
            </p:cNvPr>
            <p:cNvSpPr/>
            <p:nvPr/>
          </p:nvSpPr>
          <p:spPr>
            <a:xfrm>
              <a:off x="5170970" y="4629819"/>
              <a:ext cx="2094614" cy="1318437"/>
            </a:xfrm>
            <a:prstGeom prst="ellipse">
              <a:avLst/>
            </a:prstGeom>
            <a:solidFill>
              <a:schemeClr val="bg1">
                <a:lumMod val="85000"/>
                <a:alpha val="4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Exit</a:t>
              </a:r>
            </a:p>
          </p:txBody>
        </p: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A7AA59C3-4BCF-280D-F7E2-DEE255FACB16}"/>
                </a:ext>
              </a:extLst>
            </p:cNvPr>
            <p:cNvCxnSpPr>
              <a:cxnSpLocks/>
              <a:stCxn id="7" idx="4"/>
              <a:endCxn id="10" idx="2"/>
            </p:cNvCxnSpPr>
            <p:nvPr/>
          </p:nvCxnSpPr>
          <p:spPr>
            <a:xfrm rot="16200000" flipH="1">
              <a:off x="2633662" y="2751729"/>
              <a:ext cx="2588369" cy="2486248"/>
            </a:xfrm>
            <a:prstGeom prst="curvedConnector2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60DBBD2-D050-B8C1-729E-39D9DBE8FC92}"/>
                </a:ext>
              </a:extLst>
            </p:cNvPr>
            <p:cNvCxnSpPr>
              <a:cxnSpLocks/>
              <a:stCxn id="8" idx="7"/>
              <a:endCxn id="9" idx="1"/>
            </p:cNvCxnSpPr>
            <p:nvPr/>
          </p:nvCxnSpPr>
          <p:spPr>
            <a:xfrm rot="5400000" flipH="1" flipV="1">
              <a:off x="7985054" y="549093"/>
              <a:ext cx="12700" cy="2052439"/>
            </a:xfrm>
            <a:prstGeom prst="curvedConnector3">
              <a:avLst>
                <a:gd name="adj1" fmla="val 3320323"/>
              </a:avLst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2BC81862-7639-7585-F29B-1F5EF22D3EF1}"/>
                </a:ext>
              </a:extLst>
            </p:cNvPr>
            <p:cNvCxnSpPr>
              <a:cxnSpLocks/>
              <a:stCxn id="9" idx="3"/>
              <a:endCxn id="8" idx="5"/>
            </p:cNvCxnSpPr>
            <p:nvPr/>
          </p:nvCxnSpPr>
          <p:spPr>
            <a:xfrm rot="5400000">
              <a:off x="7985055" y="1481368"/>
              <a:ext cx="12700" cy="2052439"/>
            </a:xfrm>
            <a:prstGeom prst="curvedConnector3">
              <a:avLst>
                <a:gd name="adj1" fmla="val 3320323"/>
              </a:avLst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>
              <a:extLst>
                <a:ext uri="{FF2B5EF4-FFF2-40B4-BE49-F238E27FC236}">
                  <a16:creationId xmlns:a16="http://schemas.microsoft.com/office/drawing/2014/main" id="{77EB4387-2A7C-3742-237D-464C6970D5E7}"/>
                </a:ext>
              </a:extLst>
            </p:cNvPr>
            <p:cNvCxnSpPr>
              <a:cxnSpLocks/>
              <a:stCxn id="7" idx="7"/>
              <a:endCxn id="8" idx="1"/>
            </p:cNvCxnSpPr>
            <p:nvPr/>
          </p:nvCxnSpPr>
          <p:spPr>
            <a:xfrm rot="5400000" flipH="1" flipV="1">
              <a:off x="4451499" y="549094"/>
              <a:ext cx="1" cy="2052439"/>
            </a:xfrm>
            <a:prstGeom prst="curvedConnector3">
              <a:avLst>
                <a:gd name="adj1" fmla="val 42168200000"/>
              </a:avLst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D3944DD2-CE03-0BB1-FB47-2554B9446184}"/>
                </a:ext>
              </a:extLst>
            </p:cNvPr>
            <p:cNvCxnSpPr>
              <a:cxnSpLocks/>
              <a:stCxn id="8" idx="3"/>
              <a:endCxn id="7" idx="5"/>
            </p:cNvCxnSpPr>
            <p:nvPr/>
          </p:nvCxnSpPr>
          <p:spPr>
            <a:xfrm rot="5400000">
              <a:off x="4451500" y="1481368"/>
              <a:ext cx="1" cy="2052439"/>
            </a:xfrm>
            <a:prstGeom prst="curvedConnector3">
              <a:avLst>
                <a:gd name="adj1" fmla="val 42168200000"/>
              </a:avLst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FC059695-854A-2C71-1276-63A0B2F6D347}"/>
                </a:ext>
              </a:extLst>
            </p:cNvPr>
            <p:cNvCxnSpPr>
              <a:cxnSpLocks/>
              <a:stCxn id="9" idx="4"/>
              <a:endCxn id="10" idx="6"/>
            </p:cNvCxnSpPr>
            <p:nvPr/>
          </p:nvCxnSpPr>
          <p:spPr>
            <a:xfrm rot="5400000">
              <a:off x="7214523" y="2751729"/>
              <a:ext cx="2588370" cy="2486248"/>
            </a:xfrm>
            <a:prstGeom prst="curvedConnector2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urved Connector 115">
              <a:extLst>
                <a:ext uri="{FF2B5EF4-FFF2-40B4-BE49-F238E27FC236}">
                  <a16:creationId xmlns:a16="http://schemas.microsoft.com/office/drawing/2014/main" id="{BA41D891-67CF-75D7-E7DE-C001B9FF5249}"/>
                </a:ext>
              </a:extLst>
            </p:cNvPr>
            <p:cNvCxnSpPr>
              <a:cxnSpLocks/>
              <a:stCxn id="8" idx="4"/>
              <a:endCxn id="10" idx="0"/>
            </p:cNvCxnSpPr>
            <p:nvPr/>
          </p:nvCxnSpPr>
          <p:spPr>
            <a:xfrm rot="5400000">
              <a:off x="5253702" y="3665243"/>
              <a:ext cx="1929151" cy="12700"/>
            </a:xfrm>
            <a:prstGeom prst="curvedConnector3">
              <a:avLst>
                <a:gd name="adj1" fmla="val 50000"/>
              </a:avLst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D097917-F7AE-4AD1-130B-D377BE720DD7}"/>
                </a:ext>
              </a:extLst>
            </p:cNvPr>
            <p:cNvSpPr txBox="1"/>
            <p:nvPr/>
          </p:nvSpPr>
          <p:spPr>
            <a:xfrm>
              <a:off x="4170812" y="685262"/>
              <a:ext cx="5613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r</a:t>
              </a:r>
              <a:r>
                <a:rPr lang="en-US" sz="2400" i="1" baseline="-25000" dirty="0"/>
                <a:t>2,3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4A6F63D-2092-1FC7-9B17-FAEB8FB1A9CF}"/>
                </a:ext>
              </a:extLst>
            </p:cNvPr>
            <p:cNvSpPr txBox="1"/>
            <p:nvPr/>
          </p:nvSpPr>
          <p:spPr>
            <a:xfrm>
              <a:off x="4170812" y="2469834"/>
              <a:ext cx="5613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r</a:t>
              </a:r>
              <a:r>
                <a:rPr lang="en-US" sz="2400" i="1" baseline="-25000" dirty="0"/>
                <a:t>3,2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1253307-5F7C-8BEB-6F43-9691D38147F3}"/>
                </a:ext>
              </a:extLst>
            </p:cNvPr>
            <p:cNvSpPr txBox="1"/>
            <p:nvPr/>
          </p:nvSpPr>
          <p:spPr>
            <a:xfrm>
              <a:off x="7704368" y="2438435"/>
              <a:ext cx="6848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r</a:t>
              </a:r>
              <a:r>
                <a:rPr lang="en-US" sz="2400" i="1" baseline="-25000" dirty="0"/>
                <a:t>3-I,3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20B5C4BF-A5F8-48B4-3D0D-61F12375509B}"/>
                </a:ext>
              </a:extLst>
            </p:cNvPr>
            <p:cNvSpPr txBox="1"/>
            <p:nvPr/>
          </p:nvSpPr>
          <p:spPr>
            <a:xfrm>
              <a:off x="7704368" y="678911"/>
              <a:ext cx="6848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r</a:t>
              </a:r>
              <a:r>
                <a:rPr lang="en-US" sz="2400" i="1" baseline="-25000" dirty="0"/>
                <a:t>3,3-I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6748D2C-2E71-952C-6F03-1152B72DA5F2}"/>
                </a:ext>
              </a:extLst>
            </p:cNvPr>
            <p:cNvSpPr txBox="1"/>
            <p:nvPr/>
          </p:nvSpPr>
          <p:spPr>
            <a:xfrm>
              <a:off x="9214569" y="3994853"/>
              <a:ext cx="5854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𝜇</a:t>
              </a:r>
              <a:r>
                <a:rPr lang="en-US" sz="2400" i="1" baseline="-25000" dirty="0"/>
                <a:t>3-I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425D72B-AE61-E48E-A4BB-027CC5AB3DB1}"/>
                </a:ext>
              </a:extLst>
            </p:cNvPr>
            <p:cNvSpPr txBox="1"/>
            <p:nvPr/>
          </p:nvSpPr>
          <p:spPr>
            <a:xfrm>
              <a:off x="6198062" y="3386087"/>
              <a:ext cx="4619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𝜇</a:t>
              </a:r>
              <a:r>
                <a:rPr lang="en-US" sz="2400" i="1" baseline="-25000" dirty="0"/>
                <a:t>3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B059E1B-7569-B4AA-25FC-F6078008A192}"/>
                </a:ext>
              </a:extLst>
            </p:cNvPr>
            <p:cNvSpPr txBox="1"/>
            <p:nvPr/>
          </p:nvSpPr>
          <p:spPr>
            <a:xfrm>
              <a:off x="2903930" y="4225685"/>
              <a:ext cx="4619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𝜇</a:t>
              </a:r>
              <a:r>
                <a:rPr lang="en-US" sz="2400" i="1" baseline="-250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95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3777</TotalTime>
  <Words>265</Words>
  <Application>Microsoft Macintosh PowerPoint</Application>
  <PresentationFormat>Widescreen</PresentationFormat>
  <Paragraphs>141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Geraint Palmer-Liyu</dc:creator>
  <cp:lastModifiedBy>Geraint Palmer-Liyu</cp:lastModifiedBy>
  <cp:revision>31</cp:revision>
  <dcterms:created xsi:type="dcterms:W3CDTF">2026-05-07T13:21:37Z</dcterms:created>
  <dcterms:modified xsi:type="dcterms:W3CDTF">2026-10-09T09:34:19Z</dcterms:modified>
</cp:coreProperties>
</file>