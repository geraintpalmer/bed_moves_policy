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9" r:id="rId3"/>
    <p:sldId id="260" r:id="rId4"/>
    <p:sldId id="262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375"/>
    <p:restoredTop sz="95442"/>
  </p:normalViewPr>
  <p:slideViewPr>
    <p:cSldViewPr snapToGrid="0">
      <p:cViewPr>
        <p:scale>
          <a:sx n="48" d="100"/>
          <a:sy n="48" d="100"/>
        </p:scale>
        <p:origin x="2872" y="1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2B31F-4ABA-274F-9BB4-DA3A6583FDB8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CF21E-4684-E148-81FF-D3B1FD82331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598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0453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BEB6-1903-B4BF-7D57-D57AD1BE7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F4B89-E594-C0FC-FCED-F7DEFB0108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4BA25C-9143-3D7E-9E54-E5C421F14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7D8E3-4891-3E7D-DA0C-F42A0ADBE1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913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F0938-ECDA-DF2D-2F76-A82DEB325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66E0C7-AE41-3D7A-01BA-1B0CC9DF47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7AD15E-E199-93B6-8FF2-8D4384C451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0D4DFC-A1A4-5BE0-B3F5-1EE70B715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CF21E-4684-E148-81FF-D3B1FD82331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128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1A8D-D696-EF9C-8F06-0A8D9C243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0D16CD-B70F-11D4-89A6-091E3163C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B8FCB-50D9-7989-4CA9-320224CBC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D8B13B-14E0-D221-03A3-0397EC7F3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8149A2-F437-4783-C7C3-B95956F09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9818B-5548-7E24-036F-E23D3BD49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DD69A-43C7-432A-DDDB-3B7AA4C5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D3D89-ED50-BCF9-32C0-4C98EF1D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BBE691-8621-C853-DBDE-EE6060B5F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6B411-A161-2B15-86D1-C94B6A9EB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27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7FE381-FB6B-C089-70EE-B1AC7F50A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3EE49-719D-B3C7-1818-D473656D19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15899-AE74-B8C8-DC17-3ED3FD263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0516C6-7B13-18D2-8E57-4D93DF5D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79158-3DCD-3218-79F3-D23476C21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02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41F40-A67E-F86C-49A9-CECEAFAE3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266D6-A434-553C-738C-B6BF1ACF22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7F59A0-6427-42B9-0A20-5E020D87EA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3EB3E3-8932-72A2-66A0-000E29ACD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1F176D-528C-7ECC-4DE2-51F160ACC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DB67-A82C-2E46-92E4-E4DB72D3A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5765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63D763-CD4C-F3FB-9546-AA4212494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E01E91-F4FF-C299-EBA3-E1572501F5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9DC51-BCA6-6CD7-682C-A29A513BA5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DD3B09-995D-B778-CAB8-85C2F9393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B8EDE3-D45B-DB9A-D7A7-0FA172209D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9B4189-5C09-9C34-A399-844CBC066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72403E-D77F-BC81-1559-E4CE4F15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394A52-BD46-071F-9E37-2AFD4C70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7933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159A0E-4C2B-5B8F-3590-98267063F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B5ADB1-4E2C-E95E-9D44-ADC5E3EAE4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06372D-19B3-9300-B7CD-14DD0C9B2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73962-A2F1-07E3-8BD1-EA58D3D73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9202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DC3CD5-4DE6-A7F0-E313-00D421EEB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EFB4C6E-C816-99F5-1CEB-8B0E741B6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7523F-352A-152B-3D1D-8CB16BB7D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992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CB57-EFF4-ACD9-6F91-06E57E75B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1FEC1-23CB-9BDF-C6DF-93153CCD4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B46EB-98F8-C9D1-C324-A44493DE7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AF1315-5B4D-A5ED-5489-98E1BBE14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903DCF-AAB3-7DA8-4E05-86E3E87EB7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290D20-B882-8877-E8B2-17BE23528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47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CE7B7-5A23-F1D8-EC65-42881F3AE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079E5A-B59F-0426-5727-4C8CF8CFD8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B8AE0-924E-186C-9D19-F3BE8C5C45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866BD-3676-249F-73A2-4DBFB6396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8AF8D-4F4D-6AEE-0318-822D16391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D6311D-7CB4-ABFB-8F7A-C900D775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7418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1414B-2529-6862-101C-AABF76E1E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CE4AD1-3605-EDA5-3568-0462876FE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958B89-2B8A-BB59-5C35-D5439DD86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399AF7-9A9F-6831-D420-DAD8538E7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C16AA-CCD8-714C-D24F-DCF5FD23F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89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A19015-264A-E71A-485C-E07287E2A7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EA2023-B8A0-0210-35D4-610913E0DC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F9F777-B425-0F2C-CB80-D86086C18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BB2E9-1BC3-F9C0-00E8-95B66DA15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80F3C2-FE45-6064-B77D-3E49A351B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141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A3D5A-86A7-A811-C554-D74390A62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0BCBF3-449C-5721-586B-3FBC495E5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FD3C1-F288-4921-EE49-0C8110C182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21F05F-ACFB-0C4D-9827-53BE568178E4}" type="datetimeFigureOut">
              <a:rPr lang="en-US" smtClean="0"/>
              <a:t>5/22/26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F4BCDE-7008-1DC7-756D-C92075EAF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DE614-DC7F-0B67-FEDA-4C8FA7ADE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C3C920-B10E-EF47-AB7E-9216FA321E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6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7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2.svg"/><Relationship Id="rId4" Type="http://schemas.openxmlformats.org/officeDocument/2006/relationships/image" Target="../media/image8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roup 27">
            <a:extLst>
              <a:ext uri="{FF2B5EF4-FFF2-40B4-BE49-F238E27FC236}">
                <a16:creationId xmlns:a16="http://schemas.microsoft.com/office/drawing/2014/main" id="{67B37151-7E1B-ABAC-85B2-A8D6273AA92E}"/>
              </a:ext>
            </a:extLst>
          </p:cNvPr>
          <p:cNvGrpSpPr/>
          <p:nvPr/>
        </p:nvGrpSpPr>
        <p:grpSpPr>
          <a:xfrm>
            <a:off x="225912" y="649363"/>
            <a:ext cx="14891756" cy="5751433"/>
            <a:chOff x="225912" y="649363"/>
            <a:chExt cx="14891756" cy="5751433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21C98AAB-6CA6-20DB-A41F-3B1994D7723E}"/>
                </a:ext>
              </a:extLst>
            </p:cNvPr>
            <p:cNvSpPr/>
            <p:nvPr/>
          </p:nvSpPr>
          <p:spPr>
            <a:xfrm>
              <a:off x="6241624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C95A054-F441-EF31-B0FE-A824E31CF48E}"/>
                </a:ext>
              </a:extLst>
            </p:cNvPr>
            <p:cNvSpPr/>
            <p:nvPr/>
          </p:nvSpPr>
          <p:spPr>
            <a:xfrm>
              <a:off x="9249480" y="1158429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C0A9E794-92D6-58C9-F037-AC37A9A59019}"/>
                </a:ext>
              </a:extLst>
            </p:cNvPr>
            <p:cNvSpPr/>
            <p:nvPr/>
          </p:nvSpPr>
          <p:spPr>
            <a:xfrm>
              <a:off x="3239846" y="2073805"/>
              <a:ext cx="2667896" cy="740158"/>
            </a:xfrm>
            <a:prstGeom prst="roundRect">
              <a:avLst>
                <a:gd name="adj" fmla="val 10876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0B45577F-E9D8-9955-87C6-8CDD356067F0}"/>
                </a:ext>
              </a:extLst>
            </p:cNvPr>
            <p:cNvSpPr/>
            <p:nvPr/>
          </p:nvSpPr>
          <p:spPr>
            <a:xfrm>
              <a:off x="3233768" y="1172581"/>
              <a:ext cx="2667896" cy="740158"/>
            </a:xfrm>
            <a:prstGeom prst="roundRect">
              <a:avLst>
                <a:gd name="adj" fmla="val 12460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42DE4D5E-57BB-AC43-1053-B566DBBAA88C}"/>
                </a:ext>
              </a:extLst>
            </p:cNvPr>
            <p:cNvSpPr/>
            <p:nvPr/>
          </p:nvSpPr>
          <p:spPr>
            <a:xfrm>
              <a:off x="225912" y="1172583"/>
              <a:ext cx="2667896" cy="522821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52F20055-F786-E773-F52A-1C7146149B65}"/>
                </a:ext>
              </a:extLst>
            </p:cNvPr>
            <p:cNvSpPr/>
            <p:nvPr/>
          </p:nvSpPr>
          <p:spPr>
            <a:xfrm>
              <a:off x="3239846" y="2942492"/>
              <a:ext cx="2667896" cy="345830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0D554BFB-E3C6-E3C9-740C-E06504937DEC}"/>
                </a:ext>
              </a:extLst>
            </p:cNvPr>
            <p:cNvSpPr/>
            <p:nvPr/>
          </p:nvSpPr>
          <p:spPr>
            <a:xfrm>
              <a:off x="6253780" y="2091537"/>
              <a:ext cx="2667896" cy="4309257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6" name="Rounded Rectangle 145">
              <a:extLst>
                <a:ext uri="{FF2B5EF4-FFF2-40B4-BE49-F238E27FC236}">
                  <a16:creationId xmlns:a16="http://schemas.microsoft.com/office/drawing/2014/main" id="{8FFE7B53-D28E-CDC6-1C2C-5A86E5B6E2DC}"/>
                </a:ext>
              </a:extLst>
            </p:cNvPr>
            <p:cNvSpPr/>
            <p:nvPr/>
          </p:nvSpPr>
          <p:spPr>
            <a:xfrm>
              <a:off x="9267714" y="2073805"/>
              <a:ext cx="2667896" cy="432698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AEE1F89-D019-8E7E-CC55-2567202B6A94}"/>
                </a:ext>
              </a:extLst>
            </p:cNvPr>
            <p:cNvSpPr txBox="1"/>
            <p:nvPr/>
          </p:nvSpPr>
          <p:spPr>
            <a:xfrm>
              <a:off x="786251" y="649363"/>
              <a:ext cx="154721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North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D37B6F6-3142-6107-53DB-4F17E0B5F2B1}"/>
                </a:ext>
              </a:extLst>
            </p:cNvPr>
            <p:cNvSpPr txBox="1"/>
            <p:nvPr/>
          </p:nvSpPr>
          <p:spPr>
            <a:xfrm>
              <a:off x="6773868" y="649363"/>
              <a:ext cx="155202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North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4083D-A6A6-359F-55E6-94839F03070E}"/>
                </a:ext>
              </a:extLst>
            </p:cNvPr>
            <p:cNvSpPr txBox="1"/>
            <p:nvPr/>
          </p:nvSpPr>
          <p:spPr>
            <a:xfrm>
              <a:off x="3714247" y="649363"/>
              <a:ext cx="158248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B3 South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4C9CBB-941E-E271-2170-6593C098ADB6}"/>
                </a:ext>
              </a:extLst>
            </p:cNvPr>
            <p:cNvSpPr txBox="1"/>
            <p:nvPr/>
          </p:nvSpPr>
          <p:spPr>
            <a:xfrm>
              <a:off x="9742013" y="649363"/>
              <a:ext cx="1577676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A3 South</a:t>
              </a:r>
            </a:p>
          </p:txBody>
        </p:sp>
        <p:pic>
          <p:nvPicPr>
            <p:cNvPr id="38" name="Graphic 37" descr="Sleep with solid fill">
              <a:extLst>
                <a:ext uri="{FF2B5EF4-FFF2-40B4-BE49-F238E27FC236}">
                  <a16:creationId xmlns:a16="http://schemas.microsoft.com/office/drawing/2014/main" id="{FBEF3889-0D1A-A48A-FF05-07C6710102A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3974373"/>
              <a:ext cx="634696" cy="634696"/>
            </a:xfrm>
            <a:prstGeom prst="rect">
              <a:avLst/>
            </a:prstGeom>
          </p:spPr>
        </p:pic>
        <p:pic>
          <p:nvPicPr>
            <p:cNvPr id="39" name="Graphic 38" descr="Sleep with solid fill">
              <a:extLst>
                <a:ext uri="{FF2B5EF4-FFF2-40B4-BE49-F238E27FC236}">
                  <a16:creationId xmlns:a16="http://schemas.microsoft.com/office/drawing/2014/main" id="{0C30D739-8C69-6D75-2839-A9CE16256E0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3974373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Sleep with solid fill">
              <a:extLst>
                <a:ext uri="{FF2B5EF4-FFF2-40B4-BE49-F238E27FC236}">
                  <a16:creationId xmlns:a16="http://schemas.microsoft.com/office/drawing/2014/main" id="{C3315AB8-5857-66EF-AC9C-731A31F7C6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4813462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CDDE2129-A6A9-D115-59D4-13173CF8DDA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4813462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Sleep with solid fill">
              <a:extLst>
                <a:ext uri="{FF2B5EF4-FFF2-40B4-BE49-F238E27FC236}">
                  <a16:creationId xmlns:a16="http://schemas.microsoft.com/office/drawing/2014/main" id="{AE93AA88-5FE7-A84B-8EF3-DD4F40DF687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1925641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Sleep with solid fill">
              <a:extLst>
                <a:ext uri="{FF2B5EF4-FFF2-40B4-BE49-F238E27FC236}">
                  <a16:creationId xmlns:a16="http://schemas.microsoft.com/office/drawing/2014/main" id="{5934E941-0BE2-65FD-6BFE-D07642B550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1925641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FE3EE6B8-E09C-535D-5FD7-73FC869A5EC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09596" y="2764730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Sleep with solid fill">
              <a:extLst>
                <a:ext uri="{FF2B5EF4-FFF2-40B4-BE49-F238E27FC236}">
                  <a16:creationId xmlns:a16="http://schemas.microsoft.com/office/drawing/2014/main" id="{50E8B439-85FE-D665-AC20-81E9C6BA73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775428" y="2764730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2B70B3A1-B1B2-909D-A783-66CDF98ADDD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1218478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D95F6D61-AA43-F992-CB00-A74820EA41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70380" y="1226615"/>
              <a:ext cx="634696" cy="634696"/>
            </a:xfrm>
            <a:prstGeom prst="rect">
              <a:avLst/>
            </a:prstGeom>
          </p:spPr>
        </p:pic>
        <p:pic>
          <p:nvPicPr>
            <p:cNvPr id="61" name="Graphic 60" descr="Sleep with solid fill">
              <a:extLst>
                <a:ext uri="{FF2B5EF4-FFF2-40B4-BE49-F238E27FC236}">
                  <a16:creationId xmlns:a16="http://schemas.microsoft.com/office/drawing/2014/main" id="{AC4B699B-1EB0-FD3E-EDE1-C7B19E5303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4314" y="1214892"/>
              <a:ext cx="634696" cy="634696"/>
            </a:xfrm>
            <a:prstGeom prst="rect">
              <a:avLst/>
            </a:prstGeom>
          </p:spPr>
        </p:pic>
        <p:pic>
          <p:nvPicPr>
            <p:cNvPr id="63" name="Graphic 62" descr="Sleep with solid fill">
              <a:extLst>
                <a:ext uri="{FF2B5EF4-FFF2-40B4-BE49-F238E27FC236}">
                  <a16:creationId xmlns:a16="http://schemas.microsoft.com/office/drawing/2014/main" id="{B8E2AE39-B58E-011E-1C50-05AD2C99B12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030079"/>
              <a:ext cx="634696" cy="634696"/>
            </a:xfrm>
            <a:prstGeom prst="rect">
              <a:avLst/>
            </a:prstGeom>
          </p:spPr>
        </p:pic>
        <p:pic>
          <p:nvPicPr>
            <p:cNvPr id="64" name="Graphic 63" descr="Sleep with solid fill">
              <a:extLst>
                <a:ext uri="{FF2B5EF4-FFF2-40B4-BE49-F238E27FC236}">
                  <a16:creationId xmlns:a16="http://schemas.microsoft.com/office/drawing/2014/main" id="{1BA287FF-2D89-F29C-4811-7265ADB8A8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030079"/>
              <a:ext cx="634696" cy="634696"/>
            </a:xfrm>
            <a:prstGeom prst="rect">
              <a:avLst/>
            </a:prstGeom>
          </p:spPr>
        </p:pic>
        <p:pic>
          <p:nvPicPr>
            <p:cNvPr id="65" name="Graphic 64" descr="Sleep with solid fill">
              <a:extLst>
                <a:ext uri="{FF2B5EF4-FFF2-40B4-BE49-F238E27FC236}">
                  <a16:creationId xmlns:a16="http://schemas.microsoft.com/office/drawing/2014/main" id="{1DF27AE5-FD61-7D18-7E91-A0FCFDD1CF5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3869168"/>
              <a:ext cx="634696" cy="634696"/>
            </a:xfrm>
            <a:prstGeom prst="rect">
              <a:avLst/>
            </a:prstGeom>
          </p:spPr>
        </p:pic>
        <p:pic>
          <p:nvPicPr>
            <p:cNvPr id="66" name="Graphic 65" descr="Sleep with solid fill">
              <a:extLst>
                <a:ext uri="{FF2B5EF4-FFF2-40B4-BE49-F238E27FC236}">
                  <a16:creationId xmlns:a16="http://schemas.microsoft.com/office/drawing/2014/main" id="{3BB0E143-4233-B87F-F953-B50153B056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3869168"/>
              <a:ext cx="634696" cy="634696"/>
            </a:xfrm>
            <a:prstGeom prst="rect">
              <a:avLst/>
            </a:prstGeom>
          </p:spPr>
        </p:pic>
        <p:pic>
          <p:nvPicPr>
            <p:cNvPr id="75" name="Graphic 74" descr="Sleep with solid fill">
              <a:extLst>
                <a:ext uri="{FF2B5EF4-FFF2-40B4-BE49-F238E27FC236}">
                  <a16:creationId xmlns:a16="http://schemas.microsoft.com/office/drawing/2014/main" id="{14385CE5-6CAE-EF3D-790F-0FA6584C0D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4708256"/>
              <a:ext cx="634696" cy="634696"/>
            </a:xfrm>
            <a:prstGeom prst="rect">
              <a:avLst/>
            </a:prstGeom>
          </p:spPr>
        </p:pic>
        <p:pic>
          <p:nvPicPr>
            <p:cNvPr id="76" name="Graphic 75" descr="Sleep with solid fill">
              <a:extLst>
                <a:ext uri="{FF2B5EF4-FFF2-40B4-BE49-F238E27FC236}">
                  <a16:creationId xmlns:a16="http://schemas.microsoft.com/office/drawing/2014/main" id="{BFE33B39-C141-DDB8-53B2-AC070118DEC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4708256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A60ADB2D-DF81-42F4-0947-DBA4B9CC1F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723530" y="5547345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4684E287-1BD1-73D2-19E3-D96DE3E3F3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789362" y="5547345"/>
              <a:ext cx="634696" cy="634696"/>
            </a:xfrm>
            <a:prstGeom prst="rect">
              <a:avLst/>
            </a:prstGeom>
          </p:spPr>
        </p:pic>
        <p:pic>
          <p:nvPicPr>
            <p:cNvPr id="103" name="Graphic 102" descr="Sleep with solid fill">
              <a:extLst>
                <a:ext uri="{FF2B5EF4-FFF2-40B4-BE49-F238E27FC236}">
                  <a16:creationId xmlns:a16="http://schemas.microsoft.com/office/drawing/2014/main" id="{F3F2BA80-0346-263C-DE00-1C717BE9D7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2444684"/>
              <a:ext cx="634696" cy="634696"/>
            </a:xfrm>
            <a:prstGeom prst="rect">
              <a:avLst/>
            </a:prstGeom>
          </p:spPr>
        </p:pic>
        <p:pic>
          <p:nvPicPr>
            <p:cNvPr id="104" name="Graphic 103" descr="Sleep with solid fill">
              <a:extLst>
                <a:ext uri="{FF2B5EF4-FFF2-40B4-BE49-F238E27FC236}">
                  <a16:creationId xmlns:a16="http://schemas.microsoft.com/office/drawing/2014/main" id="{C744BE2E-4598-7EBC-A822-CBC8A91BC3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2444684"/>
              <a:ext cx="634696" cy="634696"/>
            </a:xfrm>
            <a:prstGeom prst="rect">
              <a:avLst/>
            </a:prstGeom>
          </p:spPr>
        </p:pic>
        <p:pic>
          <p:nvPicPr>
            <p:cNvPr id="105" name="Graphic 104" descr="Sleep with solid fill">
              <a:extLst>
                <a:ext uri="{FF2B5EF4-FFF2-40B4-BE49-F238E27FC236}">
                  <a16:creationId xmlns:a16="http://schemas.microsoft.com/office/drawing/2014/main" id="{9D572FB8-31AE-B9A7-B19F-5C5A036871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3283773"/>
              <a:ext cx="634696" cy="634696"/>
            </a:xfrm>
            <a:prstGeom prst="rect">
              <a:avLst/>
            </a:prstGeom>
          </p:spPr>
        </p:pic>
        <p:pic>
          <p:nvPicPr>
            <p:cNvPr id="106" name="Graphic 105" descr="Sleep with solid fill">
              <a:extLst>
                <a:ext uri="{FF2B5EF4-FFF2-40B4-BE49-F238E27FC236}">
                  <a16:creationId xmlns:a16="http://schemas.microsoft.com/office/drawing/2014/main" id="{4ACAD09A-895A-6293-F6E5-B647D16857F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3283773"/>
              <a:ext cx="634696" cy="634696"/>
            </a:xfrm>
            <a:prstGeom prst="rect">
              <a:avLst/>
            </a:prstGeom>
          </p:spPr>
        </p:pic>
        <p:pic>
          <p:nvPicPr>
            <p:cNvPr id="107" name="Graphic 106" descr="Sleep with solid fill">
              <a:extLst>
                <a:ext uri="{FF2B5EF4-FFF2-40B4-BE49-F238E27FC236}">
                  <a16:creationId xmlns:a16="http://schemas.microsoft.com/office/drawing/2014/main" id="{03C4CFED-82F3-5A4E-9331-B982B1D14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4190595"/>
              <a:ext cx="634696" cy="634696"/>
            </a:xfrm>
            <a:prstGeom prst="rect">
              <a:avLst/>
            </a:prstGeom>
          </p:spPr>
        </p:pic>
        <p:pic>
          <p:nvPicPr>
            <p:cNvPr id="108" name="Graphic 107" descr="Sleep with solid fill">
              <a:extLst>
                <a:ext uri="{FF2B5EF4-FFF2-40B4-BE49-F238E27FC236}">
                  <a16:creationId xmlns:a16="http://schemas.microsoft.com/office/drawing/2014/main" id="{C617B602-9E9F-6CE4-A7CB-DBBC60A0D8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4190595"/>
              <a:ext cx="634696" cy="634696"/>
            </a:xfrm>
            <a:prstGeom prst="rect">
              <a:avLst/>
            </a:prstGeom>
          </p:spPr>
        </p:pic>
        <p:pic>
          <p:nvPicPr>
            <p:cNvPr id="109" name="Graphic 108" descr="Sleep with solid fill">
              <a:extLst>
                <a:ext uri="{FF2B5EF4-FFF2-40B4-BE49-F238E27FC236}">
                  <a16:creationId xmlns:a16="http://schemas.microsoft.com/office/drawing/2014/main" id="{78BE82EC-111C-A974-F5A2-3976C9CEB1A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9781876" y="5029684"/>
              <a:ext cx="634696" cy="634696"/>
            </a:xfrm>
            <a:prstGeom prst="rect">
              <a:avLst/>
            </a:prstGeom>
          </p:spPr>
        </p:pic>
        <p:pic>
          <p:nvPicPr>
            <p:cNvPr id="110" name="Graphic 109" descr="Sleep with solid fill">
              <a:extLst>
                <a:ext uri="{FF2B5EF4-FFF2-40B4-BE49-F238E27FC236}">
                  <a16:creationId xmlns:a16="http://schemas.microsoft.com/office/drawing/2014/main" id="{214902D7-E366-BF7C-9866-BFB16C5D85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847708" y="5029684"/>
              <a:ext cx="634696" cy="634696"/>
            </a:xfrm>
            <a:prstGeom prst="rect">
              <a:avLst/>
            </a:prstGeom>
          </p:spPr>
        </p:pic>
        <p:pic>
          <p:nvPicPr>
            <p:cNvPr id="111" name="Graphic 110" descr="Sleep with solid fill">
              <a:extLst>
                <a:ext uri="{FF2B5EF4-FFF2-40B4-BE49-F238E27FC236}">
                  <a16:creationId xmlns:a16="http://schemas.microsoft.com/office/drawing/2014/main" id="{9C91A0BD-49B0-5FBB-C169-F67AC835BDA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2395383"/>
              <a:ext cx="634696" cy="634696"/>
            </a:xfrm>
            <a:prstGeom prst="rect">
              <a:avLst/>
            </a:prstGeom>
          </p:spPr>
        </p:pic>
        <p:pic>
          <p:nvPicPr>
            <p:cNvPr id="112" name="Graphic 111" descr="Sleep with solid fill">
              <a:extLst>
                <a:ext uri="{FF2B5EF4-FFF2-40B4-BE49-F238E27FC236}">
                  <a16:creationId xmlns:a16="http://schemas.microsoft.com/office/drawing/2014/main" id="{37523937-B4F4-ABE8-9034-FDA2465474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2395383"/>
              <a:ext cx="634696" cy="634696"/>
            </a:xfrm>
            <a:prstGeom prst="rect">
              <a:avLst/>
            </a:prstGeom>
          </p:spPr>
        </p:pic>
        <p:pic>
          <p:nvPicPr>
            <p:cNvPr id="113" name="Graphic 112" descr="Sleep with solid fill">
              <a:extLst>
                <a:ext uri="{FF2B5EF4-FFF2-40B4-BE49-F238E27FC236}">
                  <a16:creationId xmlns:a16="http://schemas.microsoft.com/office/drawing/2014/main" id="{D68E1448-7789-7B20-612A-9F4DB3BD8F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3234472"/>
              <a:ext cx="634696" cy="634696"/>
            </a:xfrm>
            <a:prstGeom prst="rect">
              <a:avLst/>
            </a:prstGeom>
          </p:spPr>
        </p:pic>
        <p:pic>
          <p:nvPicPr>
            <p:cNvPr id="114" name="Graphic 113" descr="Sleep with solid fill">
              <a:extLst>
                <a:ext uri="{FF2B5EF4-FFF2-40B4-BE49-F238E27FC236}">
                  <a16:creationId xmlns:a16="http://schemas.microsoft.com/office/drawing/2014/main" id="{4141B252-B1AE-1D46-F74E-9913BF26290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3234472"/>
              <a:ext cx="634696" cy="634696"/>
            </a:xfrm>
            <a:prstGeom prst="rect">
              <a:avLst/>
            </a:prstGeom>
          </p:spPr>
        </p:pic>
        <p:pic>
          <p:nvPicPr>
            <p:cNvPr id="115" name="Graphic 114" descr="Sleep with solid fill">
              <a:extLst>
                <a:ext uri="{FF2B5EF4-FFF2-40B4-BE49-F238E27FC236}">
                  <a16:creationId xmlns:a16="http://schemas.microsoft.com/office/drawing/2014/main" id="{3144BFB6-1B0E-D445-BB23-C9FF85111C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737464" y="4321078"/>
              <a:ext cx="634696" cy="634696"/>
            </a:xfrm>
            <a:prstGeom prst="rect">
              <a:avLst/>
            </a:prstGeom>
          </p:spPr>
        </p:pic>
        <p:pic>
          <p:nvPicPr>
            <p:cNvPr id="116" name="Graphic 115" descr="Sleep with solid fill">
              <a:extLst>
                <a:ext uri="{FF2B5EF4-FFF2-40B4-BE49-F238E27FC236}">
                  <a16:creationId xmlns:a16="http://schemas.microsoft.com/office/drawing/2014/main" id="{75324D9F-76A6-A02C-F6B6-E6CDF3AB91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803296" y="4321078"/>
              <a:ext cx="634696" cy="634696"/>
            </a:xfrm>
            <a:prstGeom prst="rect">
              <a:avLst/>
            </a:prstGeom>
          </p:spPr>
        </p:pic>
        <p:pic>
          <p:nvPicPr>
            <p:cNvPr id="117" name="Graphic 116" descr="Sleep with solid fill">
              <a:extLst>
                <a:ext uri="{FF2B5EF4-FFF2-40B4-BE49-F238E27FC236}">
                  <a16:creationId xmlns:a16="http://schemas.microsoft.com/office/drawing/2014/main" id="{55C6267F-A4C7-4B47-6E5E-425C50DC5C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232534" y="5160167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5EE19132-F4E8-A5E2-7569-6E627930A5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256446" y="2103260"/>
              <a:ext cx="634696" cy="634696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31D39AB-FB46-2F5A-8195-0DEAC8F94096}"/>
                </a:ext>
              </a:extLst>
            </p:cNvPr>
            <p:cNvSpPr/>
            <p:nvPr/>
          </p:nvSpPr>
          <p:spPr>
            <a:xfrm>
              <a:off x="4594032" y="5547344"/>
              <a:ext cx="1024569" cy="661275"/>
            </a:xfrm>
            <a:prstGeom prst="rect">
              <a:avLst/>
            </a:prstGeom>
            <a:noFill/>
            <a:ln w="34925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B1C81C5E-378F-8CF5-8C70-A2544323AA24}"/>
                </a:ext>
              </a:extLst>
            </p:cNvPr>
            <p:cNvSpPr/>
            <p:nvPr/>
          </p:nvSpPr>
          <p:spPr>
            <a:xfrm>
              <a:off x="12449772" y="1172581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5F73710-C6E5-98E9-E9D9-548C5BD03132}"/>
                </a:ext>
              </a:extLst>
            </p:cNvPr>
            <p:cNvSpPr txBox="1"/>
            <p:nvPr/>
          </p:nvSpPr>
          <p:spPr>
            <a:xfrm>
              <a:off x="12587302" y="649363"/>
              <a:ext cx="239283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Complex Care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B58B42-76AC-D283-F93E-3B55A7F3145E}"/>
                </a:ext>
              </a:extLst>
            </p:cNvPr>
            <p:cNvSpPr txBox="1"/>
            <p:nvPr/>
          </p:nvSpPr>
          <p:spPr>
            <a:xfrm>
              <a:off x="13247867" y="3811950"/>
              <a:ext cx="1071704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/>
                <a:t>PACU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90F25F4-9C75-7D68-11E8-EC6494171B2D}"/>
                </a:ext>
              </a:extLst>
            </p:cNvPr>
            <p:cNvSpPr/>
            <p:nvPr/>
          </p:nvSpPr>
          <p:spPr>
            <a:xfrm>
              <a:off x="12449771" y="4312012"/>
              <a:ext cx="2667896" cy="2061879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C62E2935-6100-EB7C-8087-4EE2E2063A44}"/>
                </a:ext>
              </a:extLst>
            </p:cNvPr>
            <p:cNvCxnSpPr>
              <a:cxnSpLocks/>
            </p:cNvCxnSpPr>
            <p:nvPr/>
          </p:nvCxnSpPr>
          <p:spPr>
            <a:xfrm>
              <a:off x="225912" y="3803847"/>
              <a:ext cx="1866864" cy="8103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5577FF9-BB3E-68FD-ED66-EF09EB425FAB}"/>
                </a:ext>
              </a:extLst>
            </p:cNvPr>
            <p:cNvCxnSpPr>
              <a:cxnSpLocks/>
            </p:cNvCxnSpPr>
            <p:nvPr/>
          </p:nvCxnSpPr>
          <p:spPr>
            <a:xfrm>
              <a:off x="9267714" y="4122861"/>
              <a:ext cx="1897342" cy="0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22427-5507-8097-FC57-9EDC00D8BF7F}"/>
                </a:ext>
              </a:extLst>
            </p:cNvPr>
            <p:cNvCxnSpPr>
              <a:cxnSpLocks/>
            </p:cNvCxnSpPr>
            <p:nvPr/>
          </p:nvCxnSpPr>
          <p:spPr>
            <a:xfrm>
              <a:off x="3239846" y="4690380"/>
              <a:ext cx="1866470" cy="17876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E2184ED-F722-140A-3DE8-7AA5D8CD27E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780" y="4184442"/>
              <a:ext cx="1866864" cy="2074"/>
            </a:xfrm>
            <a:prstGeom prst="line">
              <a:avLst/>
            </a:prstGeom>
            <a:ln w="47625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02091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DE20F-ACC4-BE09-F2D2-84E3DC61B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 71">
            <a:extLst>
              <a:ext uri="{FF2B5EF4-FFF2-40B4-BE49-F238E27FC236}">
                <a16:creationId xmlns:a16="http://schemas.microsoft.com/office/drawing/2014/main" id="{E0D02801-9104-1ECE-2DD0-9099A06F8BEF}"/>
              </a:ext>
            </a:extLst>
          </p:cNvPr>
          <p:cNvGrpSpPr/>
          <p:nvPr/>
        </p:nvGrpSpPr>
        <p:grpSpPr>
          <a:xfrm>
            <a:off x="1012376" y="881742"/>
            <a:ext cx="9895111" cy="4898572"/>
            <a:chOff x="1012376" y="881742"/>
            <a:chExt cx="9895111" cy="4898572"/>
          </a:xfrm>
        </p:grpSpPr>
        <p:sp>
          <p:nvSpPr>
            <p:cNvPr id="3" name="Diamond 2">
              <a:extLst>
                <a:ext uri="{FF2B5EF4-FFF2-40B4-BE49-F238E27FC236}">
                  <a16:creationId xmlns:a16="http://schemas.microsoft.com/office/drawing/2014/main" id="{093D3EDD-8B4F-D498-5F9A-7A4126E14823}"/>
                </a:ext>
              </a:extLst>
            </p:cNvPr>
            <p:cNvSpPr/>
            <p:nvPr/>
          </p:nvSpPr>
          <p:spPr>
            <a:xfrm>
              <a:off x="2694218" y="2571749"/>
              <a:ext cx="2481944" cy="1518557"/>
            </a:xfrm>
            <a:prstGeom prst="diamond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Least occupied?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2B2CE12B-7E57-4D72-2565-E376C37E5505}"/>
                </a:ext>
              </a:extLst>
            </p:cNvPr>
            <p:cNvSpPr/>
            <p:nvPr/>
          </p:nvSpPr>
          <p:spPr>
            <a:xfrm>
              <a:off x="6096000" y="881742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A3 North &amp; B3 South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99FD676D-35F8-DDA4-7053-C3BF9ECAA479}"/>
                </a:ext>
              </a:extLst>
            </p:cNvPr>
            <p:cNvSpPr/>
            <p:nvPr/>
          </p:nvSpPr>
          <p:spPr>
            <a:xfrm>
              <a:off x="6096000" y="4090307"/>
              <a:ext cx="3194959" cy="1690007"/>
            </a:xfrm>
            <a:prstGeom prst="roundRect">
              <a:avLst/>
            </a:prstGeom>
            <a:noFill/>
            <a:ln w="317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</a:rPr>
                <a:t>B3 North &amp; A3 South</a:t>
              </a:r>
            </a:p>
          </p:txBody>
        </p:sp>
        <p:cxnSp>
          <p:nvCxnSpPr>
            <p:cNvPr id="19" name="Elbow Connector 18">
              <a:extLst>
                <a:ext uri="{FF2B5EF4-FFF2-40B4-BE49-F238E27FC236}">
                  <a16:creationId xmlns:a16="http://schemas.microsoft.com/office/drawing/2014/main" id="{9CA12B1B-AF01-2842-2282-EB2BD9FE3259}"/>
                </a:ext>
              </a:extLst>
            </p:cNvPr>
            <p:cNvCxnSpPr>
              <a:cxnSpLocks/>
              <a:stCxn id="3" idx="0"/>
              <a:endCxn id="6" idx="1"/>
            </p:cNvCxnSpPr>
            <p:nvPr/>
          </p:nvCxnSpPr>
          <p:spPr>
            <a:xfrm rot="5400000" flipH="1" flipV="1">
              <a:off x="4593094" y="1068843"/>
              <a:ext cx="845003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Elbow Connector 19">
              <a:extLst>
                <a:ext uri="{FF2B5EF4-FFF2-40B4-BE49-F238E27FC236}">
                  <a16:creationId xmlns:a16="http://schemas.microsoft.com/office/drawing/2014/main" id="{401BC4E0-5F46-A0E1-D60B-7A3E675F32FE}"/>
                </a:ext>
              </a:extLst>
            </p:cNvPr>
            <p:cNvCxnSpPr>
              <a:cxnSpLocks/>
              <a:stCxn id="3" idx="2"/>
              <a:endCxn id="7" idx="1"/>
            </p:cNvCxnSpPr>
            <p:nvPr/>
          </p:nvCxnSpPr>
          <p:spPr>
            <a:xfrm rot="16200000" flipH="1">
              <a:off x="4593093" y="3432403"/>
              <a:ext cx="845005" cy="2160810"/>
            </a:xfrm>
            <a:prstGeom prst="bentConnector2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4BC20C-C9C2-6446-890D-C68112B1A7F8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1012376" y="3331028"/>
              <a:ext cx="1681842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8CCFC6-FBC6-C30C-433B-07969DA8F5CA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9290959" y="1726746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DFF2310E-975F-D64F-1399-DF18414E670A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9290959" y="4935311"/>
              <a:ext cx="1616528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1264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792F-6C8B-6301-19A3-4E8CCF9B7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6135155F-FDB0-DFEE-0F54-FF0D62DFCAF6}"/>
              </a:ext>
            </a:extLst>
          </p:cNvPr>
          <p:cNvGrpSpPr/>
          <p:nvPr/>
        </p:nvGrpSpPr>
        <p:grpSpPr>
          <a:xfrm>
            <a:off x="338600" y="2325510"/>
            <a:ext cx="11288930" cy="3575753"/>
            <a:chOff x="338600" y="2325510"/>
            <a:chExt cx="11288930" cy="3575753"/>
          </a:xfrm>
        </p:grpSpPr>
        <p:sp>
          <p:nvSpPr>
            <p:cNvPr id="144" name="Rounded Rectangle 143">
              <a:extLst>
                <a:ext uri="{FF2B5EF4-FFF2-40B4-BE49-F238E27FC236}">
                  <a16:creationId xmlns:a16="http://schemas.microsoft.com/office/drawing/2014/main" id="{0ED0F67D-7C8B-DBE3-1EE6-69A4186DCBAB}"/>
                </a:ext>
              </a:extLst>
            </p:cNvPr>
            <p:cNvSpPr/>
            <p:nvPr/>
          </p:nvSpPr>
          <p:spPr>
            <a:xfrm>
              <a:off x="338600" y="2325510"/>
              <a:ext cx="11288930" cy="3575753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9C049E6D-99AB-59D4-66A5-5CD8E50DCF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74737" y="3105221"/>
              <a:ext cx="634696" cy="634696"/>
            </a:xfrm>
            <a:prstGeom prst="rect">
              <a:avLst/>
            </a:prstGeom>
          </p:spPr>
        </p:pic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75D17B8B-E66B-4A69-7C97-2E8D5B049DE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4754391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2C8F686B-00AE-DB9E-A2B2-64A49AAEC4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4754391"/>
              <a:ext cx="634696" cy="634696"/>
            </a:xfrm>
            <a:prstGeom prst="rect">
              <a:avLst/>
            </a:prstGeom>
          </p:spPr>
        </p:pic>
        <p:pic>
          <p:nvPicPr>
            <p:cNvPr id="142" name="Graphic 141" descr="Sleep with solid fill">
              <a:extLst>
                <a:ext uri="{FF2B5EF4-FFF2-40B4-BE49-F238E27FC236}">
                  <a16:creationId xmlns:a16="http://schemas.microsoft.com/office/drawing/2014/main" id="{4B2FE66F-7AC1-F8C2-5925-623C20BC8BC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40048" y="4754849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DB290862-70D5-DE6C-B879-8CA67BC5953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4754391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E11ED65A-77A0-9A29-B9C4-575FD2099C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4754391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Sleep with solid fill">
              <a:extLst>
                <a:ext uri="{FF2B5EF4-FFF2-40B4-BE49-F238E27FC236}">
                  <a16:creationId xmlns:a16="http://schemas.microsoft.com/office/drawing/2014/main" id="{4C92CCC8-7B44-EBD0-596E-E0E8002B2A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4754391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2C7533AE-EAC4-E3FF-E896-256B130860F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4754391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52A425B4-624D-B38A-872C-AD315B2FA3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4754391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C816457-5989-DE15-CA8E-C3D23EB321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6258" y="4754391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Sleep with solid fill">
              <a:extLst>
                <a:ext uri="{FF2B5EF4-FFF2-40B4-BE49-F238E27FC236}">
                  <a16:creationId xmlns:a16="http://schemas.microsoft.com/office/drawing/2014/main" id="{99C1B9C7-6AFF-F128-F28C-ABB34C9CDF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844863" y="3110637"/>
              <a:ext cx="634696" cy="634696"/>
            </a:xfrm>
            <a:prstGeom prst="rect">
              <a:avLst/>
            </a:prstGeom>
          </p:spPr>
        </p:pic>
        <p:pic>
          <p:nvPicPr>
            <p:cNvPr id="20" name="Graphic 19" descr="Sleep with solid fill">
              <a:extLst>
                <a:ext uri="{FF2B5EF4-FFF2-40B4-BE49-F238E27FC236}">
                  <a16:creationId xmlns:a16="http://schemas.microsoft.com/office/drawing/2014/main" id="{16D7BA68-13D8-1BE3-97B4-E1CB8ACFD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910695" y="3110637"/>
              <a:ext cx="634696" cy="634696"/>
            </a:xfrm>
            <a:prstGeom prst="rect">
              <a:avLst/>
            </a:prstGeom>
          </p:spPr>
        </p:pic>
        <p:pic>
          <p:nvPicPr>
            <p:cNvPr id="21" name="Graphic 20" descr="Sleep with solid fill">
              <a:extLst>
                <a:ext uri="{FF2B5EF4-FFF2-40B4-BE49-F238E27FC236}">
                  <a16:creationId xmlns:a16="http://schemas.microsoft.com/office/drawing/2014/main" id="{3638C363-A2E4-C899-4A7C-271211D955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3020028" y="3110637"/>
              <a:ext cx="634696" cy="634696"/>
            </a:xfrm>
            <a:prstGeom prst="rect">
              <a:avLst/>
            </a:prstGeom>
          </p:spPr>
        </p:pic>
        <p:pic>
          <p:nvPicPr>
            <p:cNvPr id="22" name="Graphic 21" descr="Sleep with solid fill">
              <a:extLst>
                <a:ext uri="{FF2B5EF4-FFF2-40B4-BE49-F238E27FC236}">
                  <a16:creationId xmlns:a16="http://schemas.microsoft.com/office/drawing/2014/main" id="{9ECB9E2D-72D4-55AE-5F4F-7E45B380141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4085860" y="3110637"/>
              <a:ext cx="634696" cy="634696"/>
            </a:xfrm>
            <a:prstGeom prst="rect">
              <a:avLst/>
            </a:prstGeom>
          </p:spPr>
        </p:pic>
        <p:pic>
          <p:nvPicPr>
            <p:cNvPr id="24" name="Graphic 23" descr="Sleep with solid fill">
              <a:extLst>
                <a:ext uri="{FF2B5EF4-FFF2-40B4-BE49-F238E27FC236}">
                  <a16:creationId xmlns:a16="http://schemas.microsoft.com/office/drawing/2014/main" id="{48FD80EB-C0C5-DB2C-F87A-9D6E4DB3B26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5205261" y="3110637"/>
              <a:ext cx="634696" cy="634696"/>
            </a:xfrm>
            <a:prstGeom prst="rect">
              <a:avLst/>
            </a:prstGeom>
          </p:spPr>
        </p:pic>
        <p:pic>
          <p:nvPicPr>
            <p:cNvPr id="25" name="Graphic 24" descr="Sleep with solid fill">
              <a:extLst>
                <a:ext uri="{FF2B5EF4-FFF2-40B4-BE49-F238E27FC236}">
                  <a16:creationId xmlns:a16="http://schemas.microsoft.com/office/drawing/2014/main" id="{97BB6E79-BD4A-7730-BC95-A4BB6DFFB7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6271093" y="3110637"/>
              <a:ext cx="634696" cy="634696"/>
            </a:xfrm>
            <a:prstGeom prst="rect">
              <a:avLst/>
            </a:prstGeom>
          </p:spPr>
        </p:pic>
        <p:pic>
          <p:nvPicPr>
            <p:cNvPr id="26" name="Graphic 25" descr="Sleep with solid fill">
              <a:extLst>
                <a:ext uri="{FF2B5EF4-FFF2-40B4-BE49-F238E27FC236}">
                  <a16:creationId xmlns:a16="http://schemas.microsoft.com/office/drawing/2014/main" id="{FD25F568-1735-3EF6-4430-48123C1A4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7380426" y="3110637"/>
              <a:ext cx="634696" cy="634696"/>
            </a:xfrm>
            <a:prstGeom prst="rect">
              <a:avLst/>
            </a:prstGeom>
          </p:spPr>
        </p:pic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97E9FD0-A211-BFD7-2314-1669318E0D8F}"/>
                </a:ext>
              </a:extLst>
            </p:cNvPr>
            <p:cNvSpPr/>
            <p:nvPr/>
          </p:nvSpPr>
          <p:spPr>
            <a:xfrm>
              <a:off x="519315" y="44027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DDBF5498-7622-0B52-C09B-A7B18F0B0E97}"/>
                </a:ext>
              </a:extLst>
            </p:cNvPr>
            <p:cNvSpPr/>
            <p:nvPr/>
          </p:nvSpPr>
          <p:spPr>
            <a:xfrm>
              <a:off x="558779" y="2753115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4B9CA358-814F-58D1-7E42-AD798600EE94}"/>
                </a:ext>
              </a:extLst>
            </p:cNvPr>
            <p:cNvSpPr/>
            <p:nvPr/>
          </p:nvSpPr>
          <p:spPr>
            <a:xfrm>
              <a:off x="9938704" y="4402744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3E3561D-16D4-564F-18D0-D5EDB4746635}"/>
                </a:ext>
              </a:extLst>
            </p:cNvPr>
            <p:cNvSpPr/>
            <p:nvPr/>
          </p:nvSpPr>
          <p:spPr>
            <a:xfrm>
              <a:off x="9938704" y="2753115"/>
              <a:ext cx="1306761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CB97A56-83A2-EC11-D639-26D4B9DFDE65}"/>
                </a:ext>
              </a:extLst>
            </p:cNvPr>
            <p:cNvSpPr txBox="1"/>
            <p:nvPr/>
          </p:nvSpPr>
          <p:spPr>
            <a:xfrm>
              <a:off x="913311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38CE45-993F-0666-9B30-EC59E058C509}"/>
                </a:ext>
              </a:extLst>
            </p:cNvPr>
            <p:cNvSpPr txBox="1"/>
            <p:nvPr/>
          </p:nvSpPr>
          <p:spPr>
            <a:xfrm>
              <a:off x="197511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F583F94-1F16-417E-AD50-BF1B30BA543C}"/>
                </a:ext>
              </a:extLst>
            </p:cNvPr>
            <p:cNvSpPr txBox="1"/>
            <p:nvPr/>
          </p:nvSpPr>
          <p:spPr>
            <a:xfrm>
              <a:off x="304177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A97E823-BBCA-C846-9680-90A48977477F}"/>
                </a:ext>
              </a:extLst>
            </p:cNvPr>
            <p:cNvSpPr txBox="1"/>
            <p:nvPr/>
          </p:nvSpPr>
          <p:spPr>
            <a:xfrm>
              <a:off x="4131336" y="459987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02E8BB2-3E27-F757-590E-26CE56635707}"/>
                </a:ext>
              </a:extLst>
            </p:cNvPr>
            <p:cNvSpPr txBox="1"/>
            <p:nvPr/>
          </p:nvSpPr>
          <p:spPr>
            <a:xfrm>
              <a:off x="5251130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988C4A92-F68C-FA0E-8857-787E0963BEF3}"/>
                </a:ext>
              </a:extLst>
            </p:cNvPr>
            <p:cNvSpPr txBox="1"/>
            <p:nvPr/>
          </p:nvSpPr>
          <p:spPr>
            <a:xfrm>
              <a:off x="631293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05B3A3E-C637-D234-D40F-4B72E39EDD00}"/>
                </a:ext>
              </a:extLst>
            </p:cNvPr>
            <p:cNvSpPr txBox="1"/>
            <p:nvPr/>
          </p:nvSpPr>
          <p:spPr>
            <a:xfrm>
              <a:off x="737959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7667056-453B-726E-C18F-B6650F8FA7B1}"/>
                </a:ext>
              </a:extLst>
            </p:cNvPr>
            <p:cNvSpPr txBox="1"/>
            <p:nvPr/>
          </p:nvSpPr>
          <p:spPr>
            <a:xfrm>
              <a:off x="8469155" y="4604464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DCF07EC-A300-537A-4271-462B672878C2}"/>
                </a:ext>
              </a:extLst>
            </p:cNvPr>
            <p:cNvSpPr txBox="1"/>
            <p:nvPr/>
          </p:nvSpPr>
          <p:spPr>
            <a:xfrm>
              <a:off x="913311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170626CF-5153-9EC5-34AD-FCFECA9FBB9F}"/>
                </a:ext>
              </a:extLst>
            </p:cNvPr>
            <p:cNvSpPr txBox="1"/>
            <p:nvPr/>
          </p:nvSpPr>
          <p:spPr>
            <a:xfrm>
              <a:off x="197511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E31A0F2-9A31-8A9E-AA41-173C1FAF97B9}"/>
                </a:ext>
              </a:extLst>
            </p:cNvPr>
            <p:cNvSpPr txBox="1"/>
            <p:nvPr/>
          </p:nvSpPr>
          <p:spPr>
            <a:xfrm>
              <a:off x="304177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810DC67-E17D-6AFB-D8EA-DC350E2938DB}"/>
                </a:ext>
              </a:extLst>
            </p:cNvPr>
            <p:cNvSpPr txBox="1"/>
            <p:nvPr/>
          </p:nvSpPr>
          <p:spPr>
            <a:xfrm>
              <a:off x="4131336" y="294691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EA89A18C-65FA-B3F6-13BE-322B2E620900}"/>
                </a:ext>
              </a:extLst>
            </p:cNvPr>
            <p:cNvSpPr txBox="1"/>
            <p:nvPr/>
          </p:nvSpPr>
          <p:spPr>
            <a:xfrm>
              <a:off x="5251130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95B0CEB-2F22-17C6-A3FD-75D754A3844D}"/>
                </a:ext>
              </a:extLst>
            </p:cNvPr>
            <p:cNvSpPr txBox="1"/>
            <p:nvPr/>
          </p:nvSpPr>
          <p:spPr>
            <a:xfrm>
              <a:off x="631293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58E2391-5C0C-0A27-8C52-19672F743DA3}"/>
                </a:ext>
              </a:extLst>
            </p:cNvPr>
            <p:cNvSpPr txBox="1"/>
            <p:nvPr/>
          </p:nvSpPr>
          <p:spPr>
            <a:xfrm>
              <a:off x="7379595" y="295150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0543A8-D584-166D-F840-A462C296FDDE}"/>
                </a:ext>
              </a:extLst>
            </p:cNvPr>
            <p:cNvSpPr txBox="1"/>
            <p:nvPr/>
          </p:nvSpPr>
          <p:spPr>
            <a:xfrm>
              <a:off x="10313631" y="463873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4117B066-4B53-3043-4545-BE07FC9BAA81}"/>
                </a:ext>
              </a:extLst>
            </p:cNvPr>
            <p:cNvSpPr txBox="1"/>
            <p:nvPr/>
          </p:nvSpPr>
          <p:spPr>
            <a:xfrm>
              <a:off x="10338443" y="29891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3761E35C-EBFD-3737-12A0-192593EF7A58}"/>
                </a:ext>
              </a:extLst>
            </p:cNvPr>
            <p:cNvSpPr/>
            <p:nvPr/>
          </p:nvSpPr>
          <p:spPr>
            <a:xfrm>
              <a:off x="5015752" y="436105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4EAD0853-0B61-56E8-F5DF-732583AFBAA1}"/>
                </a:ext>
              </a:extLst>
            </p:cNvPr>
            <p:cNvSpPr/>
            <p:nvPr/>
          </p:nvSpPr>
          <p:spPr>
            <a:xfrm>
              <a:off x="5044867" y="2769053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893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4A1C7-4F7C-2C5D-8DC4-B7A4B3860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BD1AB9F-99B8-489C-7E92-38C8B550159A}"/>
              </a:ext>
            </a:extLst>
          </p:cNvPr>
          <p:cNvGrpSpPr/>
          <p:nvPr/>
        </p:nvGrpSpPr>
        <p:grpSpPr>
          <a:xfrm>
            <a:off x="410218" y="1098449"/>
            <a:ext cx="11371564" cy="4907241"/>
            <a:chOff x="410218" y="1098449"/>
            <a:chExt cx="11371564" cy="4907241"/>
          </a:xfrm>
        </p:grpSpPr>
        <p:sp>
          <p:nvSpPr>
            <p:cNvPr id="192" name="Rounded Rectangle 191">
              <a:extLst>
                <a:ext uri="{FF2B5EF4-FFF2-40B4-BE49-F238E27FC236}">
                  <a16:creationId xmlns:a16="http://schemas.microsoft.com/office/drawing/2014/main" id="{D69704E3-7382-A18A-A58C-1AA2FB801E7F}"/>
                </a:ext>
              </a:extLst>
            </p:cNvPr>
            <p:cNvSpPr/>
            <p:nvPr/>
          </p:nvSpPr>
          <p:spPr>
            <a:xfrm>
              <a:off x="410218" y="1098449"/>
              <a:ext cx="11371564" cy="4907241"/>
            </a:xfrm>
            <a:prstGeom prst="roundRect">
              <a:avLst>
                <a:gd name="adj" fmla="val 2957"/>
              </a:avLst>
            </a:prstGeom>
            <a:solidFill>
              <a:schemeClr val="bg2"/>
            </a:solidFill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F7A5CA0-D1B4-5B79-524D-9ED242F9E643}"/>
                </a:ext>
              </a:extLst>
            </p:cNvPr>
            <p:cNvSpPr/>
            <p:nvPr/>
          </p:nvSpPr>
          <p:spPr>
            <a:xfrm>
              <a:off x="5255767" y="3614372"/>
              <a:ext cx="4305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76BC5ABA-6562-07B4-6926-71C292AA4F8B}"/>
                </a:ext>
              </a:extLst>
            </p:cNvPr>
            <p:cNvSpPr/>
            <p:nvPr/>
          </p:nvSpPr>
          <p:spPr>
            <a:xfrm>
              <a:off x="5255766" y="1367293"/>
              <a:ext cx="3360899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7B5B6397-8708-0559-006E-3DC3A6524370}"/>
                </a:ext>
              </a:extLst>
            </p:cNvPr>
            <p:cNvSpPr/>
            <p:nvPr/>
          </p:nvSpPr>
          <p:spPr>
            <a:xfrm>
              <a:off x="667897" y="1373741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5C48F21C-2256-17A9-7C1D-9BBE6BE686C2}"/>
                </a:ext>
              </a:extLst>
            </p:cNvPr>
            <p:cNvSpPr/>
            <p:nvPr/>
          </p:nvSpPr>
          <p:spPr>
            <a:xfrm>
              <a:off x="667897" y="363546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7" name="Graphic 76" descr="Sleep with solid fill">
              <a:extLst>
                <a:ext uri="{FF2B5EF4-FFF2-40B4-BE49-F238E27FC236}">
                  <a16:creationId xmlns:a16="http://schemas.microsoft.com/office/drawing/2014/main" id="{5AD7DE78-8F48-CD9F-28DC-B821F0A02D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7536" y="3977496"/>
              <a:ext cx="634696" cy="634696"/>
            </a:xfrm>
            <a:prstGeom prst="rect">
              <a:avLst/>
            </a:prstGeom>
          </p:spPr>
        </p:pic>
        <p:pic>
          <p:nvPicPr>
            <p:cNvPr id="78" name="Graphic 77" descr="Sleep with solid fill">
              <a:extLst>
                <a:ext uri="{FF2B5EF4-FFF2-40B4-BE49-F238E27FC236}">
                  <a16:creationId xmlns:a16="http://schemas.microsoft.com/office/drawing/2014/main" id="{FB1B1101-1294-FA95-A1D5-B957D298B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013368" y="3977496"/>
              <a:ext cx="634696" cy="634696"/>
            </a:xfrm>
            <a:prstGeom prst="rect">
              <a:avLst/>
            </a:prstGeom>
          </p:spPr>
        </p:pic>
        <p:pic>
          <p:nvPicPr>
            <p:cNvPr id="3" name="Graphic 2" descr="Sleep with solid fill">
              <a:extLst>
                <a:ext uri="{FF2B5EF4-FFF2-40B4-BE49-F238E27FC236}">
                  <a16:creationId xmlns:a16="http://schemas.microsoft.com/office/drawing/2014/main" id="{97E4B0CA-F8DC-B0E4-527E-5F87FFB109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3977496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4ABFF014-5E4C-94EA-A0DD-6475DB9AE0A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4188533" y="3977496"/>
              <a:ext cx="634696" cy="634696"/>
            </a:xfrm>
            <a:prstGeom prst="rect">
              <a:avLst/>
            </a:prstGeom>
          </p:spPr>
        </p:pic>
        <p:pic>
          <p:nvPicPr>
            <p:cNvPr id="7" name="Graphic 6" descr="Bed with solid fill">
              <a:extLst>
                <a:ext uri="{FF2B5EF4-FFF2-40B4-BE49-F238E27FC236}">
                  <a16:creationId xmlns:a16="http://schemas.microsoft.com/office/drawing/2014/main" id="{1888C180-1E8E-7FD9-47D1-16C7818F5D8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5375668" y="3977496"/>
              <a:ext cx="634696" cy="634696"/>
            </a:xfrm>
            <a:prstGeom prst="rect">
              <a:avLst/>
            </a:prstGeom>
          </p:spPr>
        </p:pic>
        <p:pic>
          <p:nvPicPr>
            <p:cNvPr id="8" name="Graphic 7" descr="Sleep with solid fill">
              <a:extLst>
                <a:ext uri="{FF2B5EF4-FFF2-40B4-BE49-F238E27FC236}">
                  <a16:creationId xmlns:a16="http://schemas.microsoft.com/office/drawing/2014/main" id="{6FFE254E-6F38-520A-20C9-5317C918A1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441500" y="3977496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Bed with solid fill">
              <a:extLst>
                <a:ext uri="{FF2B5EF4-FFF2-40B4-BE49-F238E27FC236}">
                  <a16:creationId xmlns:a16="http://schemas.microsoft.com/office/drawing/2014/main" id="{FC1E1375-B860-2435-0EAA-B4EC04B41EE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550833" y="3977496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CA3A8C5C-9D13-5714-5C80-81D46B26B8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8616665" y="3977496"/>
              <a:ext cx="634696" cy="634696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508D8D7-8B1B-64E8-065F-4590D9A047E5}"/>
                </a:ext>
              </a:extLst>
            </p:cNvPr>
            <p:cNvSpPr txBox="1"/>
            <p:nvPr/>
          </p:nvSpPr>
          <p:spPr>
            <a:xfrm>
              <a:off x="1015984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B00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4E869-9B02-7062-CA61-B8AB593ACE5D}"/>
                </a:ext>
              </a:extLst>
            </p:cNvPr>
            <p:cNvSpPr txBox="1"/>
            <p:nvPr/>
          </p:nvSpPr>
          <p:spPr>
            <a:xfrm>
              <a:off x="207778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B01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53A15C3-961C-681E-CC00-8990721959C4}"/>
                </a:ext>
              </a:extLst>
            </p:cNvPr>
            <p:cNvSpPr txBox="1"/>
            <p:nvPr/>
          </p:nvSpPr>
          <p:spPr>
            <a:xfrm>
              <a:off x="314444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B02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7BC06F7-A260-64D8-AF60-6ABA64F91BCE}"/>
                </a:ext>
              </a:extLst>
            </p:cNvPr>
            <p:cNvSpPr txBox="1"/>
            <p:nvPr/>
          </p:nvSpPr>
          <p:spPr>
            <a:xfrm>
              <a:off x="4234009" y="382298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F0ED7DA9-1B7C-CB72-4D58-08F749EBFEA8}"/>
                </a:ext>
              </a:extLst>
            </p:cNvPr>
            <p:cNvSpPr txBox="1"/>
            <p:nvPr/>
          </p:nvSpPr>
          <p:spPr>
            <a:xfrm>
              <a:off x="5421537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4E5FCB3-2A81-515B-A179-A03B4056F66B}"/>
                </a:ext>
              </a:extLst>
            </p:cNvPr>
            <p:cNvSpPr txBox="1"/>
            <p:nvPr/>
          </p:nvSpPr>
          <p:spPr>
            <a:xfrm>
              <a:off x="648334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B05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9D23694-C520-65B9-9702-AC646CFD7C7C}"/>
                </a:ext>
              </a:extLst>
            </p:cNvPr>
            <p:cNvSpPr txBox="1"/>
            <p:nvPr/>
          </p:nvSpPr>
          <p:spPr>
            <a:xfrm>
              <a:off x="755000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B06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A4C03B-740B-24A2-162D-65C1111DDDBA}"/>
                </a:ext>
              </a:extLst>
            </p:cNvPr>
            <p:cNvSpPr txBox="1"/>
            <p:nvPr/>
          </p:nvSpPr>
          <p:spPr>
            <a:xfrm>
              <a:off x="8639562" y="3827569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B07</a:t>
              </a:r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75DDD1F5-1DB8-5D8C-C3C5-87FFD9310033}"/>
                </a:ext>
              </a:extLst>
            </p:cNvPr>
            <p:cNvSpPr/>
            <p:nvPr/>
          </p:nvSpPr>
          <p:spPr>
            <a:xfrm rot="16200000">
              <a:off x="1631992" y="359426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Left Bracket 12">
              <a:extLst>
                <a:ext uri="{FF2B5EF4-FFF2-40B4-BE49-F238E27FC236}">
                  <a16:creationId xmlns:a16="http://schemas.microsoft.com/office/drawing/2014/main" id="{6C3D6143-E711-9467-9DC3-D9FACCD0A72E}"/>
                </a:ext>
              </a:extLst>
            </p:cNvPr>
            <p:cNvSpPr/>
            <p:nvPr/>
          </p:nvSpPr>
          <p:spPr>
            <a:xfrm rot="16200000">
              <a:off x="3249253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Left Bracket 13">
              <a:extLst>
                <a:ext uri="{FF2B5EF4-FFF2-40B4-BE49-F238E27FC236}">
                  <a16:creationId xmlns:a16="http://schemas.microsoft.com/office/drawing/2014/main" id="{67938F3F-8879-7F69-BB5C-C71A6AEFBC4F}"/>
                </a:ext>
              </a:extLst>
            </p:cNvPr>
            <p:cNvSpPr/>
            <p:nvPr/>
          </p:nvSpPr>
          <p:spPr>
            <a:xfrm rot="16200000">
              <a:off x="4334837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Left Bracket 14">
              <a:extLst>
                <a:ext uri="{FF2B5EF4-FFF2-40B4-BE49-F238E27FC236}">
                  <a16:creationId xmlns:a16="http://schemas.microsoft.com/office/drawing/2014/main" id="{D087831F-2908-69FD-686E-8600924C8AC6}"/>
                </a:ext>
              </a:extLst>
            </p:cNvPr>
            <p:cNvSpPr/>
            <p:nvPr/>
          </p:nvSpPr>
          <p:spPr>
            <a:xfrm rot="16200000">
              <a:off x="6574181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6CEF50D1-C14D-0CDA-DC70-C4F92311D11D}"/>
                </a:ext>
              </a:extLst>
            </p:cNvPr>
            <p:cNvSpPr/>
            <p:nvPr/>
          </p:nvSpPr>
          <p:spPr>
            <a:xfrm rot="16200000">
              <a:off x="8792848" y="4161658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Graphic 26" descr="Doctor male with solid fill">
              <a:extLst>
                <a:ext uri="{FF2B5EF4-FFF2-40B4-BE49-F238E27FC236}">
                  <a16:creationId xmlns:a16="http://schemas.microsoft.com/office/drawing/2014/main" id="{F05C5AF1-BD44-0F6A-9204-C203798B37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111516" y="4847403"/>
              <a:ext cx="636856" cy="636856"/>
            </a:xfrm>
            <a:prstGeom prst="rect">
              <a:avLst/>
            </a:prstGeom>
          </p:spPr>
        </p:pic>
        <p:pic>
          <p:nvPicPr>
            <p:cNvPr id="32" name="Graphic 31" descr="Doctor female with solid fill">
              <a:extLst>
                <a:ext uri="{FF2B5EF4-FFF2-40B4-BE49-F238E27FC236}">
                  <a16:creationId xmlns:a16="http://schemas.microsoft.com/office/drawing/2014/main" id="{6317EF42-1324-642A-F267-2757A01E56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498231" y="4847403"/>
              <a:ext cx="636856" cy="636856"/>
            </a:xfrm>
            <a:prstGeom prst="rect">
              <a:avLst/>
            </a:prstGeom>
          </p:spPr>
        </p:pic>
        <p:pic>
          <p:nvPicPr>
            <p:cNvPr id="36" name="Graphic 35" descr="Doctor male with solid fill">
              <a:extLst>
                <a:ext uri="{FF2B5EF4-FFF2-40B4-BE49-F238E27FC236}">
                  <a16:creationId xmlns:a16="http://schemas.microsoft.com/office/drawing/2014/main" id="{BF3ADE1D-F896-7786-CF1C-EFEBE1112E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450409" y="4851763"/>
              <a:ext cx="636856" cy="636856"/>
            </a:xfrm>
            <a:prstGeom prst="rect">
              <a:avLst/>
            </a:prstGeom>
          </p:spPr>
        </p:pic>
        <p:pic>
          <p:nvPicPr>
            <p:cNvPr id="38" name="Graphic 37" descr="Doctor female with solid fill">
              <a:extLst>
                <a:ext uri="{FF2B5EF4-FFF2-40B4-BE49-F238E27FC236}">
                  <a16:creationId xmlns:a16="http://schemas.microsoft.com/office/drawing/2014/main" id="{8CDD2A66-54C1-F985-F485-EDFC69341C5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4188533" y="4847403"/>
              <a:ext cx="636856" cy="636856"/>
            </a:xfrm>
            <a:prstGeom prst="rect">
              <a:avLst/>
            </a:prstGeom>
          </p:spPr>
        </p:pic>
        <p:pic>
          <p:nvPicPr>
            <p:cNvPr id="39" name="Graphic 38" descr="Doctor female with solid fill">
              <a:extLst>
                <a:ext uri="{FF2B5EF4-FFF2-40B4-BE49-F238E27FC236}">
                  <a16:creationId xmlns:a16="http://schemas.microsoft.com/office/drawing/2014/main" id="{6FB4093C-4F71-83CE-7102-FB4C84A1F2D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659086" y="4842814"/>
              <a:ext cx="636856" cy="636856"/>
            </a:xfrm>
            <a:prstGeom prst="rect">
              <a:avLst/>
            </a:prstGeom>
          </p:spPr>
        </p:pic>
        <p:pic>
          <p:nvPicPr>
            <p:cNvPr id="87" name="Graphic 86" descr="Bed with solid fill">
              <a:extLst>
                <a:ext uri="{FF2B5EF4-FFF2-40B4-BE49-F238E27FC236}">
                  <a16:creationId xmlns:a16="http://schemas.microsoft.com/office/drawing/2014/main" id="{3863AC67-48E3-F3A2-1514-9B07ECE6C47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947536" y="1709327"/>
              <a:ext cx="634696" cy="634696"/>
            </a:xfrm>
            <a:prstGeom prst="rect">
              <a:avLst/>
            </a:prstGeom>
          </p:spPr>
        </p:pic>
        <p:pic>
          <p:nvPicPr>
            <p:cNvPr id="88" name="Graphic 87" descr="Sleep with solid fill">
              <a:extLst>
                <a:ext uri="{FF2B5EF4-FFF2-40B4-BE49-F238E27FC236}">
                  <a16:creationId xmlns:a16="http://schemas.microsoft.com/office/drawing/2014/main" id="{B935A129-061A-021C-CA64-1CEF87C52F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013368" y="1709327"/>
              <a:ext cx="634696" cy="634696"/>
            </a:xfrm>
            <a:prstGeom prst="rect">
              <a:avLst/>
            </a:prstGeom>
          </p:spPr>
        </p:pic>
        <p:pic>
          <p:nvPicPr>
            <p:cNvPr id="89" name="Graphic 88" descr="Sleep with solid fill">
              <a:extLst>
                <a:ext uri="{FF2B5EF4-FFF2-40B4-BE49-F238E27FC236}">
                  <a16:creationId xmlns:a16="http://schemas.microsoft.com/office/drawing/2014/main" id="{85333D08-E2AB-9018-A9EC-7EA29667D01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122701" y="1709327"/>
              <a:ext cx="634696" cy="634696"/>
            </a:xfrm>
            <a:prstGeom prst="rect">
              <a:avLst/>
            </a:prstGeom>
          </p:spPr>
        </p:pic>
        <p:pic>
          <p:nvPicPr>
            <p:cNvPr id="90" name="Graphic 89" descr="Sleep with solid fill">
              <a:extLst>
                <a:ext uri="{FF2B5EF4-FFF2-40B4-BE49-F238E27FC236}">
                  <a16:creationId xmlns:a16="http://schemas.microsoft.com/office/drawing/2014/main" id="{9FDF6BD1-3E60-F5EA-89EA-6490EC239A8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88533" y="1709327"/>
              <a:ext cx="634696" cy="634696"/>
            </a:xfrm>
            <a:prstGeom prst="rect">
              <a:avLst/>
            </a:prstGeom>
          </p:spPr>
        </p:pic>
        <p:pic>
          <p:nvPicPr>
            <p:cNvPr id="91" name="Graphic 90" descr="Sleep with solid fill">
              <a:extLst>
                <a:ext uri="{FF2B5EF4-FFF2-40B4-BE49-F238E27FC236}">
                  <a16:creationId xmlns:a16="http://schemas.microsoft.com/office/drawing/2014/main" id="{66D1D48C-65C4-6752-6BDA-C38FCBEBB3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5507225" y="1709327"/>
              <a:ext cx="634696" cy="634696"/>
            </a:xfrm>
            <a:prstGeom prst="rect">
              <a:avLst/>
            </a:prstGeom>
          </p:spPr>
        </p:pic>
        <p:pic>
          <p:nvPicPr>
            <p:cNvPr id="92" name="Graphic 91" descr="Sleep with solid fill">
              <a:extLst>
                <a:ext uri="{FF2B5EF4-FFF2-40B4-BE49-F238E27FC236}">
                  <a16:creationId xmlns:a16="http://schemas.microsoft.com/office/drawing/2014/main" id="{8B83903B-55BA-6E19-44B8-E6BF96F576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573057" y="1709327"/>
              <a:ext cx="634696" cy="634696"/>
            </a:xfrm>
            <a:prstGeom prst="rect">
              <a:avLst/>
            </a:prstGeom>
          </p:spPr>
        </p:pic>
        <p:pic>
          <p:nvPicPr>
            <p:cNvPr id="93" name="Graphic 92" descr="Bed with solid fill">
              <a:extLst>
                <a:ext uri="{FF2B5EF4-FFF2-40B4-BE49-F238E27FC236}">
                  <a16:creationId xmlns:a16="http://schemas.microsoft.com/office/drawing/2014/main" id="{89A75918-F2F0-5796-B0B8-523FDA69DD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7682390" y="1709327"/>
              <a:ext cx="634696" cy="634696"/>
            </a:xfrm>
            <a:prstGeom prst="rect">
              <a:avLst/>
            </a:prstGeom>
          </p:spPr>
        </p:pic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750FA7AC-4F26-9AB6-479C-1E7726A22ED9}"/>
                </a:ext>
              </a:extLst>
            </p:cNvPr>
            <p:cNvSpPr txBox="1"/>
            <p:nvPr/>
          </p:nvSpPr>
          <p:spPr>
            <a:xfrm>
              <a:off x="1015984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DDA9FDC7-8DD0-58AC-DF5E-98F07BC84988}"/>
                </a:ext>
              </a:extLst>
            </p:cNvPr>
            <p:cNvSpPr txBox="1"/>
            <p:nvPr/>
          </p:nvSpPr>
          <p:spPr>
            <a:xfrm>
              <a:off x="207778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9B14E02-E267-CD13-69D9-1534E87EEA27}"/>
                </a:ext>
              </a:extLst>
            </p:cNvPr>
            <p:cNvSpPr txBox="1"/>
            <p:nvPr/>
          </p:nvSpPr>
          <p:spPr>
            <a:xfrm>
              <a:off x="314444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7D38A0B-3C10-F470-8AA1-2EAD854BB0BA}"/>
                </a:ext>
              </a:extLst>
            </p:cNvPr>
            <p:cNvSpPr txBox="1"/>
            <p:nvPr/>
          </p:nvSpPr>
          <p:spPr>
            <a:xfrm>
              <a:off x="4234009" y="155481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DBD57EBF-ABA6-477F-4ED7-DED50B20BE8A}"/>
                </a:ext>
              </a:extLst>
            </p:cNvPr>
            <p:cNvSpPr txBox="1"/>
            <p:nvPr/>
          </p:nvSpPr>
          <p:spPr>
            <a:xfrm>
              <a:off x="5553094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9141DA76-5645-7435-7FB4-D32FAF2C4097}"/>
                </a:ext>
              </a:extLst>
            </p:cNvPr>
            <p:cNvSpPr txBox="1"/>
            <p:nvPr/>
          </p:nvSpPr>
          <p:spPr>
            <a:xfrm>
              <a:off x="661489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1FC1EEC6-863E-48BC-85D8-D8E010A07473}"/>
                </a:ext>
              </a:extLst>
            </p:cNvPr>
            <p:cNvSpPr txBox="1"/>
            <p:nvPr/>
          </p:nvSpPr>
          <p:spPr>
            <a:xfrm>
              <a:off x="7681559" y="155940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03" name="Left Bracket 102">
              <a:extLst>
                <a:ext uri="{FF2B5EF4-FFF2-40B4-BE49-F238E27FC236}">
                  <a16:creationId xmlns:a16="http://schemas.microsoft.com/office/drawing/2014/main" id="{01DBF4C6-31C8-E960-2DBE-EB7A84D2D1E7}"/>
                </a:ext>
              </a:extLst>
            </p:cNvPr>
            <p:cNvSpPr/>
            <p:nvPr/>
          </p:nvSpPr>
          <p:spPr>
            <a:xfrm rot="16200000">
              <a:off x="3782830" y="1326095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Left Bracket 103">
              <a:extLst>
                <a:ext uri="{FF2B5EF4-FFF2-40B4-BE49-F238E27FC236}">
                  <a16:creationId xmlns:a16="http://schemas.microsoft.com/office/drawing/2014/main" id="{29F2AB79-BD79-6260-AFDC-0E8BE7D9DB67}"/>
                </a:ext>
              </a:extLst>
            </p:cNvPr>
            <p:cNvSpPr/>
            <p:nvPr/>
          </p:nvSpPr>
          <p:spPr>
            <a:xfrm rot="16200000">
              <a:off x="2149604" y="189348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8" name="Graphic 107" descr="Doctor male with solid fill">
              <a:extLst>
                <a:ext uri="{FF2B5EF4-FFF2-40B4-BE49-F238E27FC236}">
                  <a16:creationId xmlns:a16="http://schemas.microsoft.com/office/drawing/2014/main" id="{3A7FADCE-9A38-3629-E1E4-D027936D6A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649068" y="2579234"/>
              <a:ext cx="636856" cy="636856"/>
            </a:xfrm>
            <a:prstGeom prst="rect">
              <a:avLst/>
            </a:prstGeom>
          </p:spPr>
        </p:pic>
        <p:pic>
          <p:nvPicPr>
            <p:cNvPr id="109" name="Graphic 108" descr="Doctor female with solid fill">
              <a:extLst>
                <a:ext uri="{FF2B5EF4-FFF2-40B4-BE49-F238E27FC236}">
                  <a16:creationId xmlns:a16="http://schemas.microsoft.com/office/drawing/2014/main" id="{0D517900-75E5-DE50-D8BF-71012DB3A40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013368" y="2579234"/>
              <a:ext cx="636856" cy="636856"/>
            </a:xfrm>
            <a:prstGeom prst="rect">
              <a:avLst/>
            </a:prstGeom>
          </p:spPr>
        </p:pic>
        <p:pic>
          <p:nvPicPr>
            <p:cNvPr id="110" name="Graphic 109" descr="Doctor male with solid fill">
              <a:extLst>
                <a:ext uri="{FF2B5EF4-FFF2-40B4-BE49-F238E27FC236}">
                  <a16:creationId xmlns:a16="http://schemas.microsoft.com/office/drawing/2014/main" id="{48967831-D080-4478-220D-D6FCA44091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304123" y="2524265"/>
              <a:ext cx="636856" cy="636856"/>
            </a:xfrm>
            <a:prstGeom prst="rect">
              <a:avLst/>
            </a:prstGeom>
          </p:spPr>
        </p:pic>
        <p:pic>
          <p:nvPicPr>
            <p:cNvPr id="111" name="Graphic 110" descr="Doctor female with solid fill">
              <a:extLst>
                <a:ext uri="{FF2B5EF4-FFF2-40B4-BE49-F238E27FC236}">
                  <a16:creationId xmlns:a16="http://schemas.microsoft.com/office/drawing/2014/main" id="{C4950B2C-3A2A-14AA-5CE0-BB542D3CBB3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057340" y="2570222"/>
              <a:ext cx="636856" cy="636856"/>
            </a:xfrm>
            <a:prstGeom prst="rect">
              <a:avLst/>
            </a:prstGeom>
          </p:spPr>
        </p:pic>
        <p:sp>
          <p:nvSpPr>
            <p:cNvPr id="145" name="Rounded Rectangle 144">
              <a:extLst>
                <a:ext uri="{FF2B5EF4-FFF2-40B4-BE49-F238E27FC236}">
                  <a16:creationId xmlns:a16="http://schemas.microsoft.com/office/drawing/2014/main" id="{FC79B5A3-2BB4-7B48-C72E-8D25FD8CC6B9}"/>
                </a:ext>
              </a:extLst>
            </p:cNvPr>
            <p:cNvSpPr/>
            <p:nvPr/>
          </p:nvSpPr>
          <p:spPr>
            <a:xfrm>
              <a:off x="9791448" y="136729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46" name="Graphic 145" descr="Sleep with solid fill">
              <a:extLst>
                <a:ext uri="{FF2B5EF4-FFF2-40B4-BE49-F238E27FC236}">
                  <a16:creationId xmlns:a16="http://schemas.microsoft.com/office/drawing/2014/main" id="{91B67877-094C-5F87-1376-CB26AD402FB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1636349"/>
              <a:ext cx="634696" cy="634696"/>
            </a:xfrm>
            <a:prstGeom prst="rect">
              <a:avLst/>
            </a:prstGeom>
          </p:spPr>
        </p:pic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51F4585-4635-F03E-B272-03A1D51B6E9D}"/>
                </a:ext>
              </a:extLst>
            </p:cNvPr>
            <p:cNvSpPr txBox="1"/>
            <p:nvPr/>
          </p:nvSpPr>
          <p:spPr>
            <a:xfrm>
              <a:off x="10284599" y="148642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B16</a:t>
              </a:r>
            </a:p>
          </p:txBody>
        </p:sp>
        <p:sp>
          <p:nvSpPr>
            <p:cNvPr id="148" name="Left Bracket 147">
              <a:extLst>
                <a:ext uri="{FF2B5EF4-FFF2-40B4-BE49-F238E27FC236}">
                  <a16:creationId xmlns:a16="http://schemas.microsoft.com/office/drawing/2014/main" id="{1DB19B96-4564-FCD5-3291-8A7147D98DB5}"/>
                </a:ext>
              </a:extLst>
            </p:cNvPr>
            <p:cNvSpPr/>
            <p:nvPr/>
          </p:nvSpPr>
          <p:spPr>
            <a:xfrm rot="16200000">
              <a:off x="10394383" y="1829502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0" name="Left Bracket 149">
              <a:extLst>
                <a:ext uri="{FF2B5EF4-FFF2-40B4-BE49-F238E27FC236}">
                  <a16:creationId xmlns:a16="http://schemas.microsoft.com/office/drawing/2014/main" id="{A1267B4B-D30D-A737-8FE8-277F33BA290C}"/>
                </a:ext>
              </a:extLst>
            </p:cNvPr>
            <p:cNvSpPr/>
            <p:nvPr/>
          </p:nvSpPr>
          <p:spPr>
            <a:xfrm rot="16200000">
              <a:off x="6191102" y="1321673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09686284-EE10-8ACD-B1A0-67EA65C71F02}"/>
                </a:ext>
              </a:extLst>
            </p:cNvPr>
            <p:cNvSpPr/>
            <p:nvPr/>
          </p:nvSpPr>
          <p:spPr>
            <a:xfrm>
              <a:off x="9791448" y="3637753"/>
              <a:ext cx="1662206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34" name="Graphic 233" descr="Sleep with solid fill">
              <a:extLst>
                <a:ext uri="{FF2B5EF4-FFF2-40B4-BE49-F238E27FC236}">
                  <a16:creationId xmlns:a16="http://schemas.microsoft.com/office/drawing/2014/main" id="{459C560A-39EA-5187-4676-9660B684B6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10261702" y="3906809"/>
              <a:ext cx="634696" cy="634696"/>
            </a:xfrm>
            <a:prstGeom prst="rect">
              <a:avLst/>
            </a:prstGeom>
          </p:spPr>
        </p:pic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BD598074-88E5-99C4-2135-90DF9FAC96FC}"/>
                </a:ext>
              </a:extLst>
            </p:cNvPr>
            <p:cNvSpPr txBox="1"/>
            <p:nvPr/>
          </p:nvSpPr>
          <p:spPr>
            <a:xfrm>
              <a:off x="10284599" y="375688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B15</a:t>
              </a:r>
            </a:p>
          </p:txBody>
        </p:sp>
        <p:sp>
          <p:nvSpPr>
            <p:cNvPr id="236" name="Left Bracket 235">
              <a:extLst>
                <a:ext uri="{FF2B5EF4-FFF2-40B4-BE49-F238E27FC236}">
                  <a16:creationId xmlns:a16="http://schemas.microsoft.com/office/drawing/2014/main" id="{68D62CA4-F8B4-DDED-BBA0-A46F3C359524}"/>
                </a:ext>
              </a:extLst>
            </p:cNvPr>
            <p:cNvSpPr/>
            <p:nvPr/>
          </p:nvSpPr>
          <p:spPr>
            <a:xfrm rot="16200000">
              <a:off x="10384787" y="4100317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37" name="Graphic 236" descr="Doctor female with solid fill">
              <a:extLst>
                <a:ext uri="{FF2B5EF4-FFF2-40B4-BE49-F238E27FC236}">
                  <a16:creationId xmlns:a16="http://schemas.microsoft.com/office/drawing/2014/main" id="{A5A5735A-3CD9-0027-1D93-D4F53A380BD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251026" y="4842814"/>
              <a:ext cx="636856" cy="63685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64696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9DA9A-4AEF-F740-D1B1-0661DC705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177F633E-11C8-3738-4634-063B4163767D}"/>
              </a:ext>
            </a:extLst>
          </p:cNvPr>
          <p:cNvGrpSpPr/>
          <p:nvPr/>
        </p:nvGrpSpPr>
        <p:grpSpPr>
          <a:xfrm>
            <a:off x="1092593" y="957790"/>
            <a:ext cx="10006814" cy="2175446"/>
            <a:chOff x="855237" y="3675232"/>
            <a:chExt cx="10006814" cy="217544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CA14CC8A-CB15-2D4D-8B37-87C9F7116876}"/>
                </a:ext>
              </a:extLst>
            </p:cNvPr>
            <p:cNvSpPr/>
            <p:nvPr/>
          </p:nvSpPr>
          <p:spPr>
            <a:xfrm>
              <a:off x="855237" y="3753526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Graphic 2" descr="Bed with solid fill">
              <a:extLst>
                <a:ext uri="{FF2B5EF4-FFF2-40B4-BE49-F238E27FC236}">
                  <a16:creationId xmlns:a16="http://schemas.microsoft.com/office/drawing/2014/main" id="{89198DAA-3B7D-5778-B142-450548E8B6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134876" y="4089112"/>
              <a:ext cx="634696" cy="634696"/>
            </a:xfrm>
            <a:prstGeom prst="rect">
              <a:avLst/>
            </a:prstGeom>
          </p:spPr>
        </p:pic>
        <p:pic>
          <p:nvPicPr>
            <p:cNvPr id="4" name="Graphic 3" descr="Sleep with solid fill">
              <a:extLst>
                <a:ext uri="{FF2B5EF4-FFF2-40B4-BE49-F238E27FC236}">
                  <a16:creationId xmlns:a16="http://schemas.microsoft.com/office/drawing/2014/main" id="{7A5F4C1E-BB6A-E4EB-CEBC-513922071D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00708" y="4089112"/>
              <a:ext cx="634696" cy="634696"/>
            </a:xfrm>
            <a:prstGeom prst="rect">
              <a:avLst/>
            </a:prstGeom>
          </p:spPr>
        </p:pic>
        <p:pic>
          <p:nvPicPr>
            <p:cNvPr id="5" name="Graphic 4" descr="Sleep with solid fill">
              <a:extLst>
                <a:ext uri="{FF2B5EF4-FFF2-40B4-BE49-F238E27FC236}">
                  <a16:creationId xmlns:a16="http://schemas.microsoft.com/office/drawing/2014/main" id="{FDE97C45-A821-4DA5-D46C-F6DE626D82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3310041" y="4089112"/>
              <a:ext cx="634696" cy="634696"/>
            </a:xfrm>
            <a:prstGeom prst="rect">
              <a:avLst/>
            </a:prstGeom>
          </p:spPr>
        </p:pic>
        <p:pic>
          <p:nvPicPr>
            <p:cNvPr id="6" name="Graphic 5" descr="Sleep with solid fill">
              <a:extLst>
                <a:ext uri="{FF2B5EF4-FFF2-40B4-BE49-F238E27FC236}">
                  <a16:creationId xmlns:a16="http://schemas.microsoft.com/office/drawing/2014/main" id="{6436BDD8-8A02-9AD0-37E2-59F6A5F4853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75873" y="4089112"/>
              <a:ext cx="634696" cy="63469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BA1CAFA-3829-27BF-EC04-1AC2C9820DE5}"/>
                </a:ext>
              </a:extLst>
            </p:cNvPr>
            <p:cNvSpPr txBox="1"/>
            <p:nvPr/>
          </p:nvSpPr>
          <p:spPr>
            <a:xfrm>
              <a:off x="1203324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D339A65-703C-0012-3519-72D879974D34}"/>
                </a:ext>
              </a:extLst>
            </p:cNvPr>
            <p:cNvSpPr txBox="1"/>
            <p:nvPr/>
          </p:nvSpPr>
          <p:spPr>
            <a:xfrm>
              <a:off x="226512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4CF676A-908A-F2D8-3E9B-7CBE0FF46FF7}"/>
                </a:ext>
              </a:extLst>
            </p:cNvPr>
            <p:cNvSpPr txBox="1"/>
            <p:nvPr/>
          </p:nvSpPr>
          <p:spPr>
            <a:xfrm>
              <a:off x="333178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D7E2F9C-CE41-FBA4-A08A-F985BBE3BBDD}"/>
                </a:ext>
              </a:extLst>
            </p:cNvPr>
            <p:cNvSpPr txBox="1"/>
            <p:nvPr/>
          </p:nvSpPr>
          <p:spPr>
            <a:xfrm>
              <a:off x="4421349" y="39345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1" name="Left Bracket 10">
              <a:extLst>
                <a:ext uri="{FF2B5EF4-FFF2-40B4-BE49-F238E27FC236}">
                  <a16:creationId xmlns:a16="http://schemas.microsoft.com/office/drawing/2014/main" id="{03C9E5CB-71A8-F93B-FC8D-3E86BFC6636E}"/>
                </a:ext>
              </a:extLst>
            </p:cNvPr>
            <p:cNvSpPr/>
            <p:nvPr/>
          </p:nvSpPr>
          <p:spPr>
            <a:xfrm rot="16200000">
              <a:off x="3970170" y="3705880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Left Bracket 11">
              <a:extLst>
                <a:ext uri="{FF2B5EF4-FFF2-40B4-BE49-F238E27FC236}">
                  <a16:creationId xmlns:a16="http://schemas.microsoft.com/office/drawing/2014/main" id="{49CDABFC-309B-BD04-A056-C66A4804FE2F}"/>
                </a:ext>
              </a:extLst>
            </p:cNvPr>
            <p:cNvSpPr/>
            <p:nvPr/>
          </p:nvSpPr>
          <p:spPr>
            <a:xfrm rot="16200000">
              <a:off x="2336944" y="4273274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Graphic 12" descr="Doctor male with solid fill">
              <a:extLst>
                <a:ext uri="{FF2B5EF4-FFF2-40B4-BE49-F238E27FC236}">
                  <a16:creationId xmlns:a16="http://schemas.microsoft.com/office/drawing/2014/main" id="{D7F7D628-A794-DDD3-1EC2-F6D5F9C4D51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836408" y="4959019"/>
              <a:ext cx="636856" cy="636856"/>
            </a:xfrm>
            <a:prstGeom prst="rect">
              <a:avLst/>
            </a:prstGeom>
          </p:spPr>
        </p:pic>
        <p:pic>
          <p:nvPicPr>
            <p:cNvPr id="14" name="Graphic 13" descr="Doctor female with solid fill">
              <a:extLst>
                <a:ext uri="{FF2B5EF4-FFF2-40B4-BE49-F238E27FC236}">
                  <a16:creationId xmlns:a16="http://schemas.microsoft.com/office/drawing/2014/main" id="{A426156A-4081-20CD-CCC2-46A51FA648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00708" y="4959019"/>
              <a:ext cx="636856" cy="636856"/>
            </a:xfrm>
            <a:prstGeom prst="rect">
              <a:avLst/>
            </a:prstGeom>
          </p:spPr>
        </p:pic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46F3DA0C-BBE8-0BC7-2C26-398576EE798D}"/>
                </a:ext>
              </a:extLst>
            </p:cNvPr>
            <p:cNvSpPr/>
            <p:nvPr/>
          </p:nvSpPr>
          <p:spPr>
            <a:xfrm>
              <a:off x="6441231" y="3675232"/>
              <a:ext cx="4420820" cy="2097152"/>
            </a:xfrm>
            <a:prstGeom prst="roundRect">
              <a:avLst>
                <a:gd name="adj" fmla="val 21519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Graphic 15" descr="Sleep with solid fill">
              <a:extLst>
                <a:ext uri="{FF2B5EF4-FFF2-40B4-BE49-F238E27FC236}">
                  <a16:creationId xmlns:a16="http://schemas.microsoft.com/office/drawing/2014/main" id="{F335BE43-8851-5AD4-6571-91107293C3A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6720870" y="4010818"/>
              <a:ext cx="634696" cy="634696"/>
            </a:xfrm>
            <a:prstGeom prst="rect">
              <a:avLst/>
            </a:prstGeom>
          </p:spPr>
        </p:pic>
        <p:pic>
          <p:nvPicPr>
            <p:cNvPr id="17" name="Graphic 16" descr="Sleep with solid fill">
              <a:extLst>
                <a:ext uri="{FF2B5EF4-FFF2-40B4-BE49-F238E27FC236}">
                  <a16:creationId xmlns:a16="http://schemas.microsoft.com/office/drawing/2014/main" id="{E3439103-DBC8-E893-AFF9-81F586587F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86702" y="4010818"/>
              <a:ext cx="634696" cy="634696"/>
            </a:xfrm>
            <a:prstGeom prst="rect">
              <a:avLst/>
            </a:prstGeom>
          </p:spPr>
        </p:pic>
        <p:pic>
          <p:nvPicPr>
            <p:cNvPr id="18" name="Graphic 17" descr="Sleep with solid fill">
              <a:extLst>
                <a:ext uri="{FF2B5EF4-FFF2-40B4-BE49-F238E27FC236}">
                  <a16:creationId xmlns:a16="http://schemas.microsoft.com/office/drawing/2014/main" id="{099C2FEA-458B-E744-FE45-91818E01D29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8896035" y="4010818"/>
              <a:ext cx="634696" cy="634696"/>
            </a:xfrm>
            <a:prstGeom prst="rect">
              <a:avLst/>
            </a:prstGeom>
          </p:spPr>
        </p:pic>
        <p:pic>
          <p:nvPicPr>
            <p:cNvPr id="19" name="Graphic 18" descr="Bed with solid fill">
              <a:extLst>
                <a:ext uri="{FF2B5EF4-FFF2-40B4-BE49-F238E27FC236}">
                  <a16:creationId xmlns:a16="http://schemas.microsoft.com/office/drawing/2014/main" id="{8C4E4EB5-F427-5331-BEDB-E73245F476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961867" y="4010818"/>
              <a:ext cx="634696" cy="63469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66D3A7E-C03A-6501-BB4F-3BA1025BA944}"/>
                </a:ext>
              </a:extLst>
            </p:cNvPr>
            <p:cNvSpPr txBox="1"/>
            <p:nvPr/>
          </p:nvSpPr>
          <p:spPr>
            <a:xfrm>
              <a:off x="6789318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B9040FB-C23E-E211-5224-07EC2B3AFC44}"/>
                </a:ext>
              </a:extLst>
            </p:cNvPr>
            <p:cNvSpPr txBox="1"/>
            <p:nvPr/>
          </p:nvSpPr>
          <p:spPr>
            <a:xfrm>
              <a:off x="785112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5E2F948-003F-A991-F97D-D7EC95DEBC8B}"/>
                </a:ext>
              </a:extLst>
            </p:cNvPr>
            <p:cNvSpPr txBox="1"/>
            <p:nvPr/>
          </p:nvSpPr>
          <p:spPr>
            <a:xfrm>
              <a:off x="891778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AF3491-AF1F-3134-8947-9DE22B2707F3}"/>
                </a:ext>
              </a:extLst>
            </p:cNvPr>
            <p:cNvSpPr txBox="1"/>
            <p:nvPr/>
          </p:nvSpPr>
          <p:spPr>
            <a:xfrm>
              <a:off x="10007343" y="385630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4" name="Left Bracket 23">
              <a:extLst>
                <a:ext uri="{FF2B5EF4-FFF2-40B4-BE49-F238E27FC236}">
                  <a16:creationId xmlns:a16="http://schemas.microsoft.com/office/drawing/2014/main" id="{3A51DC4E-52DB-1E18-C464-A6B642BA704F}"/>
                </a:ext>
              </a:extLst>
            </p:cNvPr>
            <p:cNvSpPr/>
            <p:nvPr/>
          </p:nvSpPr>
          <p:spPr>
            <a:xfrm rot="16200000">
              <a:off x="7404037" y="3627586"/>
              <a:ext cx="369333" cy="2035851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Left Bracket 24">
              <a:extLst>
                <a:ext uri="{FF2B5EF4-FFF2-40B4-BE49-F238E27FC236}">
                  <a16:creationId xmlns:a16="http://schemas.microsoft.com/office/drawing/2014/main" id="{2DEF8DA3-CAC7-EBF9-EA14-44CFE67142DD}"/>
                </a:ext>
              </a:extLst>
            </p:cNvPr>
            <p:cNvSpPr/>
            <p:nvPr/>
          </p:nvSpPr>
          <p:spPr>
            <a:xfrm rot="16200000">
              <a:off x="9048730" y="4194979"/>
              <a:ext cx="369333" cy="901063"/>
            </a:xfrm>
            <a:prstGeom prst="leftBracket">
              <a:avLst/>
            </a:prstGeom>
            <a:ln w="254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Graphic 25" descr="Doctor male with solid fill">
              <a:extLst>
                <a:ext uri="{FF2B5EF4-FFF2-40B4-BE49-F238E27FC236}">
                  <a16:creationId xmlns:a16="http://schemas.microsoft.com/office/drawing/2014/main" id="{C0EA918C-6248-8022-85FE-4252B5CC9FA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316445" y="4880725"/>
              <a:ext cx="636856" cy="636856"/>
            </a:xfrm>
            <a:prstGeom prst="rect">
              <a:avLst/>
            </a:prstGeom>
          </p:spPr>
        </p:pic>
        <p:pic>
          <p:nvPicPr>
            <p:cNvPr id="27" name="Graphic 26" descr="Doctor female with solid fill">
              <a:extLst>
                <a:ext uri="{FF2B5EF4-FFF2-40B4-BE49-F238E27FC236}">
                  <a16:creationId xmlns:a16="http://schemas.microsoft.com/office/drawing/2014/main" id="{1EF3B3A6-8F8C-617D-C464-E6D8CBB3E0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883053" y="4880454"/>
              <a:ext cx="636856" cy="63685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/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GB" sz="7200" b="0" i="1" smtClean="0">
                            <a:latin typeface="Cambria Math" panose="02040503050406030204" pitchFamily="18" charset="0"/>
                          </a:rPr>
                          <m:t>~</m:t>
                        </m:r>
                      </m:oMath>
                    </m:oMathPara>
                  </a14:m>
                  <a:endParaRPr lang="en-US" sz="7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E689DF48-81DE-4FA9-BB31-E8187753F0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4255" y="4149177"/>
                  <a:ext cx="844783" cy="1107996"/>
                </a:xfrm>
                <a:prstGeom prst="rect">
                  <a:avLst/>
                </a:prstGeom>
                <a:blipFill>
                  <a:blip r:embed="rId12"/>
                  <a:stretch>
                    <a:fillRect l="-8824" r="-88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53519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7923A-A64A-7447-5203-0016D3EF0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4" name="Group 213">
            <a:extLst>
              <a:ext uri="{FF2B5EF4-FFF2-40B4-BE49-F238E27FC236}">
                <a16:creationId xmlns:a16="http://schemas.microsoft.com/office/drawing/2014/main" id="{3406806A-B2F0-AF0B-E0F9-CA9B33A87237}"/>
              </a:ext>
            </a:extLst>
          </p:cNvPr>
          <p:cNvGrpSpPr/>
          <p:nvPr/>
        </p:nvGrpSpPr>
        <p:grpSpPr>
          <a:xfrm>
            <a:off x="-3835404" y="-10479"/>
            <a:ext cx="20853201" cy="8781048"/>
            <a:chOff x="-3835404" y="-10479"/>
            <a:chExt cx="20853201" cy="8781048"/>
          </a:xfrm>
        </p:grpSpPr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61F89ED9-9119-E662-712B-B7A671A387F0}"/>
                </a:ext>
              </a:extLst>
            </p:cNvPr>
            <p:cNvSpPr/>
            <p:nvPr/>
          </p:nvSpPr>
          <p:spPr>
            <a:xfrm>
              <a:off x="8940597" y="3700235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 337">
              <a:extLst>
                <a:ext uri="{FF2B5EF4-FFF2-40B4-BE49-F238E27FC236}">
                  <a16:creationId xmlns:a16="http://schemas.microsoft.com/office/drawing/2014/main" id="{0EAA1071-5625-5587-6A42-56E972270A35}"/>
                </a:ext>
              </a:extLst>
            </p:cNvPr>
            <p:cNvSpPr/>
            <p:nvPr/>
          </p:nvSpPr>
          <p:spPr>
            <a:xfrm>
              <a:off x="-3835404" y="3717244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 366">
              <a:extLst>
                <a:ext uri="{FF2B5EF4-FFF2-40B4-BE49-F238E27FC236}">
                  <a16:creationId xmlns:a16="http://schemas.microsoft.com/office/drawing/2014/main" id="{7175FE95-7A57-E4F8-E77E-DF2602A0BA2B}"/>
                </a:ext>
              </a:extLst>
            </p:cNvPr>
            <p:cNvSpPr/>
            <p:nvPr/>
          </p:nvSpPr>
          <p:spPr>
            <a:xfrm>
              <a:off x="5234576" y="-10479"/>
              <a:ext cx="959007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 367">
              <a:extLst>
                <a:ext uri="{FF2B5EF4-FFF2-40B4-BE49-F238E27FC236}">
                  <a16:creationId xmlns:a16="http://schemas.microsoft.com/office/drawing/2014/main" id="{54E8CE25-7E6E-F727-0B17-7BCB16682BAA}"/>
                </a:ext>
              </a:extLst>
            </p:cNvPr>
            <p:cNvSpPr/>
            <p:nvPr/>
          </p:nvSpPr>
          <p:spPr>
            <a:xfrm>
              <a:off x="7040249" y="0"/>
              <a:ext cx="1027604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ounded Rectangle 247">
              <a:extLst>
                <a:ext uri="{FF2B5EF4-FFF2-40B4-BE49-F238E27FC236}">
                  <a16:creationId xmlns:a16="http://schemas.microsoft.com/office/drawing/2014/main" id="{BAAB3F55-0282-BDD5-F488-5EA42E12816F}"/>
                </a:ext>
              </a:extLst>
            </p:cNvPr>
            <p:cNvSpPr/>
            <p:nvPr/>
          </p:nvSpPr>
          <p:spPr>
            <a:xfrm>
              <a:off x="2524898" y="33909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ounded Rectangle 268">
              <a:extLst>
                <a:ext uri="{FF2B5EF4-FFF2-40B4-BE49-F238E27FC236}">
                  <a16:creationId xmlns:a16="http://schemas.microsoft.com/office/drawing/2014/main" id="{7A02F870-0B88-DB00-ADBB-6C43903FE80A}"/>
                </a:ext>
              </a:extLst>
            </p:cNvPr>
            <p:cNvSpPr/>
            <p:nvPr/>
          </p:nvSpPr>
          <p:spPr>
            <a:xfrm>
              <a:off x="7010986" y="35503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ounded Rectangle 276">
              <a:extLst>
                <a:ext uri="{FF2B5EF4-FFF2-40B4-BE49-F238E27FC236}">
                  <a16:creationId xmlns:a16="http://schemas.microsoft.com/office/drawing/2014/main" id="{971150EC-FFA1-541A-EBA3-11E7F725F6CE}"/>
                </a:ext>
              </a:extLst>
            </p:cNvPr>
            <p:cNvSpPr/>
            <p:nvPr/>
          </p:nvSpPr>
          <p:spPr>
            <a:xfrm>
              <a:off x="-3622691" y="3966219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ounded Rectangle 284">
              <a:extLst>
                <a:ext uri="{FF2B5EF4-FFF2-40B4-BE49-F238E27FC236}">
                  <a16:creationId xmlns:a16="http://schemas.microsoft.com/office/drawing/2014/main" id="{5E95108E-FF31-B567-B4D2-6C30A149F62F}"/>
                </a:ext>
              </a:extLst>
            </p:cNvPr>
            <p:cNvSpPr/>
            <p:nvPr/>
          </p:nvSpPr>
          <p:spPr>
            <a:xfrm>
              <a:off x="863397" y="3982157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ounded Rectangle 292">
              <a:extLst>
                <a:ext uri="{FF2B5EF4-FFF2-40B4-BE49-F238E27FC236}">
                  <a16:creationId xmlns:a16="http://schemas.microsoft.com/office/drawing/2014/main" id="{A784976C-518F-FCC3-2A5C-EC819D5E2FE9}"/>
                </a:ext>
              </a:extLst>
            </p:cNvPr>
            <p:cNvSpPr/>
            <p:nvPr/>
          </p:nvSpPr>
          <p:spPr>
            <a:xfrm>
              <a:off x="9142940" y="3914366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ounded Rectangle 300">
              <a:extLst>
                <a:ext uri="{FF2B5EF4-FFF2-40B4-BE49-F238E27FC236}">
                  <a16:creationId xmlns:a16="http://schemas.microsoft.com/office/drawing/2014/main" id="{A623A268-B9AB-9E8E-BDB7-D1DB93E73FB8}"/>
                </a:ext>
              </a:extLst>
            </p:cNvPr>
            <p:cNvSpPr/>
            <p:nvPr/>
          </p:nvSpPr>
          <p:spPr>
            <a:xfrm>
              <a:off x="13629028" y="3930304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0" name="Graphic 239" descr="Sleep with solid fill">
              <a:extLst>
                <a:ext uri="{FF2B5EF4-FFF2-40B4-BE49-F238E27FC236}">
                  <a16:creationId xmlns:a16="http://schemas.microsoft.com/office/drawing/2014/main" id="{3CD1EC67-F57D-92F8-5DE2-7ABA01A3243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2810982" y="696621"/>
              <a:ext cx="634696" cy="634696"/>
            </a:xfrm>
            <a:prstGeom prst="rect">
              <a:avLst/>
            </a:prstGeom>
          </p:spPr>
        </p:pic>
        <p:pic>
          <p:nvPicPr>
            <p:cNvPr id="241" name="Graphic 240" descr="Bed with solid fill">
              <a:extLst>
                <a:ext uri="{FF2B5EF4-FFF2-40B4-BE49-F238E27FC236}">
                  <a16:creationId xmlns:a16="http://schemas.microsoft.com/office/drawing/2014/main" id="{6695471A-D6A9-D1D1-0115-D8B3C2ADFD7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876814" y="696621"/>
              <a:ext cx="634696" cy="634696"/>
            </a:xfrm>
            <a:prstGeom prst="rect">
              <a:avLst/>
            </a:prstGeom>
          </p:spPr>
        </p:pic>
        <p:pic>
          <p:nvPicPr>
            <p:cNvPr id="242" name="Graphic 241" descr="Bed with solid fill">
              <a:extLst>
                <a:ext uri="{FF2B5EF4-FFF2-40B4-BE49-F238E27FC236}">
                  <a16:creationId xmlns:a16="http://schemas.microsoft.com/office/drawing/2014/main" id="{0264FEF3-D28E-0981-9CCE-2AA9F871C9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986147" y="696621"/>
              <a:ext cx="634696" cy="634696"/>
            </a:xfrm>
            <a:prstGeom prst="rect">
              <a:avLst/>
            </a:prstGeom>
          </p:spPr>
        </p:pic>
        <p:pic>
          <p:nvPicPr>
            <p:cNvPr id="243" name="Graphic 242" descr="Sleep with solid fill">
              <a:extLst>
                <a:ext uri="{FF2B5EF4-FFF2-40B4-BE49-F238E27FC236}">
                  <a16:creationId xmlns:a16="http://schemas.microsoft.com/office/drawing/2014/main" id="{852EF58C-A25F-A08D-7FC1-4CFE7D8566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6051979" y="696621"/>
              <a:ext cx="634696" cy="634696"/>
            </a:xfrm>
            <a:prstGeom prst="rect">
              <a:avLst/>
            </a:prstGeom>
          </p:spPr>
        </p:pic>
        <p:pic>
          <p:nvPicPr>
            <p:cNvPr id="244" name="Graphic 243" descr="Bed with solid fill">
              <a:extLst>
                <a:ext uri="{FF2B5EF4-FFF2-40B4-BE49-F238E27FC236}">
                  <a16:creationId xmlns:a16="http://schemas.microsoft.com/office/drawing/2014/main" id="{4B20BE29-DA3F-0E0C-6A1C-67527BD12A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7171380" y="696621"/>
              <a:ext cx="634696" cy="634696"/>
            </a:xfrm>
            <a:prstGeom prst="rect">
              <a:avLst/>
            </a:prstGeom>
          </p:spPr>
        </p:pic>
        <p:pic>
          <p:nvPicPr>
            <p:cNvPr id="245" name="Graphic 244" descr="Sleep with solid fill">
              <a:extLst>
                <a:ext uri="{FF2B5EF4-FFF2-40B4-BE49-F238E27FC236}">
                  <a16:creationId xmlns:a16="http://schemas.microsoft.com/office/drawing/2014/main" id="{A52BDAD3-361C-1463-7E67-57050A94F94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8237212" y="696621"/>
              <a:ext cx="634696" cy="634696"/>
            </a:xfrm>
            <a:prstGeom prst="rect">
              <a:avLst/>
            </a:prstGeom>
          </p:spPr>
        </p:pic>
        <p:pic>
          <p:nvPicPr>
            <p:cNvPr id="246" name="Graphic 245" descr="Bed with solid fill">
              <a:extLst>
                <a:ext uri="{FF2B5EF4-FFF2-40B4-BE49-F238E27FC236}">
                  <a16:creationId xmlns:a16="http://schemas.microsoft.com/office/drawing/2014/main" id="{974DDC70-6CF2-410F-B25B-2AFD0038F8A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9346545" y="696621"/>
              <a:ext cx="634696" cy="634696"/>
            </a:xfrm>
            <a:prstGeom prst="rect">
              <a:avLst/>
            </a:prstGeom>
          </p:spPr>
        </p:pic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B3FD82C9-05B8-E3C9-B9B4-B0259BB9BEEE}"/>
                </a:ext>
              </a:extLst>
            </p:cNvPr>
            <p:cNvSpPr txBox="1"/>
            <p:nvPr/>
          </p:nvSpPr>
          <p:spPr>
            <a:xfrm>
              <a:off x="2879430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D393BF82-C0FA-9BC9-12B9-5A4E06DF7C10}"/>
                </a:ext>
              </a:extLst>
            </p:cNvPr>
            <p:cNvSpPr txBox="1"/>
            <p:nvPr/>
          </p:nvSpPr>
          <p:spPr>
            <a:xfrm>
              <a:off x="394123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61" name="TextBox 260">
              <a:extLst>
                <a:ext uri="{FF2B5EF4-FFF2-40B4-BE49-F238E27FC236}">
                  <a16:creationId xmlns:a16="http://schemas.microsoft.com/office/drawing/2014/main" id="{1201AF27-DA83-14E9-C51A-E05979D3C19D}"/>
                </a:ext>
              </a:extLst>
            </p:cNvPr>
            <p:cNvSpPr txBox="1"/>
            <p:nvPr/>
          </p:nvSpPr>
          <p:spPr>
            <a:xfrm>
              <a:off x="500789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A90B992C-EF65-76BF-1DCD-EF0CC49AD157}"/>
                </a:ext>
              </a:extLst>
            </p:cNvPr>
            <p:cNvSpPr txBox="1"/>
            <p:nvPr/>
          </p:nvSpPr>
          <p:spPr>
            <a:xfrm>
              <a:off x="6097455" y="53289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63" name="TextBox 262">
              <a:extLst>
                <a:ext uri="{FF2B5EF4-FFF2-40B4-BE49-F238E27FC236}">
                  <a16:creationId xmlns:a16="http://schemas.microsoft.com/office/drawing/2014/main" id="{0D523EF9-91C4-036C-795C-1B026539243D}"/>
                </a:ext>
              </a:extLst>
            </p:cNvPr>
            <p:cNvSpPr txBox="1"/>
            <p:nvPr/>
          </p:nvSpPr>
          <p:spPr>
            <a:xfrm>
              <a:off x="7217249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64" name="TextBox 263">
              <a:extLst>
                <a:ext uri="{FF2B5EF4-FFF2-40B4-BE49-F238E27FC236}">
                  <a16:creationId xmlns:a16="http://schemas.microsoft.com/office/drawing/2014/main" id="{B986ABA0-3C51-185E-C11A-8592C652D434}"/>
                </a:ext>
              </a:extLst>
            </p:cNvPr>
            <p:cNvSpPr txBox="1"/>
            <p:nvPr/>
          </p:nvSpPr>
          <p:spPr>
            <a:xfrm>
              <a:off x="827905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65" name="TextBox 264">
              <a:extLst>
                <a:ext uri="{FF2B5EF4-FFF2-40B4-BE49-F238E27FC236}">
                  <a16:creationId xmlns:a16="http://schemas.microsoft.com/office/drawing/2014/main" id="{3F96256B-50FF-AD69-8DD0-E0CBBFDA869A}"/>
                </a:ext>
              </a:extLst>
            </p:cNvPr>
            <p:cNvSpPr txBox="1"/>
            <p:nvPr/>
          </p:nvSpPr>
          <p:spPr>
            <a:xfrm>
              <a:off x="9345714" y="53748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70" name="Graphic 269" descr="Sleep with solid fill">
              <a:extLst>
                <a:ext uri="{FF2B5EF4-FFF2-40B4-BE49-F238E27FC236}">
                  <a16:creationId xmlns:a16="http://schemas.microsoft.com/office/drawing/2014/main" id="{28E915A9-6EF2-9344-3A9E-E49066F3D2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3336607" y="4323741"/>
              <a:ext cx="634696" cy="634696"/>
            </a:xfrm>
            <a:prstGeom prst="rect">
              <a:avLst/>
            </a:prstGeom>
          </p:spPr>
        </p:pic>
        <p:pic>
          <p:nvPicPr>
            <p:cNvPr id="271" name="Graphic 270" descr="Bed with solid fill">
              <a:extLst>
                <a:ext uri="{FF2B5EF4-FFF2-40B4-BE49-F238E27FC236}">
                  <a16:creationId xmlns:a16="http://schemas.microsoft.com/office/drawing/2014/main" id="{3AD02126-D26D-185E-5798-D738A30FA3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4323741"/>
              <a:ext cx="634696" cy="634696"/>
            </a:xfrm>
            <a:prstGeom prst="rect">
              <a:avLst/>
            </a:prstGeom>
          </p:spPr>
        </p:pic>
        <p:pic>
          <p:nvPicPr>
            <p:cNvPr id="272" name="Graphic 271" descr="Bed with solid fill">
              <a:extLst>
                <a:ext uri="{FF2B5EF4-FFF2-40B4-BE49-F238E27FC236}">
                  <a16:creationId xmlns:a16="http://schemas.microsoft.com/office/drawing/2014/main" id="{008EDC99-941D-828B-8EC7-38AD475AAC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4323741"/>
              <a:ext cx="634696" cy="634696"/>
            </a:xfrm>
            <a:prstGeom prst="rect">
              <a:avLst/>
            </a:prstGeom>
          </p:spPr>
        </p:pic>
        <p:pic>
          <p:nvPicPr>
            <p:cNvPr id="273" name="Graphic 272" descr="Sleep with solid fill">
              <a:extLst>
                <a:ext uri="{FF2B5EF4-FFF2-40B4-BE49-F238E27FC236}">
                  <a16:creationId xmlns:a16="http://schemas.microsoft.com/office/drawing/2014/main" id="{618EE3C0-CE81-31EA-64F9-B925DF4F6F9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95610" y="4323741"/>
              <a:ext cx="634696" cy="634696"/>
            </a:xfrm>
            <a:prstGeom prst="rect">
              <a:avLst/>
            </a:prstGeom>
          </p:spPr>
        </p:pic>
        <p:pic>
          <p:nvPicPr>
            <p:cNvPr id="274" name="Graphic 273" descr="Sleep with solid fill">
              <a:extLst>
                <a:ext uri="{FF2B5EF4-FFF2-40B4-BE49-F238E27FC236}">
                  <a16:creationId xmlns:a16="http://schemas.microsoft.com/office/drawing/2014/main" id="{E2319643-9C7D-41EB-D781-DC621622927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4323741"/>
              <a:ext cx="634696" cy="634696"/>
            </a:xfrm>
            <a:prstGeom prst="rect">
              <a:avLst/>
            </a:prstGeom>
          </p:spPr>
        </p:pic>
        <p:pic>
          <p:nvPicPr>
            <p:cNvPr id="275" name="Graphic 274" descr="Sleep with solid fill">
              <a:extLst>
                <a:ext uri="{FF2B5EF4-FFF2-40B4-BE49-F238E27FC236}">
                  <a16:creationId xmlns:a16="http://schemas.microsoft.com/office/drawing/2014/main" id="{26D8135D-81D4-0CCD-8ADB-A31CD6CDD89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4323741"/>
              <a:ext cx="634696" cy="634696"/>
            </a:xfrm>
            <a:prstGeom prst="rect">
              <a:avLst/>
            </a:prstGeom>
          </p:spPr>
        </p:pic>
        <p:pic>
          <p:nvPicPr>
            <p:cNvPr id="276" name="Graphic 275" descr="Bed with solid fill">
              <a:extLst>
                <a:ext uri="{FF2B5EF4-FFF2-40B4-BE49-F238E27FC236}">
                  <a16:creationId xmlns:a16="http://schemas.microsoft.com/office/drawing/2014/main" id="{A6838EC2-96B2-7C1D-D399-403B6DDFB88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4323741"/>
              <a:ext cx="634696" cy="634696"/>
            </a:xfrm>
            <a:prstGeom prst="rect">
              <a:avLst/>
            </a:prstGeom>
          </p:spPr>
        </p:pic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B0EF4F86-F836-2A56-EE07-F00D75EA979A}"/>
                </a:ext>
              </a:extLst>
            </p:cNvPr>
            <p:cNvSpPr txBox="1"/>
            <p:nvPr/>
          </p:nvSpPr>
          <p:spPr>
            <a:xfrm>
              <a:off x="-3268159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18365E4F-02F6-B925-29B8-A37830051D8E}"/>
                </a:ext>
              </a:extLst>
            </p:cNvPr>
            <p:cNvSpPr txBox="1"/>
            <p:nvPr/>
          </p:nvSpPr>
          <p:spPr>
            <a:xfrm>
              <a:off x="-220635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5DA25A8D-CFB6-115E-A353-50E967445F82}"/>
                </a:ext>
              </a:extLst>
            </p:cNvPr>
            <p:cNvSpPr txBox="1"/>
            <p:nvPr/>
          </p:nvSpPr>
          <p:spPr>
            <a:xfrm>
              <a:off x="-113969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81" name="TextBox 280">
              <a:extLst>
                <a:ext uri="{FF2B5EF4-FFF2-40B4-BE49-F238E27FC236}">
                  <a16:creationId xmlns:a16="http://schemas.microsoft.com/office/drawing/2014/main" id="{AA4EF2EC-0A95-302A-BBB9-A51FAD9CF522}"/>
                </a:ext>
              </a:extLst>
            </p:cNvPr>
            <p:cNvSpPr txBox="1"/>
            <p:nvPr/>
          </p:nvSpPr>
          <p:spPr>
            <a:xfrm>
              <a:off x="-50134" y="4160016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822F892A-50D6-795D-12D6-FC95AECF9B70}"/>
                </a:ext>
              </a:extLst>
            </p:cNvPr>
            <p:cNvSpPr txBox="1"/>
            <p:nvPr/>
          </p:nvSpPr>
          <p:spPr>
            <a:xfrm>
              <a:off x="1069660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4AFB4511-048E-A6B6-C284-7FBA3D93BE79}"/>
                </a:ext>
              </a:extLst>
            </p:cNvPr>
            <p:cNvSpPr txBox="1"/>
            <p:nvPr/>
          </p:nvSpPr>
          <p:spPr>
            <a:xfrm>
              <a:off x="213146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88789750-A545-16E4-C7F6-B61CA1047C82}"/>
                </a:ext>
              </a:extLst>
            </p:cNvPr>
            <p:cNvSpPr txBox="1"/>
            <p:nvPr/>
          </p:nvSpPr>
          <p:spPr>
            <a:xfrm>
              <a:off x="3198125" y="4164605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286" name="Graphic 285" descr="Sleep with solid fill">
              <a:extLst>
                <a:ext uri="{FF2B5EF4-FFF2-40B4-BE49-F238E27FC236}">
                  <a16:creationId xmlns:a16="http://schemas.microsoft.com/office/drawing/2014/main" id="{41DAC4C4-2D35-0E38-BB92-C52D09DDF2A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429024" y="4271888"/>
              <a:ext cx="634696" cy="634696"/>
            </a:xfrm>
            <a:prstGeom prst="rect">
              <a:avLst/>
            </a:prstGeom>
          </p:spPr>
        </p:pic>
        <p:pic>
          <p:nvPicPr>
            <p:cNvPr id="287" name="Graphic 286" descr="Bed with solid fill">
              <a:extLst>
                <a:ext uri="{FF2B5EF4-FFF2-40B4-BE49-F238E27FC236}">
                  <a16:creationId xmlns:a16="http://schemas.microsoft.com/office/drawing/2014/main" id="{AB69509D-7147-3BF4-217F-AA9BD3D72C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4271888"/>
              <a:ext cx="634696" cy="634696"/>
            </a:xfrm>
            <a:prstGeom prst="rect">
              <a:avLst/>
            </a:prstGeom>
          </p:spPr>
        </p:pic>
        <p:pic>
          <p:nvPicPr>
            <p:cNvPr id="288" name="Graphic 287" descr="Bed with solid fill">
              <a:extLst>
                <a:ext uri="{FF2B5EF4-FFF2-40B4-BE49-F238E27FC236}">
                  <a16:creationId xmlns:a16="http://schemas.microsoft.com/office/drawing/2014/main" id="{BFCAA446-8094-F6CF-3880-6B4AC903099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4271888"/>
              <a:ext cx="634696" cy="634696"/>
            </a:xfrm>
            <a:prstGeom prst="rect">
              <a:avLst/>
            </a:prstGeom>
          </p:spPr>
        </p:pic>
        <p:pic>
          <p:nvPicPr>
            <p:cNvPr id="289" name="Graphic 288" descr="Sleep with solid fill">
              <a:extLst>
                <a:ext uri="{FF2B5EF4-FFF2-40B4-BE49-F238E27FC236}">
                  <a16:creationId xmlns:a16="http://schemas.microsoft.com/office/drawing/2014/main" id="{05862317-3920-C436-14DB-DF29141F48D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2670021" y="4271888"/>
              <a:ext cx="634696" cy="634696"/>
            </a:xfrm>
            <a:prstGeom prst="rect">
              <a:avLst/>
            </a:prstGeom>
          </p:spPr>
        </p:pic>
        <p:pic>
          <p:nvPicPr>
            <p:cNvPr id="290" name="Graphic 289" descr="Bed with solid fill">
              <a:extLst>
                <a:ext uri="{FF2B5EF4-FFF2-40B4-BE49-F238E27FC236}">
                  <a16:creationId xmlns:a16="http://schemas.microsoft.com/office/drawing/2014/main" id="{6F291145-7E91-9D86-6C7B-3E0B9667109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4271888"/>
              <a:ext cx="634696" cy="634696"/>
            </a:xfrm>
            <a:prstGeom prst="rect">
              <a:avLst/>
            </a:prstGeom>
          </p:spPr>
        </p:pic>
        <p:pic>
          <p:nvPicPr>
            <p:cNvPr id="291" name="Graphic 290" descr="Sleep with solid fill">
              <a:extLst>
                <a:ext uri="{FF2B5EF4-FFF2-40B4-BE49-F238E27FC236}">
                  <a16:creationId xmlns:a16="http://schemas.microsoft.com/office/drawing/2014/main" id="{29801570-734E-FFD7-ADFD-8ABC0B626F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4271888"/>
              <a:ext cx="634696" cy="634696"/>
            </a:xfrm>
            <a:prstGeom prst="rect">
              <a:avLst/>
            </a:prstGeom>
          </p:spPr>
        </p:pic>
        <p:pic>
          <p:nvPicPr>
            <p:cNvPr id="292" name="Graphic 291" descr="Sleep with solid fill">
              <a:extLst>
                <a:ext uri="{FF2B5EF4-FFF2-40B4-BE49-F238E27FC236}">
                  <a16:creationId xmlns:a16="http://schemas.microsoft.com/office/drawing/2014/main" id="{96CF86F5-C9AC-B702-B7EE-0B5A9C430BB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4271888"/>
              <a:ext cx="634696" cy="634696"/>
            </a:xfrm>
            <a:prstGeom prst="rect">
              <a:avLst/>
            </a:prstGeom>
          </p:spPr>
        </p:pic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E4F45338-0124-C328-F687-2EF60A1D6D5B}"/>
                </a:ext>
              </a:extLst>
            </p:cNvPr>
            <p:cNvSpPr txBox="1"/>
            <p:nvPr/>
          </p:nvSpPr>
          <p:spPr>
            <a:xfrm>
              <a:off x="9497472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47881DA7-4F8F-1A1C-11BB-959818467CCD}"/>
                </a:ext>
              </a:extLst>
            </p:cNvPr>
            <p:cNvSpPr txBox="1"/>
            <p:nvPr/>
          </p:nvSpPr>
          <p:spPr>
            <a:xfrm>
              <a:off x="1055927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82C8151D-9672-9457-E681-B8A5A402647F}"/>
                </a:ext>
              </a:extLst>
            </p:cNvPr>
            <p:cNvSpPr txBox="1"/>
            <p:nvPr/>
          </p:nvSpPr>
          <p:spPr>
            <a:xfrm>
              <a:off x="1162593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A0222E8-9FB4-C559-C8E7-5052D81977D8}"/>
                </a:ext>
              </a:extLst>
            </p:cNvPr>
            <p:cNvSpPr txBox="1"/>
            <p:nvPr/>
          </p:nvSpPr>
          <p:spPr>
            <a:xfrm>
              <a:off x="12715497" y="4108163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298" name="TextBox 297">
              <a:extLst>
                <a:ext uri="{FF2B5EF4-FFF2-40B4-BE49-F238E27FC236}">
                  <a16:creationId xmlns:a16="http://schemas.microsoft.com/office/drawing/2014/main" id="{DBC210EE-4FD5-6956-C91F-FCEE52A950FC}"/>
                </a:ext>
              </a:extLst>
            </p:cNvPr>
            <p:cNvSpPr txBox="1"/>
            <p:nvPr/>
          </p:nvSpPr>
          <p:spPr>
            <a:xfrm>
              <a:off x="13835291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FA4EB08A-BE4C-9DD9-5183-0CB1D923EC6C}"/>
                </a:ext>
              </a:extLst>
            </p:cNvPr>
            <p:cNvSpPr txBox="1"/>
            <p:nvPr/>
          </p:nvSpPr>
          <p:spPr>
            <a:xfrm>
              <a:off x="1489709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9FC043E2-D286-4FCD-FE0B-B9D4F043E80A}"/>
                </a:ext>
              </a:extLst>
            </p:cNvPr>
            <p:cNvSpPr txBox="1"/>
            <p:nvPr/>
          </p:nvSpPr>
          <p:spPr>
            <a:xfrm>
              <a:off x="15963756" y="4112752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cxnSp>
          <p:nvCxnSpPr>
            <p:cNvPr id="370" name="Curved Connector 369">
              <a:extLst>
                <a:ext uri="{FF2B5EF4-FFF2-40B4-BE49-F238E27FC236}">
                  <a16:creationId xmlns:a16="http://schemas.microsoft.com/office/drawing/2014/main" id="{F770DA12-8A00-8462-2276-77838D5C4159}"/>
                </a:ext>
              </a:extLst>
            </p:cNvPr>
            <p:cNvCxnSpPr>
              <a:cxnSpLocks/>
              <a:stCxn id="367" idx="2"/>
              <a:endCxn id="338" idx="0"/>
            </p:cNvCxnSpPr>
            <p:nvPr/>
          </p:nvCxnSpPr>
          <p:spPr>
            <a:xfrm rot="5400000">
              <a:off x="2034577" y="37740"/>
              <a:ext cx="1848123" cy="5510884"/>
            </a:xfrm>
            <a:prstGeom prst="curvedConnector3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Curved Connector 370">
              <a:extLst>
                <a:ext uri="{FF2B5EF4-FFF2-40B4-BE49-F238E27FC236}">
                  <a16:creationId xmlns:a16="http://schemas.microsoft.com/office/drawing/2014/main" id="{CE1E082B-E486-D051-28C0-4A74130CC283}"/>
                </a:ext>
              </a:extLst>
            </p:cNvPr>
            <p:cNvCxnSpPr>
              <a:cxnSpLocks/>
              <a:stCxn id="368" idx="2"/>
              <a:endCxn id="337" idx="0"/>
            </p:cNvCxnSpPr>
            <p:nvPr/>
          </p:nvCxnSpPr>
          <p:spPr>
            <a:xfrm rot="16200000" flipH="1">
              <a:off x="9356307" y="77344"/>
              <a:ext cx="1820635" cy="5425146"/>
            </a:xfrm>
            <a:prstGeom prst="curvedConnector3">
              <a:avLst>
                <a:gd name="adj1" fmla="val 50000"/>
              </a:avLst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TextBox 392">
              <a:extLst>
                <a:ext uri="{FF2B5EF4-FFF2-40B4-BE49-F238E27FC236}">
                  <a16:creationId xmlns:a16="http://schemas.microsoft.com/office/drawing/2014/main" id="{D42B1870-1611-E601-8405-D1736C1AEC3D}"/>
                </a:ext>
              </a:extLst>
            </p:cNvPr>
            <p:cNvSpPr txBox="1"/>
            <p:nvPr/>
          </p:nvSpPr>
          <p:spPr>
            <a:xfrm>
              <a:off x="1982194" y="3286217"/>
              <a:ext cx="23487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1</a:t>
              </a:r>
              <a:r>
                <a:rPr lang="en-US" sz="3600" dirty="0"/>
                <a:t> = (8, 12)</a:t>
              </a:r>
            </a:p>
          </p:txBody>
        </p:sp>
        <p:sp>
          <p:nvSpPr>
            <p:cNvPr id="396" name="TextBox 395">
              <a:extLst>
                <a:ext uri="{FF2B5EF4-FFF2-40B4-BE49-F238E27FC236}">
                  <a16:creationId xmlns:a16="http://schemas.microsoft.com/office/drawing/2014/main" id="{CD121AEC-29B3-4495-0A8D-29E77A1E758F}"/>
                </a:ext>
              </a:extLst>
            </p:cNvPr>
            <p:cNvSpPr txBox="1"/>
            <p:nvPr/>
          </p:nvSpPr>
          <p:spPr>
            <a:xfrm>
              <a:off x="9142940" y="3217629"/>
              <a:ext cx="234872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2</a:t>
              </a:r>
              <a:r>
                <a:rPr lang="en-US" sz="3600" dirty="0"/>
                <a:t> = (8, 14)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30B8588-25CF-61FB-1F5B-B6632B15CBE6}"/>
                </a:ext>
              </a:extLst>
            </p:cNvPr>
            <p:cNvSpPr/>
            <p:nvPr/>
          </p:nvSpPr>
          <p:spPr>
            <a:xfrm>
              <a:off x="8940597" y="6873960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AFAC7EC-1F86-4B30-1886-9FA980865E92}"/>
                </a:ext>
              </a:extLst>
            </p:cNvPr>
            <p:cNvSpPr/>
            <p:nvPr/>
          </p:nvSpPr>
          <p:spPr>
            <a:xfrm>
              <a:off x="-3835404" y="6890969"/>
              <a:ext cx="8077200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E1F13F6E-8662-0D86-6085-1CC04FFE56E8}"/>
                </a:ext>
              </a:extLst>
            </p:cNvPr>
            <p:cNvSpPr/>
            <p:nvPr/>
          </p:nvSpPr>
          <p:spPr>
            <a:xfrm>
              <a:off x="-3622691" y="7139944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F11D298-7FFE-FC0B-69C9-FFB66589884A}"/>
                </a:ext>
              </a:extLst>
            </p:cNvPr>
            <p:cNvSpPr/>
            <p:nvPr/>
          </p:nvSpPr>
          <p:spPr>
            <a:xfrm>
              <a:off x="863397" y="7155882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79A09BF7-CC16-4488-9D1B-7CA247000293}"/>
                </a:ext>
              </a:extLst>
            </p:cNvPr>
            <p:cNvSpPr/>
            <p:nvPr/>
          </p:nvSpPr>
          <p:spPr>
            <a:xfrm>
              <a:off x="9142940" y="7088091"/>
              <a:ext cx="4413929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4F0CB1A9-6609-4E2B-C91F-C8EF98BE1D0F}"/>
                </a:ext>
              </a:extLst>
            </p:cNvPr>
            <p:cNvSpPr/>
            <p:nvPr/>
          </p:nvSpPr>
          <p:spPr>
            <a:xfrm>
              <a:off x="13629028" y="7104029"/>
              <a:ext cx="3208180" cy="1216301"/>
            </a:xfrm>
            <a:prstGeom prst="roundRect">
              <a:avLst>
                <a:gd name="adj" fmla="val 36591"/>
              </a:avLst>
            </a:prstGeom>
            <a:solidFill>
              <a:srgbClr val="00B0F0">
                <a:alpha val="25714"/>
              </a:srgbClr>
            </a:solidFill>
            <a:ln w="3492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0" name="Graphic 39" descr="Sleep with solid fill">
              <a:extLst>
                <a:ext uri="{FF2B5EF4-FFF2-40B4-BE49-F238E27FC236}">
                  <a16:creationId xmlns:a16="http://schemas.microsoft.com/office/drawing/2014/main" id="{3FD3F3DF-EC35-BF7E-52F5-70B53C559C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-3336607" y="7497466"/>
              <a:ext cx="634696" cy="634696"/>
            </a:xfrm>
            <a:prstGeom prst="rect">
              <a:avLst/>
            </a:prstGeom>
          </p:spPr>
        </p:pic>
        <p:pic>
          <p:nvPicPr>
            <p:cNvPr id="41" name="Graphic 40" descr="Bed with solid fill">
              <a:extLst>
                <a:ext uri="{FF2B5EF4-FFF2-40B4-BE49-F238E27FC236}">
                  <a16:creationId xmlns:a16="http://schemas.microsoft.com/office/drawing/2014/main" id="{1D5B883A-FE74-392D-FBB5-A9C04AD4173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-2270775" y="7497466"/>
              <a:ext cx="634696" cy="634696"/>
            </a:xfrm>
            <a:prstGeom prst="rect">
              <a:avLst/>
            </a:prstGeom>
          </p:spPr>
        </p:pic>
        <p:pic>
          <p:nvPicPr>
            <p:cNvPr id="42" name="Graphic 41" descr="Bed with solid fill">
              <a:extLst>
                <a:ext uri="{FF2B5EF4-FFF2-40B4-BE49-F238E27FC236}">
                  <a16:creationId xmlns:a16="http://schemas.microsoft.com/office/drawing/2014/main" id="{94E7CF52-8659-F4E8-F810-0C3E208394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-1161442" y="7497466"/>
              <a:ext cx="634696" cy="634696"/>
            </a:xfrm>
            <a:prstGeom prst="rect">
              <a:avLst/>
            </a:prstGeom>
          </p:spPr>
        </p:pic>
        <p:pic>
          <p:nvPicPr>
            <p:cNvPr id="43" name="Graphic 42" descr="Sleep with solid fill">
              <a:extLst>
                <a:ext uri="{FF2B5EF4-FFF2-40B4-BE49-F238E27FC236}">
                  <a16:creationId xmlns:a16="http://schemas.microsoft.com/office/drawing/2014/main" id="{9BA5B86D-2701-52D1-91BC-2BB07D4B700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-95610" y="7497466"/>
              <a:ext cx="634696" cy="634696"/>
            </a:xfrm>
            <a:prstGeom prst="rect">
              <a:avLst/>
            </a:prstGeom>
          </p:spPr>
        </p:pic>
        <p:pic>
          <p:nvPicPr>
            <p:cNvPr id="44" name="Graphic 43" descr="Sleep with solid fill">
              <a:extLst>
                <a:ext uri="{FF2B5EF4-FFF2-40B4-BE49-F238E27FC236}">
                  <a16:creationId xmlns:a16="http://schemas.microsoft.com/office/drawing/2014/main" id="{52872C34-C780-5EF1-D9E1-B68BBC7A90C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3791" y="7497466"/>
              <a:ext cx="634696" cy="634696"/>
            </a:xfrm>
            <a:prstGeom prst="rect">
              <a:avLst/>
            </a:prstGeom>
          </p:spPr>
        </p:pic>
        <p:pic>
          <p:nvPicPr>
            <p:cNvPr id="45" name="Graphic 44" descr="Sleep with solid fill">
              <a:extLst>
                <a:ext uri="{FF2B5EF4-FFF2-40B4-BE49-F238E27FC236}">
                  <a16:creationId xmlns:a16="http://schemas.microsoft.com/office/drawing/2014/main" id="{23F908CB-7C04-A562-0AAC-0C3A966BB31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089623" y="7497466"/>
              <a:ext cx="634696" cy="634696"/>
            </a:xfrm>
            <a:prstGeom prst="rect">
              <a:avLst/>
            </a:prstGeom>
          </p:spPr>
        </p:pic>
        <p:pic>
          <p:nvPicPr>
            <p:cNvPr id="46" name="Graphic 45" descr="Bed with solid fill">
              <a:extLst>
                <a:ext uri="{FF2B5EF4-FFF2-40B4-BE49-F238E27FC236}">
                  <a16:creationId xmlns:a16="http://schemas.microsoft.com/office/drawing/2014/main" id="{BA1F1768-A68F-F83F-A992-48193C3E96E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3198956" y="7497466"/>
              <a:ext cx="634696" cy="634696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75FD452-5A57-0D1E-E5D7-465403E7D40D}"/>
                </a:ext>
              </a:extLst>
            </p:cNvPr>
            <p:cNvSpPr txBox="1"/>
            <p:nvPr/>
          </p:nvSpPr>
          <p:spPr>
            <a:xfrm>
              <a:off x="-3268159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819CC8B-0B1F-D91F-DB13-C838EA5352E9}"/>
                </a:ext>
              </a:extLst>
            </p:cNvPr>
            <p:cNvSpPr txBox="1"/>
            <p:nvPr/>
          </p:nvSpPr>
          <p:spPr>
            <a:xfrm>
              <a:off x="-220635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51E530C-FA7B-2D1C-ED5F-251652F395E4}"/>
                </a:ext>
              </a:extLst>
            </p:cNvPr>
            <p:cNvSpPr txBox="1"/>
            <p:nvPr/>
          </p:nvSpPr>
          <p:spPr>
            <a:xfrm>
              <a:off x="-113969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5D6B108B-53A5-CCDB-34B1-9ADC26A19E3A}"/>
                </a:ext>
              </a:extLst>
            </p:cNvPr>
            <p:cNvSpPr txBox="1"/>
            <p:nvPr/>
          </p:nvSpPr>
          <p:spPr>
            <a:xfrm>
              <a:off x="-50134" y="7333741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FD0AF88-E7D2-DDF5-ACF9-52F67DC57843}"/>
                </a:ext>
              </a:extLst>
            </p:cNvPr>
            <p:cNvSpPr txBox="1"/>
            <p:nvPr/>
          </p:nvSpPr>
          <p:spPr>
            <a:xfrm>
              <a:off x="1069660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EC96440-920E-7E19-B83B-07D92AED55A8}"/>
                </a:ext>
              </a:extLst>
            </p:cNvPr>
            <p:cNvSpPr txBox="1"/>
            <p:nvPr/>
          </p:nvSpPr>
          <p:spPr>
            <a:xfrm>
              <a:off x="213146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F5270D2-4E22-64EB-5D0E-B53244FBB615}"/>
                </a:ext>
              </a:extLst>
            </p:cNvPr>
            <p:cNvSpPr txBox="1"/>
            <p:nvPr/>
          </p:nvSpPr>
          <p:spPr>
            <a:xfrm>
              <a:off x="3198125" y="7338330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pic>
          <p:nvPicPr>
            <p:cNvPr id="54" name="Graphic 53" descr="Sleep with solid fill">
              <a:extLst>
                <a:ext uri="{FF2B5EF4-FFF2-40B4-BE49-F238E27FC236}">
                  <a16:creationId xmlns:a16="http://schemas.microsoft.com/office/drawing/2014/main" id="{D81CE0E0-F7F6-910F-6DAB-2B0BA47E5F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9429024" y="7445613"/>
              <a:ext cx="634696" cy="634696"/>
            </a:xfrm>
            <a:prstGeom prst="rect">
              <a:avLst/>
            </a:prstGeom>
          </p:spPr>
        </p:pic>
        <p:pic>
          <p:nvPicPr>
            <p:cNvPr id="55" name="Graphic 54" descr="Bed with solid fill">
              <a:extLst>
                <a:ext uri="{FF2B5EF4-FFF2-40B4-BE49-F238E27FC236}">
                  <a16:creationId xmlns:a16="http://schemas.microsoft.com/office/drawing/2014/main" id="{5E835762-C89F-E172-FFD9-DC3E7D9B6F4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494856" y="7445613"/>
              <a:ext cx="634696" cy="634696"/>
            </a:xfrm>
            <a:prstGeom prst="rect">
              <a:avLst/>
            </a:prstGeom>
          </p:spPr>
        </p:pic>
        <p:pic>
          <p:nvPicPr>
            <p:cNvPr id="56" name="Graphic 55" descr="Bed with solid fill">
              <a:extLst>
                <a:ext uri="{FF2B5EF4-FFF2-40B4-BE49-F238E27FC236}">
                  <a16:creationId xmlns:a16="http://schemas.microsoft.com/office/drawing/2014/main" id="{3CDD0F15-94CE-CD33-1276-871AD2409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1604189" y="7445613"/>
              <a:ext cx="634696" cy="634696"/>
            </a:xfrm>
            <a:prstGeom prst="rect">
              <a:avLst/>
            </a:prstGeom>
          </p:spPr>
        </p:pic>
        <p:pic>
          <p:nvPicPr>
            <p:cNvPr id="57" name="Graphic 56" descr="Sleep with solid fill">
              <a:extLst>
                <a:ext uri="{FF2B5EF4-FFF2-40B4-BE49-F238E27FC236}">
                  <a16:creationId xmlns:a16="http://schemas.microsoft.com/office/drawing/2014/main" id="{484C7BB8-1C0D-3CD0-CE82-FE9B10D7DA2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2670021" y="7445613"/>
              <a:ext cx="634696" cy="634696"/>
            </a:xfrm>
            <a:prstGeom prst="rect">
              <a:avLst/>
            </a:prstGeom>
          </p:spPr>
        </p:pic>
        <p:pic>
          <p:nvPicPr>
            <p:cNvPr id="58" name="Graphic 57" descr="Bed with solid fill">
              <a:extLst>
                <a:ext uri="{FF2B5EF4-FFF2-40B4-BE49-F238E27FC236}">
                  <a16:creationId xmlns:a16="http://schemas.microsoft.com/office/drawing/2014/main" id="{84F080ED-3402-76B2-481F-D8C73551F81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3789422" y="7445613"/>
              <a:ext cx="634696" cy="634696"/>
            </a:xfrm>
            <a:prstGeom prst="rect">
              <a:avLst/>
            </a:prstGeom>
          </p:spPr>
        </p:pic>
        <p:pic>
          <p:nvPicPr>
            <p:cNvPr id="59" name="Graphic 58" descr="Sleep with solid fill">
              <a:extLst>
                <a:ext uri="{FF2B5EF4-FFF2-40B4-BE49-F238E27FC236}">
                  <a16:creationId xmlns:a16="http://schemas.microsoft.com/office/drawing/2014/main" id="{636A7A96-BB66-E4B8-B9EE-FBF40512C72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14855254" y="7445613"/>
              <a:ext cx="634696" cy="634696"/>
            </a:xfrm>
            <a:prstGeom prst="rect">
              <a:avLst/>
            </a:prstGeom>
          </p:spPr>
        </p:pic>
        <p:pic>
          <p:nvPicPr>
            <p:cNvPr id="60" name="Graphic 59" descr="Sleep with solid fill">
              <a:extLst>
                <a:ext uri="{FF2B5EF4-FFF2-40B4-BE49-F238E27FC236}">
                  <a16:creationId xmlns:a16="http://schemas.microsoft.com/office/drawing/2014/main" id="{0B6AD558-483F-DD21-0A0B-64486DDAFB6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5964587" y="7445613"/>
              <a:ext cx="634696" cy="634696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E2C61C4F-0434-F114-BF6B-32DBE53506BC}"/>
                </a:ext>
              </a:extLst>
            </p:cNvPr>
            <p:cNvSpPr txBox="1"/>
            <p:nvPr/>
          </p:nvSpPr>
          <p:spPr>
            <a:xfrm>
              <a:off x="9497472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B08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FC0DFEA5-DDA6-8267-70F9-F90A4247FFF9}"/>
                </a:ext>
              </a:extLst>
            </p:cNvPr>
            <p:cNvSpPr txBox="1"/>
            <p:nvPr/>
          </p:nvSpPr>
          <p:spPr>
            <a:xfrm>
              <a:off x="1055927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B09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CC1E523-5752-4757-B9CC-509B99ECD685}"/>
                </a:ext>
              </a:extLst>
            </p:cNvPr>
            <p:cNvSpPr txBox="1"/>
            <p:nvPr/>
          </p:nvSpPr>
          <p:spPr>
            <a:xfrm>
              <a:off x="1162593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B10</a:t>
              </a: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40DA8FE4-2848-C5FE-1B01-E3919450741D}"/>
                </a:ext>
              </a:extLst>
            </p:cNvPr>
            <p:cNvSpPr txBox="1"/>
            <p:nvPr/>
          </p:nvSpPr>
          <p:spPr>
            <a:xfrm>
              <a:off x="12715497" y="7281888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B11</a:t>
              </a:r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E156B8F3-1EF4-A179-5BCA-30FDC77E834F}"/>
                </a:ext>
              </a:extLst>
            </p:cNvPr>
            <p:cNvSpPr txBox="1"/>
            <p:nvPr/>
          </p:nvSpPr>
          <p:spPr>
            <a:xfrm>
              <a:off x="13835291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B12</a:t>
              </a: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4B89536-4583-1E4C-A48D-BB35EAC7EBD5}"/>
                </a:ext>
              </a:extLst>
            </p:cNvPr>
            <p:cNvSpPr txBox="1"/>
            <p:nvPr/>
          </p:nvSpPr>
          <p:spPr>
            <a:xfrm>
              <a:off x="1489709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B13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3F059BD-A04A-2083-7283-BCE8D956AB15}"/>
                </a:ext>
              </a:extLst>
            </p:cNvPr>
            <p:cNvSpPr txBox="1"/>
            <p:nvPr/>
          </p:nvSpPr>
          <p:spPr>
            <a:xfrm>
              <a:off x="15963756" y="7286477"/>
              <a:ext cx="570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B14</a:t>
              </a:r>
            </a:p>
          </p:txBody>
        </p:sp>
        <p:sp>
          <p:nvSpPr>
            <p:cNvPr id="196" name="TextBox 195">
              <a:extLst>
                <a:ext uri="{FF2B5EF4-FFF2-40B4-BE49-F238E27FC236}">
                  <a16:creationId xmlns:a16="http://schemas.microsoft.com/office/drawing/2014/main" id="{9B22E4D0-8BB9-B1D8-CFE5-B96212F6DDF1}"/>
                </a:ext>
              </a:extLst>
            </p:cNvPr>
            <p:cNvSpPr txBox="1"/>
            <p:nvPr/>
          </p:nvSpPr>
          <p:spPr>
            <a:xfrm>
              <a:off x="1705070" y="6441760"/>
              <a:ext cx="25955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3</a:t>
              </a:r>
              <a:r>
                <a:rPr lang="en-US" sz="3600" dirty="0"/>
                <a:t> = (11, 12)</a:t>
              </a:r>
            </a:p>
          </p:txBody>
        </p:sp>
        <p:sp>
          <p:nvSpPr>
            <p:cNvPr id="197" name="TextBox 196">
              <a:extLst>
                <a:ext uri="{FF2B5EF4-FFF2-40B4-BE49-F238E27FC236}">
                  <a16:creationId xmlns:a16="http://schemas.microsoft.com/office/drawing/2014/main" id="{F7BD277A-264D-CDBF-E863-B9B53F21981D}"/>
                </a:ext>
              </a:extLst>
            </p:cNvPr>
            <p:cNvSpPr txBox="1"/>
            <p:nvPr/>
          </p:nvSpPr>
          <p:spPr>
            <a:xfrm>
              <a:off x="9255469" y="6457698"/>
              <a:ext cx="25955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dirty="0"/>
                <a:t>a</a:t>
              </a:r>
              <a:r>
                <a:rPr lang="en-US" sz="3600" baseline="-25000" dirty="0"/>
                <a:t>4</a:t>
              </a:r>
              <a:r>
                <a:rPr lang="en-US" sz="3600" dirty="0"/>
                <a:t> = (11, 14)</a:t>
              </a:r>
            </a:p>
          </p:txBody>
        </p:sp>
        <p:sp>
          <p:nvSpPr>
            <p:cNvPr id="199" name="Rectangle 198">
              <a:extLst>
                <a:ext uri="{FF2B5EF4-FFF2-40B4-BE49-F238E27FC236}">
                  <a16:creationId xmlns:a16="http://schemas.microsoft.com/office/drawing/2014/main" id="{6418230A-3203-06AC-543D-B8E2DACF1085}"/>
                </a:ext>
              </a:extLst>
            </p:cNvPr>
            <p:cNvSpPr/>
            <p:nvPr/>
          </p:nvSpPr>
          <p:spPr>
            <a:xfrm>
              <a:off x="6193228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0CE0DD0D-79E8-3E3A-D729-49D44D9F5377}"/>
                </a:ext>
              </a:extLst>
            </p:cNvPr>
            <p:cNvSpPr/>
            <p:nvPr/>
          </p:nvSpPr>
          <p:spPr>
            <a:xfrm>
              <a:off x="6618159" y="-10479"/>
              <a:ext cx="416646" cy="18796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1" name="Curved Connector 200">
              <a:extLst>
                <a:ext uri="{FF2B5EF4-FFF2-40B4-BE49-F238E27FC236}">
                  <a16:creationId xmlns:a16="http://schemas.microsoft.com/office/drawing/2014/main" id="{69CB5571-87F0-77BD-71DB-AB8B22AD76B8}"/>
                </a:ext>
              </a:extLst>
            </p:cNvPr>
            <p:cNvCxnSpPr>
              <a:cxnSpLocks/>
              <a:stCxn id="200" idx="2"/>
              <a:endCxn id="34" idx="1"/>
            </p:cNvCxnSpPr>
            <p:nvPr/>
          </p:nvCxnSpPr>
          <p:spPr>
            <a:xfrm rot="16200000" flipH="1">
              <a:off x="4911220" y="3784382"/>
              <a:ext cx="5944639" cy="211411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urved Connector 203">
              <a:extLst>
                <a:ext uri="{FF2B5EF4-FFF2-40B4-BE49-F238E27FC236}">
                  <a16:creationId xmlns:a16="http://schemas.microsoft.com/office/drawing/2014/main" id="{239E04E5-DD99-382F-95D8-00899A286C07}"/>
                </a:ext>
              </a:extLst>
            </p:cNvPr>
            <p:cNvCxnSpPr>
              <a:cxnSpLocks/>
              <a:stCxn id="199" idx="2"/>
              <a:endCxn id="35" idx="3"/>
            </p:cNvCxnSpPr>
            <p:nvPr/>
          </p:nvCxnSpPr>
          <p:spPr>
            <a:xfrm rot="5400000">
              <a:off x="2340850" y="3770068"/>
              <a:ext cx="5961648" cy="2159755"/>
            </a:xfrm>
            <a:prstGeom prst="curvedConnector2">
              <a:avLst/>
            </a:prstGeom>
            <a:ln w="28575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425354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2643</TotalTime>
  <Words>134</Words>
  <Application>Microsoft Macintosh PowerPoint</Application>
  <PresentationFormat>Widescreen</PresentationFormat>
  <Paragraphs>95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Geraint Palmer-Liyu</dc:creator>
  <cp:lastModifiedBy>Geraint Palmer-Liyu</cp:lastModifiedBy>
  <cp:revision>13</cp:revision>
  <dcterms:created xsi:type="dcterms:W3CDTF">2026-05-07T13:21:37Z</dcterms:created>
  <dcterms:modified xsi:type="dcterms:W3CDTF">2026-05-22T12:29:05Z</dcterms:modified>
</cp:coreProperties>
</file>