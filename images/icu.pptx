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5499"/>
  </p:normalViewPr>
  <p:slideViewPr>
    <p:cSldViewPr snapToGrid="0">
      <p:cViewPr varScale="1">
        <p:scale>
          <a:sx n="99" d="100"/>
          <a:sy n="99" d="100"/>
        </p:scale>
        <p:origin x="7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7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2.png"/><Relationship Id="rId5" Type="http://schemas.openxmlformats.org/officeDocument/2006/relationships/image" Target="../media/image2.svg"/><Relationship Id="rId10" Type="http://schemas.openxmlformats.org/officeDocument/2006/relationships/image" Target="../media/image11.svg"/><Relationship Id="rId4" Type="http://schemas.openxmlformats.org/officeDocument/2006/relationships/image" Target="../media/image8.svg"/><Relationship Id="rId9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819292F-E7D8-28A1-7327-66AE9B1ADB47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1172582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1172581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BEF9433-03AC-D6B3-A3B6-38D7FD92F7F8}"/>
                </a:ext>
              </a:extLst>
            </p:cNvPr>
            <p:cNvCxnSpPr/>
            <p:nvPr/>
          </p:nvCxnSpPr>
          <p:spPr>
            <a:xfrm>
              <a:off x="3239846" y="1916653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E0D07E9-5C9D-B412-BCED-1F0849BA94C1}"/>
                </a:ext>
              </a:extLst>
            </p:cNvPr>
            <p:cNvCxnSpPr/>
            <p:nvPr/>
          </p:nvCxnSpPr>
          <p:spPr>
            <a:xfrm>
              <a:off x="6253780" y="1909480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6B6FB1-6B06-D93C-DA48-2B45E93F2615}"/>
                </a:ext>
              </a:extLst>
            </p:cNvPr>
            <p:cNvCxnSpPr/>
            <p:nvPr/>
          </p:nvCxnSpPr>
          <p:spPr>
            <a:xfrm>
              <a:off x="9267714" y="1895134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74373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74373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813462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813462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65370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61784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61784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5029684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5029684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073560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073560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4912649"/>
              <a:ext cx="634696" cy="634696"/>
            </a:xfrm>
            <a:prstGeom prst="rect">
              <a:avLst/>
            </a:prstGeom>
          </p:spPr>
        </p:pic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85ED1AE-129F-F15E-72DA-824C1F89B163}"/>
                </a:ext>
              </a:extLst>
            </p:cNvPr>
            <p:cNvCxnSpPr/>
            <p:nvPr/>
          </p:nvCxnSpPr>
          <p:spPr>
            <a:xfrm>
              <a:off x="3239846" y="2754416"/>
              <a:ext cx="2667896" cy="0"/>
            </a:xfrm>
            <a:prstGeom prst="line">
              <a:avLst/>
            </a:prstGeom>
            <a:ln w="349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056368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</p:cNvCxnSpPr>
            <p:nvPr/>
          </p:nvCxnSpPr>
          <p:spPr>
            <a:xfrm>
              <a:off x="225912" y="3803847"/>
              <a:ext cx="145613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</p:cNvCxnSpPr>
            <p:nvPr/>
          </p:nvCxnSpPr>
          <p:spPr>
            <a:xfrm>
              <a:off x="9267714" y="4122861"/>
              <a:ext cx="145613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597F7-F283-2F82-698C-E016618FC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9A5B8C7F-F4ED-B7A9-AE45-94AD8FD312FE}"/>
              </a:ext>
            </a:extLst>
          </p:cNvPr>
          <p:cNvSpPr/>
          <p:nvPr/>
        </p:nvSpPr>
        <p:spPr>
          <a:xfrm>
            <a:off x="225912" y="1172583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ounded Rectangle 143">
            <a:extLst>
              <a:ext uri="{FF2B5EF4-FFF2-40B4-BE49-F238E27FC236}">
                <a16:creationId xmlns:a16="http://schemas.microsoft.com/office/drawing/2014/main" id="{8155D6A4-7622-70F2-E303-5A893C558605}"/>
              </a:ext>
            </a:extLst>
          </p:cNvPr>
          <p:cNvSpPr/>
          <p:nvPr/>
        </p:nvSpPr>
        <p:spPr>
          <a:xfrm>
            <a:off x="3239846" y="1172582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9DEA0841-80C0-68EE-C231-AA3B97015AC8}"/>
              </a:ext>
            </a:extLst>
          </p:cNvPr>
          <p:cNvSpPr/>
          <p:nvPr/>
        </p:nvSpPr>
        <p:spPr>
          <a:xfrm>
            <a:off x="6253780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Rounded Rectangle 145">
            <a:extLst>
              <a:ext uri="{FF2B5EF4-FFF2-40B4-BE49-F238E27FC236}">
                <a16:creationId xmlns:a16="http://schemas.microsoft.com/office/drawing/2014/main" id="{EAF13D71-0B6A-4A83-7BCF-2FA8AD51915C}"/>
              </a:ext>
            </a:extLst>
          </p:cNvPr>
          <p:cNvSpPr/>
          <p:nvPr/>
        </p:nvSpPr>
        <p:spPr>
          <a:xfrm>
            <a:off x="9267714" y="1172581"/>
            <a:ext cx="2667896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EEBE9E6B-D3ED-66EF-9143-44003E57B85D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70159D7-C6C1-B857-F8E8-25704449DD31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880039-92CC-B423-69FB-B5A014F81974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AD6773E-1A87-3B98-E282-31598971038B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FF8DD8F-EB79-1AB2-1616-E561D76F06DF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D80EF1C-8A47-7A87-A86B-010F16D02470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F4D7CAE-50BD-0183-692F-86695273AA1B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8E48509-5618-3C6D-78EB-68D032F7BBC6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524937-6671-AD4B-E36C-DDE96F31D4A2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ED4D59A-0E5E-FF66-5BEE-109B6A0AB747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C5B55E4-66D0-E3A7-AF6E-5AD19169A1C5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3099E6E-C439-5CE0-9BFC-2D587E1152F9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5745D3-A775-24A7-3CFC-77B5C579846B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A1645BD-06A7-CFA7-4840-F573DD5D720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B15A6B5-D051-4E2E-5CD2-D5DBCDABB5CA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AD1195F-4CAE-F7CF-10F1-D9829DB60DC8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3DFBA7DB-7925-245C-9100-F576ED640631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599050A-0771-580B-3B97-9808FCCFBE7D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D5F0D2-6DFF-CE88-32FB-F968E6ED4734}"/>
              </a:ext>
            </a:extLst>
          </p:cNvPr>
          <p:cNvSpPr txBox="1"/>
          <p:nvPr/>
        </p:nvSpPr>
        <p:spPr>
          <a:xfrm>
            <a:off x="786251" y="649363"/>
            <a:ext cx="15472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North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61816D-96FF-B5AD-0AB7-3371F071A274}"/>
              </a:ext>
            </a:extLst>
          </p:cNvPr>
          <p:cNvSpPr txBox="1"/>
          <p:nvPr/>
        </p:nvSpPr>
        <p:spPr>
          <a:xfrm>
            <a:off x="6773868" y="649363"/>
            <a:ext cx="15520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North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577A3-6BCB-7CF9-667E-03CF4648E0A5}"/>
              </a:ext>
            </a:extLst>
          </p:cNvPr>
          <p:cNvSpPr txBox="1"/>
          <p:nvPr/>
        </p:nvSpPr>
        <p:spPr>
          <a:xfrm>
            <a:off x="3714247" y="649363"/>
            <a:ext cx="15824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B3 South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706A2-0E10-2BB9-85BD-053AD5102D10}"/>
              </a:ext>
            </a:extLst>
          </p:cNvPr>
          <p:cNvSpPr txBox="1"/>
          <p:nvPr/>
        </p:nvSpPr>
        <p:spPr>
          <a:xfrm>
            <a:off x="9742013" y="649363"/>
            <a:ext cx="1577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A3 South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4B6A6354-93FA-F3AE-5E61-28A1DCEB9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64F420BD-0E8B-C69B-A315-E4B7D6993B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B69EE946-20FF-0735-F4A7-BD8E4D835E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0B9DBEFB-E100-6330-9115-24D275F261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7955ECE6-C843-A921-1E69-D8FF9D4C5C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DF005D58-04BC-2FD0-CC2F-23A059F92D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4BCA5013-888B-06D4-AFCC-4CB927EF0F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DFA7CBFE-7D37-E79C-507B-A60D3C48CE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350FBF7A-E70B-5944-3820-EBA432276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569F0A00-54A2-6704-786B-D5FA117DA3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31FFB1AB-5059-F575-BF42-E00F7198E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3A61AAB5-5DA5-9B55-8A76-65E6A23A2F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0E41E179-4523-74A3-4BCB-C884D2D17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7500C91F-76A5-B8A5-362E-7DCA1E7B02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0E1ABDB4-8E3A-A9B2-2B96-19D87F384B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378C768C-6B77-D6D3-B37E-24A0AE76A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3F236106-BC41-0BA6-C621-5FF42559D6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FF82FCB3-6355-F44B-C34E-D97D76C533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2C73AEFF-96A2-78D0-1F57-94EF2D4784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4BEEC8CC-17CD-1DE9-B837-3EB4A266F4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948F4E72-B8EF-C157-F6E8-735CBEAEA4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1F49D281-C05F-DB37-79C5-E032F1502D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27218173-AA79-9F4E-1B8A-F75DFF288D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21CB499C-6743-6AD9-1242-F14A64EE9E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0911D71-53A5-CA15-21A2-0A68B5B64E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62B766FB-5971-265E-CB42-BF975EDE4F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E8D03C45-9132-1072-3688-F5C4FB58A3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E59FD0F6-04F1-E545-9212-75836CAE3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E9996DB9-CF99-F34F-D079-60127A813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AE826CE-B35C-82C7-8058-26FE877BA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EE050118-D09E-D2B2-2211-E89BC705C0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7E93134E-36F2-C3E3-093B-E9E02235D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E2D4395F-B040-069A-5F3D-8EB0B8CAD1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12C859E8-CB0A-55FE-8B06-CED0317462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06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05B7-C9FA-3786-F656-B25DEBDDA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C3963E3-576A-F7BE-5668-4A616BFC4E3B}"/>
              </a:ext>
            </a:extLst>
          </p:cNvPr>
          <p:cNvSpPr/>
          <p:nvPr/>
        </p:nvSpPr>
        <p:spPr>
          <a:xfrm>
            <a:off x="225912" y="1172583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99D050C-B7CE-8CCE-783C-7C95B4F74CDA}"/>
              </a:ext>
            </a:extLst>
          </p:cNvPr>
          <p:cNvSpPr/>
          <p:nvPr/>
        </p:nvSpPr>
        <p:spPr>
          <a:xfrm>
            <a:off x="6253780" y="1172581"/>
            <a:ext cx="5681830" cy="5228213"/>
          </a:xfrm>
          <a:prstGeom prst="roundRect">
            <a:avLst>
              <a:gd name="adj" fmla="val 2957"/>
            </a:avLst>
          </a:prstGeom>
          <a:solidFill>
            <a:schemeClr val="bg2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0D4D795-4C7A-A932-FA84-32A64BA52F12}"/>
              </a:ext>
            </a:extLst>
          </p:cNvPr>
          <p:cNvSpPr/>
          <p:nvPr/>
        </p:nvSpPr>
        <p:spPr>
          <a:xfrm>
            <a:off x="430306" y="1904125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D786CA2-3F1A-82CF-A114-A269FCEC2DE6}"/>
              </a:ext>
            </a:extLst>
          </p:cNvPr>
          <p:cNvSpPr/>
          <p:nvPr/>
        </p:nvSpPr>
        <p:spPr>
          <a:xfrm>
            <a:off x="430306" y="27512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FF7AD4B-54AE-37D2-13A9-211F8581E5C5}"/>
              </a:ext>
            </a:extLst>
          </p:cNvPr>
          <p:cNvSpPr/>
          <p:nvPr/>
        </p:nvSpPr>
        <p:spPr>
          <a:xfrm>
            <a:off x="430306" y="3878586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E20224F-D07B-8658-4226-015587740097}"/>
              </a:ext>
            </a:extLst>
          </p:cNvPr>
          <p:cNvSpPr/>
          <p:nvPr/>
        </p:nvSpPr>
        <p:spPr>
          <a:xfrm>
            <a:off x="430306" y="47454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435FA62-3CD9-7531-357C-33B3337ECDFA}"/>
              </a:ext>
            </a:extLst>
          </p:cNvPr>
          <p:cNvSpPr/>
          <p:nvPr/>
        </p:nvSpPr>
        <p:spPr>
          <a:xfrm>
            <a:off x="3449620" y="299200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6F6CCC-F702-1DF2-F9CB-DAE49A9E0BCC}"/>
              </a:ext>
            </a:extLst>
          </p:cNvPr>
          <p:cNvSpPr/>
          <p:nvPr/>
        </p:nvSpPr>
        <p:spPr>
          <a:xfrm>
            <a:off x="3449620" y="386199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DE66560-3981-EE9E-9DDF-31CAC955EDBC}"/>
              </a:ext>
            </a:extLst>
          </p:cNvPr>
          <p:cNvSpPr/>
          <p:nvPr/>
        </p:nvSpPr>
        <p:spPr>
          <a:xfrm>
            <a:off x="3449620" y="4699712"/>
            <a:ext cx="2248348" cy="1571996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0C1396F-195F-00E8-13A1-67331B2EC1D1}"/>
              </a:ext>
            </a:extLst>
          </p:cNvPr>
          <p:cNvSpPr/>
          <p:nvPr/>
        </p:nvSpPr>
        <p:spPr>
          <a:xfrm>
            <a:off x="6463554" y="240391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75A9F23-B0D9-73D0-1A1E-6CA27D78B00B}"/>
              </a:ext>
            </a:extLst>
          </p:cNvPr>
          <p:cNvSpPr/>
          <p:nvPr/>
        </p:nvSpPr>
        <p:spPr>
          <a:xfrm>
            <a:off x="6463554" y="3234474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237114A-8BED-2365-3BCE-EAA96205EAFE}"/>
              </a:ext>
            </a:extLst>
          </p:cNvPr>
          <p:cNvSpPr/>
          <p:nvPr/>
        </p:nvSpPr>
        <p:spPr>
          <a:xfrm>
            <a:off x="6463554" y="4064613"/>
            <a:ext cx="2248348" cy="1548187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4EE2D8-E1AD-C050-1524-E390F7C500FE}"/>
              </a:ext>
            </a:extLst>
          </p:cNvPr>
          <p:cNvSpPr/>
          <p:nvPr/>
        </p:nvSpPr>
        <p:spPr>
          <a:xfrm>
            <a:off x="9477488" y="2416899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735198A-D419-8B02-0E29-799E7B1F3158}"/>
              </a:ext>
            </a:extLst>
          </p:cNvPr>
          <p:cNvSpPr/>
          <p:nvPr/>
        </p:nvSpPr>
        <p:spPr>
          <a:xfrm>
            <a:off x="9502587" y="3255988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54CF8E-5EA5-B4F0-1D6E-16FB9617A4BC}"/>
              </a:ext>
            </a:extLst>
          </p:cNvPr>
          <p:cNvSpPr/>
          <p:nvPr/>
        </p:nvSpPr>
        <p:spPr>
          <a:xfrm>
            <a:off x="9513346" y="4098211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DAEFAE7-D2EF-C390-D908-C76BFA4DF845}"/>
              </a:ext>
            </a:extLst>
          </p:cNvPr>
          <p:cNvSpPr/>
          <p:nvPr/>
        </p:nvSpPr>
        <p:spPr>
          <a:xfrm>
            <a:off x="9513346" y="4961950"/>
            <a:ext cx="2248348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6AEF6CA-6D61-8433-C7DF-CCA4741A2830}"/>
              </a:ext>
            </a:extLst>
          </p:cNvPr>
          <p:cNvSpPr/>
          <p:nvPr/>
        </p:nvSpPr>
        <p:spPr>
          <a:xfrm>
            <a:off x="3910408" y="12826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8345935-D648-AAB7-31AA-6A0099819869}"/>
              </a:ext>
            </a:extLst>
          </p:cNvPr>
          <p:cNvSpPr/>
          <p:nvPr/>
        </p:nvSpPr>
        <p:spPr>
          <a:xfrm>
            <a:off x="3910408" y="2076254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AF1E337-906A-D9B2-7556-C5CD27403FE9}"/>
              </a:ext>
            </a:extLst>
          </p:cNvPr>
          <p:cNvSpPr/>
          <p:nvPr/>
        </p:nvSpPr>
        <p:spPr>
          <a:xfrm>
            <a:off x="6924342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CFFD0B42-1A9F-8700-95BD-050FBBD30029}"/>
              </a:ext>
            </a:extLst>
          </p:cNvPr>
          <p:cNvSpPr/>
          <p:nvPr/>
        </p:nvSpPr>
        <p:spPr>
          <a:xfrm>
            <a:off x="9938276" y="1283366"/>
            <a:ext cx="1326772" cy="701923"/>
          </a:xfrm>
          <a:prstGeom prst="roundRect">
            <a:avLst>
              <a:gd name="adj" fmla="val 36591"/>
            </a:avLst>
          </a:prstGeom>
          <a:solidFill>
            <a:srgbClr val="00B0F0">
              <a:alpha val="25714"/>
            </a:srgbClr>
          </a:solidFill>
          <a:ln w="349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A3F1EE-F9DF-1B48-5551-EF7BAF08D0A3}"/>
              </a:ext>
            </a:extLst>
          </p:cNvPr>
          <p:cNvSpPr txBox="1"/>
          <p:nvPr/>
        </p:nvSpPr>
        <p:spPr>
          <a:xfrm>
            <a:off x="786251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8FACC6-1B82-D806-59A0-5CEAC3BE4064}"/>
              </a:ext>
            </a:extLst>
          </p:cNvPr>
          <p:cNvSpPr txBox="1"/>
          <p:nvPr/>
        </p:nvSpPr>
        <p:spPr>
          <a:xfrm>
            <a:off x="6773868" y="649363"/>
            <a:ext cx="4764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Decomposition Component 2</a:t>
            </a:r>
          </a:p>
        </p:txBody>
      </p:sp>
      <p:pic>
        <p:nvPicPr>
          <p:cNvPr id="38" name="Graphic 37" descr="Sleep with solid fill">
            <a:extLst>
              <a:ext uri="{FF2B5EF4-FFF2-40B4-BE49-F238E27FC236}">
                <a16:creationId xmlns:a16="http://schemas.microsoft.com/office/drawing/2014/main" id="{C4ED998D-3CFC-98BE-D927-69310995C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3929217"/>
            <a:ext cx="634696" cy="634696"/>
          </a:xfrm>
          <a:prstGeom prst="rect">
            <a:avLst/>
          </a:prstGeom>
        </p:spPr>
      </p:pic>
      <p:pic>
        <p:nvPicPr>
          <p:cNvPr id="39" name="Graphic 38" descr="Sleep with solid fill">
            <a:extLst>
              <a:ext uri="{FF2B5EF4-FFF2-40B4-BE49-F238E27FC236}">
                <a16:creationId xmlns:a16="http://schemas.microsoft.com/office/drawing/2014/main" id="{B6DB1321-26FF-8F27-C394-804AA06BD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3929217"/>
            <a:ext cx="634696" cy="634696"/>
          </a:xfrm>
          <a:prstGeom prst="rect">
            <a:avLst/>
          </a:prstGeom>
        </p:spPr>
      </p:pic>
      <p:pic>
        <p:nvPicPr>
          <p:cNvPr id="42" name="Graphic 41" descr="Sleep with solid fill">
            <a:extLst>
              <a:ext uri="{FF2B5EF4-FFF2-40B4-BE49-F238E27FC236}">
                <a16:creationId xmlns:a16="http://schemas.microsoft.com/office/drawing/2014/main" id="{FF963B37-BEC6-F4EC-1646-708ADF11F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4768306"/>
            <a:ext cx="634696" cy="634696"/>
          </a:xfrm>
          <a:prstGeom prst="rect">
            <a:avLst/>
          </a:prstGeom>
        </p:spPr>
      </p:pic>
      <p:pic>
        <p:nvPicPr>
          <p:cNvPr id="43" name="Graphic 42" descr="Sleep with solid fill">
            <a:extLst>
              <a:ext uri="{FF2B5EF4-FFF2-40B4-BE49-F238E27FC236}">
                <a16:creationId xmlns:a16="http://schemas.microsoft.com/office/drawing/2014/main" id="{956DEAE3-B522-7397-4E11-06A2E36344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4768306"/>
            <a:ext cx="634696" cy="634696"/>
          </a:xfrm>
          <a:prstGeom prst="rect">
            <a:avLst/>
          </a:prstGeom>
        </p:spPr>
      </p:pic>
      <p:pic>
        <p:nvPicPr>
          <p:cNvPr id="55" name="Graphic 54" descr="Sleep with solid fill">
            <a:extLst>
              <a:ext uri="{FF2B5EF4-FFF2-40B4-BE49-F238E27FC236}">
                <a16:creationId xmlns:a16="http://schemas.microsoft.com/office/drawing/2014/main" id="{B199787A-E6D8-16D6-7DB5-7D7F3C71B7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1925641"/>
            <a:ext cx="634696" cy="634696"/>
          </a:xfrm>
          <a:prstGeom prst="rect">
            <a:avLst/>
          </a:prstGeom>
        </p:spPr>
      </p:pic>
      <p:pic>
        <p:nvPicPr>
          <p:cNvPr id="56" name="Graphic 55" descr="Sleep with solid fill">
            <a:extLst>
              <a:ext uri="{FF2B5EF4-FFF2-40B4-BE49-F238E27FC236}">
                <a16:creationId xmlns:a16="http://schemas.microsoft.com/office/drawing/2014/main" id="{BFF7D3DF-22DE-A4C8-DE8E-1B2F3CBE3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1925641"/>
            <a:ext cx="634696" cy="634696"/>
          </a:xfrm>
          <a:prstGeom prst="rect">
            <a:avLst/>
          </a:prstGeom>
        </p:spPr>
      </p:pic>
      <p:pic>
        <p:nvPicPr>
          <p:cNvPr id="57" name="Graphic 56" descr="Sleep with solid fill">
            <a:extLst>
              <a:ext uri="{FF2B5EF4-FFF2-40B4-BE49-F238E27FC236}">
                <a16:creationId xmlns:a16="http://schemas.microsoft.com/office/drawing/2014/main" id="{947FACD6-958A-C236-3DC5-3CD6532870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09596" y="2764730"/>
            <a:ext cx="634696" cy="634696"/>
          </a:xfrm>
          <a:prstGeom prst="rect">
            <a:avLst/>
          </a:prstGeom>
        </p:spPr>
      </p:pic>
      <p:pic>
        <p:nvPicPr>
          <p:cNvPr id="58" name="Graphic 57" descr="Sleep with solid fill">
            <a:extLst>
              <a:ext uri="{FF2B5EF4-FFF2-40B4-BE49-F238E27FC236}">
                <a16:creationId xmlns:a16="http://schemas.microsoft.com/office/drawing/2014/main" id="{33680717-472D-4E57-D593-A1974299D2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775428" y="2764730"/>
            <a:ext cx="634696" cy="634696"/>
          </a:xfrm>
          <a:prstGeom prst="rect">
            <a:avLst/>
          </a:prstGeom>
        </p:spPr>
      </p:pic>
      <p:pic>
        <p:nvPicPr>
          <p:cNvPr id="59" name="Graphic 58" descr="Sleep with solid fill">
            <a:extLst>
              <a:ext uri="{FF2B5EF4-FFF2-40B4-BE49-F238E27FC236}">
                <a16:creationId xmlns:a16="http://schemas.microsoft.com/office/drawing/2014/main" id="{17F6F732-04AE-48B3-B8F1-ACCBD53CA3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1265370"/>
            <a:ext cx="634696" cy="634696"/>
          </a:xfrm>
          <a:prstGeom prst="rect">
            <a:avLst/>
          </a:prstGeom>
        </p:spPr>
      </p:pic>
      <p:pic>
        <p:nvPicPr>
          <p:cNvPr id="60" name="Graphic 59" descr="Sleep with solid fill">
            <a:extLst>
              <a:ext uri="{FF2B5EF4-FFF2-40B4-BE49-F238E27FC236}">
                <a16:creationId xmlns:a16="http://schemas.microsoft.com/office/drawing/2014/main" id="{B29CF5B2-019C-F6ED-FE22-23592BDD59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70380" y="1261784"/>
            <a:ext cx="634696" cy="634696"/>
          </a:xfrm>
          <a:prstGeom prst="rect">
            <a:avLst/>
          </a:prstGeom>
        </p:spPr>
      </p:pic>
      <p:pic>
        <p:nvPicPr>
          <p:cNvPr id="61" name="Graphic 60" descr="Sleep with solid fill">
            <a:extLst>
              <a:ext uri="{FF2B5EF4-FFF2-40B4-BE49-F238E27FC236}">
                <a16:creationId xmlns:a16="http://schemas.microsoft.com/office/drawing/2014/main" id="{5E2C4D15-10F2-6304-AADB-CD06BF6F5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284314" y="1261784"/>
            <a:ext cx="634696" cy="634696"/>
          </a:xfrm>
          <a:prstGeom prst="rect">
            <a:avLst/>
          </a:prstGeom>
        </p:spPr>
      </p:pic>
      <p:pic>
        <p:nvPicPr>
          <p:cNvPr id="63" name="Graphic 62" descr="Sleep with solid fill">
            <a:extLst>
              <a:ext uri="{FF2B5EF4-FFF2-40B4-BE49-F238E27FC236}">
                <a16:creationId xmlns:a16="http://schemas.microsoft.com/office/drawing/2014/main" id="{8385A6FF-8978-B738-A53E-9CDCD42CE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030079"/>
            <a:ext cx="634696" cy="634696"/>
          </a:xfrm>
          <a:prstGeom prst="rect">
            <a:avLst/>
          </a:prstGeom>
        </p:spPr>
      </p:pic>
      <p:pic>
        <p:nvPicPr>
          <p:cNvPr id="64" name="Graphic 63" descr="Sleep with solid fill">
            <a:extLst>
              <a:ext uri="{FF2B5EF4-FFF2-40B4-BE49-F238E27FC236}">
                <a16:creationId xmlns:a16="http://schemas.microsoft.com/office/drawing/2014/main" id="{BEA8F744-8504-DD07-B4DB-D1A21B4F8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030079"/>
            <a:ext cx="634696" cy="634696"/>
          </a:xfrm>
          <a:prstGeom prst="rect">
            <a:avLst/>
          </a:prstGeom>
        </p:spPr>
      </p:pic>
      <p:pic>
        <p:nvPicPr>
          <p:cNvPr id="65" name="Graphic 64" descr="Sleep with solid fill">
            <a:extLst>
              <a:ext uri="{FF2B5EF4-FFF2-40B4-BE49-F238E27FC236}">
                <a16:creationId xmlns:a16="http://schemas.microsoft.com/office/drawing/2014/main" id="{27669CE2-317A-40CA-5F94-E72AFB174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3869168"/>
            <a:ext cx="634696" cy="634696"/>
          </a:xfrm>
          <a:prstGeom prst="rect">
            <a:avLst/>
          </a:prstGeom>
        </p:spPr>
      </p:pic>
      <p:pic>
        <p:nvPicPr>
          <p:cNvPr id="66" name="Graphic 65" descr="Sleep with solid fill">
            <a:extLst>
              <a:ext uri="{FF2B5EF4-FFF2-40B4-BE49-F238E27FC236}">
                <a16:creationId xmlns:a16="http://schemas.microsoft.com/office/drawing/2014/main" id="{C42BAA05-FE68-4D61-1F4A-5969EEB2E7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3869168"/>
            <a:ext cx="634696" cy="634696"/>
          </a:xfrm>
          <a:prstGeom prst="rect">
            <a:avLst/>
          </a:prstGeom>
        </p:spPr>
      </p:pic>
      <p:pic>
        <p:nvPicPr>
          <p:cNvPr id="75" name="Graphic 74" descr="Sleep with solid fill">
            <a:extLst>
              <a:ext uri="{FF2B5EF4-FFF2-40B4-BE49-F238E27FC236}">
                <a16:creationId xmlns:a16="http://schemas.microsoft.com/office/drawing/2014/main" id="{E74E403F-A927-A096-8D2C-BC6D0776A6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4708256"/>
            <a:ext cx="634696" cy="634696"/>
          </a:xfrm>
          <a:prstGeom prst="rect">
            <a:avLst/>
          </a:prstGeom>
        </p:spPr>
      </p:pic>
      <p:pic>
        <p:nvPicPr>
          <p:cNvPr id="76" name="Graphic 75" descr="Sleep with solid fill">
            <a:extLst>
              <a:ext uri="{FF2B5EF4-FFF2-40B4-BE49-F238E27FC236}">
                <a16:creationId xmlns:a16="http://schemas.microsoft.com/office/drawing/2014/main" id="{F00C648B-64BC-AAB2-0BDA-8BCAC8561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789362" y="4708256"/>
            <a:ext cx="634696" cy="634696"/>
          </a:xfrm>
          <a:prstGeom prst="rect">
            <a:avLst/>
          </a:prstGeom>
        </p:spPr>
      </p:pic>
      <p:pic>
        <p:nvPicPr>
          <p:cNvPr id="77" name="Graphic 76" descr="Sleep with solid fill">
            <a:extLst>
              <a:ext uri="{FF2B5EF4-FFF2-40B4-BE49-F238E27FC236}">
                <a16:creationId xmlns:a16="http://schemas.microsoft.com/office/drawing/2014/main" id="{BE2844BB-70B7-8C84-D3FD-853E7E88A6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23530" y="5547345"/>
            <a:ext cx="634696" cy="634696"/>
          </a:xfrm>
          <a:prstGeom prst="rect">
            <a:avLst/>
          </a:prstGeom>
        </p:spPr>
      </p:pic>
      <p:pic>
        <p:nvPicPr>
          <p:cNvPr id="103" name="Graphic 102" descr="Sleep with solid fill">
            <a:extLst>
              <a:ext uri="{FF2B5EF4-FFF2-40B4-BE49-F238E27FC236}">
                <a16:creationId xmlns:a16="http://schemas.microsoft.com/office/drawing/2014/main" id="{A0584E7F-C75C-6314-0BF7-65337EBC02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2444684"/>
            <a:ext cx="634696" cy="634696"/>
          </a:xfrm>
          <a:prstGeom prst="rect">
            <a:avLst/>
          </a:prstGeom>
        </p:spPr>
      </p:pic>
      <p:pic>
        <p:nvPicPr>
          <p:cNvPr id="104" name="Graphic 103" descr="Sleep with solid fill">
            <a:extLst>
              <a:ext uri="{FF2B5EF4-FFF2-40B4-BE49-F238E27FC236}">
                <a16:creationId xmlns:a16="http://schemas.microsoft.com/office/drawing/2014/main" id="{5897C9C1-28F9-EAFB-1D20-8BD6D6CD21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2444684"/>
            <a:ext cx="634696" cy="634696"/>
          </a:xfrm>
          <a:prstGeom prst="rect">
            <a:avLst/>
          </a:prstGeom>
        </p:spPr>
      </p:pic>
      <p:pic>
        <p:nvPicPr>
          <p:cNvPr id="105" name="Graphic 104" descr="Sleep with solid fill">
            <a:extLst>
              <a:ext uri="{FF2B5EF4-FFF2-40B4-BE49-F238E27FC236}">
                <a16:creationId xmlns:a16="http://schemas.microsoft.com/office/drawing/2014/main" id="{641B0F86-7C71-4620-01E8-E845328A3A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3283773"/>
            <a:ext cx="634696" cy="634696"/>
          </a:xfrm>
          <a:prstGeom prst="rect">
            <a:avLst/>
          </a:prstGeom>
        </p:spPr>
      </p:pic>
      <p:pic>
        <p:nvPicPr>
          <p:cNvPr id="106" name="Graphic 105" descr="Sleep with solid fill">
            <a:extLst>
              <a:ext uri="{FF2B5EF4-FFF2-40B4-BE49-F238E27FC236}">
                <a16:creationId xmlns:a16="http://schemas.microsoft.com/office/drawing/2014/main" id="{DEB8B8F2-F3AE-BC1E-9ACD-ED51164F44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3283773"/>
            <a:ext cx="634696" cy="634696"/>
          </a:xfrm>
          <a:prstGeom prst="rect">
            <a:avLst/>
          </a:prstGeom>
        </p:spPr>
      </p:pic>
      <p:pic>
        <p:nvPicPr>
          <p:cNvPr id="107" name="Graphic 106" descr="Sleep with solid fill">
            <a:extLst>
              <a:ext uri="{FF2B5EF4-FFF2-40B4-BE49-F238E27FC236}">
                <a16:creationId xmlns:a16="http://schemas.microsoft.com/office/drawing/2014/main" id="{BDEE4171-4367-53C6-6198-2D0D842F5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122861"/>
            <a:ext cx="634696" cy="634696"/>
          </a:xfrm>
          <a:prstGeom prst="rect">
            <a:avLst/>
          </a:prstGeom>
        </p:spPr>
      </p:pic>
      <p:pic>
        <p:nvPicPr>
          <p:cNvPr id="108" name="Graphic 107" descr="Sleep with solid fill">
            <a:extLst>
              <a:ext uri="{FF2B5EF4-FFF2-40B4-BE49-F238E27FC236}">
                <a16:creationId xmlns:a16="http://schemas.microsoft.com/office/drawing/2014/main" id="{ECCF987C-9672-68B7-DD6E-D35BD65D91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122861"/>
            <a:ext cx="634696" cy="634696"/>
          </a:xfrm>
          <a:prstGeom prst="rect">
            <a:avLst/>
          </a:prstGeom>
        </p:spPr>
      </p:pic>
      <p:pic>
        <p:nvPicPr>
          <p:cNvPr id="109" name="Graphic 108" descr="Sleep with solid fill">
            <a:extLst>
              <a:ext uri="{FF2B5EF4-FFF2-40B4-BE49-F238E27FC236}">
                <a16:creationId xmlns:a16="http://schemas.microsoft.com/office/drawing/2014/main" id="{5F8D50A8-61BD-4BDB-9D1E-4476E1481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9781876" y="4961950"/>
            <a:ext cx="634696" cy="634696"/>
          </a:xfrm>
          <a:prstGeom prst="rect">
            <a:avLst/>
          </a:prstGeom>
        </p:spPr>
      </p:pic>
      <p:pic>
        <p:nvPicPr>
          <p:cNvPr id="110" name="Graphic 109" descr="Sleep with solid fill">
            <a:extLst>
              <a:ext uri="{FF2B5EF4-FFF2-40B4-BE49-F238E27FC236}">
                <a16:creationId xmlns:a16="http://schemas.microsoft.com/office/drawing/2014/main" id="{D6F5A434-884F-3560-5384-DEA63566C7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10847708" y="4961950"/>
            <a:ext cx="634696" cy="634696"/>
          </a:xfrm>
          <a:prstGeom prst="rect">
            <a:avLst/>
          </a:prstGeom>
        </p:spPr>
      </p:pic>
      <p:pic>
        <p:nvPicPr>
          <p:cNvPr id="111" name="Graphic 110" descr="Sleep with solid fill">
            <a:extLst>
              <a:ext uri="{FF2B5EF4-FFF2-40B4-BE49-F238E27FC236}">
                <a16:creationId xmlns:a16="http://schemas.microsoft.com/office/drawing/2014/main" id="{16FFA087-52DB-6D8C-63D7-780CF529A8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2395383"/>
            <a:ext cx="634696" cy="634696"/>
          </a:xfrm>
          <a:prstGeom prst="rect">
            <a:avLst/>
          </a:prstGeom>
        </p:spPr>
      </p:pic>
      <p:pic>
        <p:nvPicPr>
          <p:cNvPr id="112" name="Graphic 111" descr="Sleep with solid fill">
            <a:extLst>
              <a:ext uri="{FF2B5EF4-FFF2-40B4-BE49-F238E27FC236}">
                <a16:creationId xmlns:a16="http://schemas.microsoft.com/office/drawing/2014/main" id="{AB060748-6A2D-2EF4-DB7D-3CF77321E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2395383"/>
            <a:ext cx="634696" cy="634696"/>
          </a:xfrm>
          <a:prstGeom prst="rect">
            <a:avLst/>
          </a:prstGeom>
        </p:spPr>
      </p:pic>
      <p:pic>
        <p:nvPicPr>
          <p:cNvPr id="113" name="Graphic 112" descr="Sleep with solid fill">
            <a:extLst>
              <a:ext uri="{FF2B5EF4-FFF2-40B4-BE49-F238E27FC236}">
                <a16:creationId xmlns:a16="http://schemas.microsoft.com/office/drawing/2014/main" id="{39BAD2B0-E0BC-F792-9A6A-63FD7C34D6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3234472"/>
            <a:ext cx="634696" cy="634696"/>
          </a:xfrm>
          <a:prstGeom prst="rect">
            <a:avLst/>
          </a:prstGeom>
        </p:spPr>
      </p:pic>
      <p:pic>
        <p:nvPicPr>
          <p:cNvPr id="114" name="Graphic 113" descr="Sleep with solid fill">
            <a:extLst>
              <a:ext uri="{FF2B5EF4-FFF2-40B4-BE49-F238E27FC236}">
                <a16:creationId xmlns:a16="http://schemas.microsoft.com/office/drawing/2014/main" id="{E1D8C7F7-A2E9-3EDB-3364-EDAA72F9CF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3234472"/>
            <a:ext cx="634696" cy="634696"/>
          </a:xfrm>
          <a:prstGeom prst="rect">
            <a:avLst/>
          </a:prstGeom>
        </p:spPr>
      </p:pic>
      <p:pic>
        <p:nvPicPr>
          <p:cNvPr id="115" name="Graphic 114" descr="Sleep with solid fill">
            <a:extLst>
              <a:ext uri="{FF2B5EF4-FFF2-40B4-BE49-F238E27FC236}">
                <a16:creationId xmlns:a16="http://schemas.microsoft.com/office/drawing/2014/main" id="{50EE898B-C355-0541-83AC-CB4CB17098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37464" y="4073560"/>
            <a:ext cx="634696" cy="634696"/>
          </a:xfrm>
          <a:prstGeom prst="rect">
            <a:avLst/>
          </a:prstGeom>
        </p:spPr>
      </p:pic>
      <p:pic>
        <p:nvPicPr>
          <p:cNvPr id="116" name="Graphic 115" descr="Sleep with solid fill">
            <a:extLst>
              <a:ext uri="{FF2B5EF4-FFF2-40B4-BE49-F238E27FC236}">
                <a16:creationId xmlns:a16="http://schemas.microsoft.com/office/drawing/2014/main" id="{3807EACB-4432-305A-4602-5DA4DC69B1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803296" y="4073560"/>
            <a:ext cx="634696" cy="634696"/>
          </a:xfrm>
          <a:prstGeom prst="rect">
            <a:avLst/>
          </a:prstGeom>
        </p:spPr>
      </p:pic>
      <p:pic>
        <p:nvPicPr>
          <p:cNvPr id="117" name="Graphic 116" descr="Sleep with solid fill">
            <a:extLst>
              <a:ext uri="{FF2B5EF4-FFF2-40B4-BE49-F238E27FC236}">
                <a16:creationId xmlns:a16="http://schemas.microsoft.com/office/drawing/2014/main" id="{8A8D8CA4-4798-F2B1-3129-5068BFC55B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232534" y="4912649"/>
            <a:ext cx="634696" cy="634696"/>
          </a:xfrm>
          <a:prstGeom prst="rect">
            <a:avLst/>
          </a:prstGeom>
        </p:spPr>
      </p:pic>
      <p:pic>
        <p:nvPicPr>
          <p:cNvPr id="142" name="Graphic 141" descr="Sleep with solid fill">
            <a:extLst>
              <a:ext uri="{FF2B5EF4-FFF2-40B4-BE49-F238E27FC236}">
                <a16:creationId xmlns:a16="http://schemas.microsoft.com/office/drawing/2014/main" id="{935A8409-F02E-6838-D906-33FD10AFBD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256446" y="2056368"/>
            <a:ext cx="634696" cy="634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970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6595D03-EB6E-3E3E-BD60-5E2D5286FCE4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777242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761E35C-EBFD-3737-12A0-192593EF7A58}"/>
                </a:ext>
              </a:extLst>
            </p:cNvPr>
            <p:cNvSpPr/>
            <p:nvPr/>
          </p:nvSpPr>
          <p:spPr>
            <a:xfrm>
              <a:off x="5015752" y="436105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A4A71B0-9642-F627-57C5-ED44E2AD9A09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75668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1500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550833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665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421537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8334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55000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63956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74181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9284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50409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86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307934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373766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483099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353803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415608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482268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858049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5991811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7" y="3614372"/>
              <a:ext cx="4305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roup 150">
            <a:extLst>
              <a:ext uri="{FF2B5EF4-FFF2-40B4-BE49-F238E27FC236}">
                <a16:creationId xmlns:a16="http://schemas.microsoft.com/office/drawing/2014/main" id="{FEFE4444-288E-9F92-35A8-814AA1E39F34}"/>
              </a:ext>
            </a:extLst>
          </p:cNvPr>
          <p:cNvGrpSpPr/>
          <p:nvPr/>
        </p:nvGrpSpPr>
        <p:grpSpPr>
          <a:xfrm>
            <a:off x="84476" y="371799"/>
            <a:ext cx="16750422" cy="2107707"/>
            <a:chOff x="84476" y="371799"/>
            <a:chExt cx="16750422" cy="2107707"/>
          </a:xfrm>
        </p:grpSpPr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A1540FC9-4ADD-FA5C-B4EC-26C61119D191}"/>
                </a:ext>
              </a:extLst>
            </p:cNvPr>
            <p:cNvSpPr/>
            <p:nvPr/>
          </p:nvSpPr>
          <p:spPr>
            <a:xfrm>
              <a:off x="84476" y="371799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9386ABEC-692D-DC16-8CE3-86DB51B9C3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64115" y="707385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ACA9114A-50E6-3F9C-30AA-3DBF656020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429947" y="707385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7DE5CD83-1C46-15D6-E3D4-8B78B0E9C2D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2539280" y="707385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3DBDBF98-3A79-BE94-10D9-322440320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605112" y="707385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Bed with solid fill">
              <a:extLst>
                <a:ext uri="{FF2B5EF4-FFF2-40B4-BE49-F238E27FC236}">
                  <a16:creationId xmlns:a16="http://schemas.microsoft.com/office/drawing/2014/main" id="{6A3E6F40-46C5-104D-FC8F-7013A1D557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724513" y="707385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A2CBB878-C5EA-7016-C24D-469F11982F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5790345" y="707385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Sleep with solid fill">
              <a:extLst>
                <a:ext uri="{FF2B5EF4-FFF2-40B4-BE49-F238E27FC236}">
                  <a16:creationId xmlns:a16="http://schemas.microsoft.com/office/drawing/2014/main" id="{64EEB7D8-0889-631D-27B0-BC3E38B6136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899678" y="707385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824215A-B707-C9E4-B869-D290CF992198}"/>
                </a:ext>
              </a:extLst>
            </p:cNvPr>
            <p:cNvSpPr txBox="1"/>
            <p:nvPr/>
          </p:nvSpPr>
          <p:spPr>
            <a:xfrm>
              <a:off x="432563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BFC54B12-C692-C3CD-B236-6FC8526CD127}"/>
                </a:ext>
              </a:extLst>
            </p:cNvPr>
            <p:cNvSpPr txBox="1"/>
            <p:nvPr/>
          </p:nvSpPr>
          <p:spPr>
            <a:xfrm>
              <a:off x="149436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210A5F0-2679-8FA5-1250-14A64408EBFF}"/>
                </a:ext>
              </a:extLst>
            </p:cNvPr>
            <p:cNvSpPr txBox="1"/>
            <p:nvPr/>
          </p:nvSpPr>
          <p:spPr>
            <a:xfrm>
              <a:off x="256102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6A98972F-F41D-8BD9-BBC9-C1C4A8A2A62E}"/>
                </a:ext>
              </a:extLst>
            </p:cNvPr>
            <p:cNvSpPr txBox="1"/>
            <p:nvPr/>
          </p:nvSpPr>
          <p:spPr>
            <a:xfrm>
              <a:off x="3650588" y="5528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1E2729E-D7BA-7607-952E-0FF750B6D6AC}"/>
                </a:ext>
              </a:extLst>
            </p:cNvPr>
            <p:cNvSpPr txBox="1"/>
            <p:nvPr/>
          </p:nvSpPr>
          <p:spPr>
            <a:xfrm>
              <a:off x="4770382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A72836C-15DC-874D-45B2-5AAFC07F9060}"/>
                </a:ext>
              </a:extLst>
            </p:cNvPr>
            <p:cNvSpPr txBox="1"/>
            <p:nvPr/>
          </p:nvSpPr>
          <p:spPr>
            <a:xfrm>
              <a:off x="583218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DB17C08-71EF-190D-507B-A75ACA877BB6}"/>
                </a:ext>
              </a:extLst>
            </p:cNvPr>
            <p:cNvSpPr txBox="1"/>
            <p:nvPr/>
          </p:nvSpPr>
          <p:spPr>
            <a:xfrm>
              <a:off x="6898847" y="55745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A170DE1D-421D-2C53-6861-877010554EFC}"/>
                </a:ext>
              </a:extLst>
            </p:cNvPr>
            <p:cNvSpPr/>
            <p:nvPr/>
          </p:nvSpPr>
          <p:spPr>
            <a:xfrm rot="16200000">
              <a:off x="3199409" y="32415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05921564-1889-9429-8749-01ADFF536291}"/>
                </a:ext>
              </a:extLst>
            </p:cNvPr>
            <p:cNvSpPr/>
            <p:nvPr/>
          </p:nvSpPr>
          <p:spPr>
            <a:xfrm rot="16200000">
              <a:off x="1566183" y="89154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CB2C7BDE-2E65-7ED0-1ABF-8AC256E520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65647" y="1577292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DA556557-4A21-B133-BC24-B60D9DAA6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29947" y="1577292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6477F368-C4F4-683A-BC4C-444F355172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766321" y="1577292"/>
              <a:ext cx="636856" cy="636856"/>
            </a:xfrm>
            <a:prstGeom prst="rect">
              <a:avLst/>
            </a:prstGeom>
          </p:spPr>
        </p:pic>
        <p:sp>
          <p:nvSpPr>
            <p:cNvPr id="50" name="Left Bracket 49">
              <a:extLst>
                <a:ext uri="{FF2B5EF4-FFF2-40B4-BE49-F238E27FC236}">
                  <a16:creationId xmlns:a16="http://schemas.microsoft.com/office/drawing/2014/main" id="{1C651EA5-DDEA-6F80-A382-B3F7904FEE48}"/>
                </a:ext>
              </a:extLst>
            </p:cNvPr>
            <p:cNvSpPr/>
            <p:nvPr/>
          </p:nvSpPr>
          <p:spPr>
            <a:xfrm rot="16200000">
              <a:off x="5923026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Left Bracket 50">
              <a:extLst>
                <a:ext uri="{FF2B5EF4-FFF2-40B4-BE49-F238E27FC236}">
                  <a16:creationId xmlns:a16="http://schemas.microsoft.com/office/drawing/2014/main" id="{3F391361-F5A2-AD35-2AE1-7E4A3C51D4BE}"/>
                </a:ext>
              </a:extLst>
            </p:cNvPr>
            <p:cNvSpPr/>
            <p:nvPr/>
          </p:nvSpPr>
          <p:spPr>
            <a:xfrm rot="16200000">
              <a:off x="6999675" y="88712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2" name="Graphic 51" descr="Doctor male with solid fill">
              <a:extLst>
                <a:ext uri="{FF2B5EF4-FFF2-40B4-BE49-F238E27FC236}">
                  <a16:creationId xmlns:a16="http://schemas.microsoft.com/office/drawing/2014/main" id="{1B08D3DB-F643-53FF-40D1-29AD16AA17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72004" y="1588917"/>
              <a:ext cx="636856" cy="636856"/>
            </a:xfrm>
            <a:prstGeom prst="rect">
              <a:avLst/>
            </a:prstGeom>
          </p:spPr>
        </p:pic>
        <p:sp>
          <p:nvSpPr>
            <p:cNvPr id="122" name="Rounded Rectangle 121">
              <a:extLst>
                <a:ext uri="{FF2B5EF4-FFF2-40B4-BE49-F238E27FC236}">
                  <a16:creationId xmlns:a16="http://schemas.microsoft.com/office/drawing/2014/main" id="{2AD281CF-5C4E-BD61-EF88-5F6EE52F32D1}"/>
                </a:ext>
              </a:extLst>
            </p:cNvPr>
            <p:cNvSpPr/>
            <p:nvPr/>
          </p:nvSpPr>
          <p:spPr>
            <a:xfrm>
              <a:off x="9043546" y="382354"/>
              <a:ext cx="7791352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23" name="Graphic 122" descr="Sleep with solid fill">
              <a:extLst>
                <a:ext uri="{FF2B5EF4-FFF2-40B4-BE49-F238E27FC236}">
                  <a16:creationId xmlns:a16="http://schemas.microsoft.com/office/drawing/2014/main" id="{A04AD26A-82E5-E2AB-2942-A5BC344E20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323185" y="717940"/>
              <a:ext cx="634696" cy="634696"/>
            </a:xfrm>
            <a:prstGeom prst="rect">
              <a:avLst/>
            </a:prstGeom>
          </p:spPr>
        </p:pic>
        <p:pic>
          <p:nvPicPr>
            <p:cNvPr id="124" name="Graphic 123" descr="Sleep with solid fill">
              <a:extLst>
                <a:ext uri="{FF2B5EF4-FFF2-40B4-BE49-F238E27FC236}">
                  <a16:creationId xmlns:a16="http://schemas.microsoft.com/office/drawing/2014/main" id="{E5C33630-689E-FA0E-98B1-6B33DBB3C0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389017" y="717940"/>
              <a:ext cx="634696" cy="634696"/>
            </a:xfrm>
            <a:prstGeom prst="rect">
              <a:avLst/>
            </a:prstGeom>
          </p:spPr>
        </p:pic>
        <p:pic>
          <p:nvPicPr>
            <p:cNvPr id="125" name="Graphic 124" descr="Bed with solid fill">
              <a:extLst>
                <a:ext uri="{FF2B5EF4-FFF2-40B4-BE49-F238E27FC236}">
                  <a16:creationId xmlns:a16="http://schemas.microsoft.com/office/drawing/2014/main" id="{9D5800A1-C62C-FF09-BD70-4648019B431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498350" y="717940"/>
              <a:ext cx="634696" cy="634696"/>
            </a:xfrm>
            <a:prstGeom prst="rect">
              <a:avLst/>
            </a:prstGeom>
          </p:spPr>
        </p:pic>
        <p:pic>
          <p:nvPicPr>
            <p:cNvPr id="126" name="Graphic 125" descr="Sleep with solid fill">
              <a:extLst>
                <a:ext uri="{FF2B5EF4-FFF2-40B4-BE49-F238E27FC236}">
                  <a16:creationId xmlns:a16="http://schemas.microsoft.com/office/drawing/2014/main" id="{204D9E95-8CF9-E29A-3131-97DD0A74A62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2564182" y="717940"/>
              <a:ext cx="634696" cy="634696"/>
            </a:xfrm>
            <a:prstGeom prst="rect">
              <a:avLst/>
            </a:prstGeom>
          </p:spPr>
        </p:pic>
        <p:pic>
          <p:nvPicPr>
            <p:cNvPr id="127" name="Graphic 126" descr="Sleep with solid fill">
              <a:extLst>
                <a:ext uri="{FF2B5EF4-FFF2-40B4-BE49-F238E27FC236}">
                  <a16:creationId xmlns:a16="http://schemas.microsoft.com/office/drawing/2014/main" id="{3ADD6AC0-AC70-8A86-F894-EF802C6F02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3683583" y="717940"/>
              <a:ext cx="634696" cy="634696"/>
            </a:xfrm>
            <a:prstGeom prst="rect">
              <a:avLst/>
            </a:prstGeom>
          </p:spPr>
        </p:pic>
        <p:pic>
          <p:nvPicPr>
            <p:cNvPr id="128" name="Graphic 127" descr="Sleep with solid fill">
              <a:extLst>
                <a:ext uri="{FF2B5EF4-FFF2-40B4-BE49-F238E27FC236}">
                  <a16:creationId xmlns:a16="http://schemas.microsoft.com/office/drawing/2014/main" id="{E56DBECC-1042-1B20-57D3-E112E86D2D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14749415" y="717940"/>
              <a:ext cx="634696" cy="634696"/>
            </a:xfrm>
            <a:prstGeom prst="rect">
              <a:avLst/>
            </a:prstGeom>
          </p:spPr>
        </p:pic>
        <p:pic>
          <p:nvPicPr>
            <p:cNvPr id="129" name="Graphic 128" descr="Bed with solid fill">
              <a:extLst>
                <a:ext uri="{FF2B5EF4-FFF2-40B4-BE49-F238E27FC236}">
                  <a16:creationId xmlns:a16="http://schemas.microsoft.com/office/drawing/2014/main" id="{72E44A4C-2670-CBCE-C1D5-84D98A8CA9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858748" y="717940"/>
              <a:ext cx="634696" cy="634696"/>
            </a:xfrm>
            <a:prstGeom prst="rect">
              <a:avLst/>
            </a:prstGeom>
          </p:spPr>
        </p:pic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D4384E5-8837-BEA9-9895-600762788AA3}"/>
                </a:ext>
              </a:extLst>
            </p:cNvPr>
            <p:cNvSpPr txBox="1"/>
            <p:nvPr/>
          </p:nvSpPr>
          <p:spPr>
            <a:xfrm>
              <a:off x="9391633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720B53ED-B65C-00C1-3819-0D779E72A287}"/>
                </a:ext>
              </a:extLst>
            </p:cNvPr>
            <p:cNvSpPr txBox="1"/>
            <p:nvPr/>
          </p:nvSpPr>
          <p:spPr>
            <a:xfrm>
              <a:off x="1045343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40D76A9A-0B46-7AC9-1EF3-ADDB3B6D34F9}"/>
                </a:ext>
              </a:extLst>
            </p:cNvPr>
            <p:cNvSpPr txBox="1"/>
            <p:nvPr/>
          </p:nvSpPr>
          <p:spPr>
            <a:xfrm>
              <a:off x="1152009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C9A6E232-7D86-0921-3055-1AB5C464A4C5}"/>
                </a:ext>
              </a:extLst>
            </p:cNvPr>
            <p:cNvSpPr txBox="1"/>
            <p:nvPr/>
          </p:nvSpPr>
          <p:spPr>
            <a:xfrm>
              <a:off x="12609658" y="56342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48EF9BE3-C761-E7EB-0D98-2BCFCAEB9A0B}"/>
                </a:ext>
              </a:extLst>
            </p:cNvPr>
            <p:cNvSpPr txBox="1"/>
            <p:nvPr/>
          </p:nvSpPr>
          <p:spPr>
            <a:xfrm>
              <a:off x="13729452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7F9B0C0E-EC46-745B-415D-C289DF5F77E6}"/>
                </a:ext>
              </a:extLst>
            </p:cNvPr>
            <p:cNvSpPr txBox="1"/>
            <p:nvPr/>
          </p:nvSpPr>
          <p:spPr>
            <a:xfrm>
              <a:off x="1479125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288F23AE-403F-FA68-AFFA-04EDD53B0DCC}"/>
                </a:ext>
              </a:extLst>
            </p:cNvPr>
            <p:cNvSpPr txBox="1"/>
            <p:nvPr/>
          </p:nvSpPr>
          <p:spPr>
            <a:xfrm>
              <a:off x="15857917" y="56801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37" name="Left Bracket 136">
              <a:extLst>
                <a:ext uri="{FF2B5EF4-FFF2-40B4-BE49-F238E27FC236}">
                  <a16:creationId xmlns:a16="http://schemas.microsoft.com/office/drawing/2014/main" id="{F4D21987-36AC-84E9-EEC6-FF13513A5E0F}"/>
                </a:ext>
              </a:extLst>
            </p:cNvPr>
            <p:cNvSpPr/>
            <p:nvPr/>
          </p:nvSpPr>
          <p:spPr>
            <a:xfrm rot="16200000">
              <a:off x="13276901" y="346332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Left Bracket 137">
              <a:extLst>
                <a:ext uri="{FF2B5EF4-FFF2-40B4-BE49-F238E27FC236}">
                  <a16:creationId xmlns:a16="http://schemas.microsoft.com/office/drawing/2014/main" id="{54A99B00-6DDC-81D6-A6FC-0F3EBC30FE47}"/>
                </a:ext>
              </a:extLst>
            </p:cNvPr>
            <p:cNvSpPr/>
            <p:nvPr/>
          </p:nvSpPr>
          <p:spPr>
            <a:xfrm rot="16200000">
              <a:off x="10525253" y="9021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9" name="Graphic 138" descr="Doctor male with solid fill">
              <a:extLst>
                <a:ext uri="{FF2B5EF4-FFF2-40B4-BE49-F238E27FC236}">
                  <a16:creationId xmlns:a16="http://schemas.microsoft.com/office/drawing/2014/main" id="{039E4A87-493F-3C25-B1BD-AC0C02FEC4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3143139" y="1599471"/>
              <a:ext cx="636856" cy="636856"/>
            </a:xfrm>
            <a:prstGeom prst="rect">
              <a:avLst/>
            </a:prstGeom>
          </p:spPr>
        </p:pic>
        <p:pic>
          <p:nvPicPr>
            <p:cNvPr id="140" name="Graphic 139" descr="Doctor female with solid fill">
              <a:extLst>
                <a:ext uri="{FF2B5EF4-FFF2-40B4-BE49-F238E27FC236}">
                  <a16:creationId xmlns:a16="http://schemas.microsoft.com/office/drawing/2014/main" id="{7AFFC943-A35F-DB5A-0782-3F8228616B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389017" y="1587847"/>
              <a:ext cx="636856" cy="636856"/>
            </a:xfrm>
            <a:prstGeom prst="rect">
              <a:avLst/>
            </a:prstGeom>
          </p:spPr>
        </p:pic>
        <p:pic>
          <p:nvPicPr>
            <p:cNvPr id="141" name="Graphic 140" descr="Doctor female with solid fill">
              <a:extLst>
                <a:ext uri="{FF2B5EF4-FFF2-40B4-BE49-F238E27FC236}">
                  <a16:creationId xmlns:a16="http://schemas.microsoft.com/office/drawing/2014/main" id="{F89F9C15-6FCE-2348-F955-9C2213C094B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725391" y="1587847"/>
              <a:ext cx="636856" cy="636856"/>
            </a:xfrm>
            <a:prstGeom prst="rect">
              <a:avLst/>
            </a:prstGeom>
          </p:spPr>
        </p:pic>
        <p:sp>
          <p:nvSpPr>
            <p:cNvPr id="142" name="Left Bracket 141">
              <a:extLst>
                <a:ext uri="{FF2B5EF4-FFF2-40B4-BE49-F238E27FC236}">
                  <a16:creationId xmlns:a16="http://schemas.microsoft.com/office/drawing/2014/main" id="{6190EF7B-D9B9-3B7E-4206-1AE47AFA0CBA}"/>
                </a:ext>
              </a:extLst>
            </p:cNvPr>
            <p:cNvSpPr/>
            <p:nvPr/>
          </p:nvSpPr>
          <p:spPr>
            <a:xfrm rot="16200000">
              <a:off x="14882096" y="8976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Left Bracket 142">
              <a:extLst>
                <a:ext uri="{FF2B5EF4-FFF2-40B4-BE49-F238E27FC236}">
                  <a16:creationId xmlns:a16="http://schemas.microsoft.com/office/drawing/2014/main" id="{3A2E2A98-A02D-9E38-6F03-743B5043FE1A}"/>
                </a:ext>
              </a:extLst>
            </p:cNvPr>
            <p:cNvSpPr/>
            <p:nvPr/>
          </p:nvSpPr>
          <p:spPr>
            <a:xfrm rot="16200000">
              <a:off x="9467346" y="89767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4" name="Graphic 143" descr="Doctor male with solid fill">
              <a:extLst>
                <a:ext uri="{FF2B5EF4-FFF2-40B4-BE49-F238E27FC236}">
                  <a16:creationId xmlns:a16="http://schemas.microsoft.com/office/drawing/2014/main" id="{21832ED5-DFE3-3B09-5031-0D5EF240EC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339675" y="1599471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/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96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9600" dirty="0"/>
                </a:p>
              </p:txBody>
            </p:sp>
          </mc:Choice>
          <mc:Fallback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84CAEA05-165D-1B21-E127-F9C4C0683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31" y="707385"/>
                  <a:ext cx="1126912" cy="1477328"/>
                </a:xfrm>
                <a:prstGeom prst="rect">
                  <a:avLst/>
                </a:prstGeom>
                <a:blipFill>
                  <a:blip r:embed="rId11"/>
                  <a:stretch>
                    <a:fillRect l="-8889" r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2404</TotalTime>
  <Words>90</Words>
  <Application>Microsoft Macintosh PowerPoint</Application>
  <PresentationFormat>Widescreen</PresentationFormat>
  <Paragraphs>67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9</cp:revision>
  <dcterms:created xsi:type="dcterms:W3CDTF">2026-05-07T13:21:37Z</dcterms:created>
  <dcterms:modified xsi:type="dcterms:W3CDTF">2026-05-18T18:14:23Z</dcterms:modified>
</cp:coreProperties>
</file>