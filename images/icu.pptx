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9" r:id="rId3"/>
    <p:sldId id="260" r:id="rId4"/>
    <p:sldId id="262" r:id="rId5"/>
    <p:sldId id="263" r:id="rId6"/>
    <p:sldId id="264" r:id="rId7"/>
    <p:sldId id="265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344"/>
    <p:restoredTop sz="95373"/>
  </p:normalViewPr>
  <p:slideViewPr>
    <p:cSldViewPr snapToGrid="0">
      <p:cViewPr>
        <p:scale>
          <a:sx n="90" d="100"/>
          <a:sy n="90" d="100"/>
        </p:scale>
        <p:origin x="1792" y="-2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D42B31F-4ABA-274F-9BB4-DA3A6583FDB8}" type="datetimeFigureOut">
              <a:rPr lang="en-US" smtClean="0"/>
              <a:t>8/10/26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0ECF21E-4684-E148-81FF-D3B1FD82331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859807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CF21E-4684-E148-81FF-D3B1FD823314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682603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CF21E-4684-E148-81FF-D3B1FD823314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404531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8BBEB6-1903-B4BF-7D57-D57AD1BE7E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0FF4B89-E594-C0FC-FCED-F7DEFB01083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34BA25C-9143-3D7E-9E54-E5C421F145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F7D8E3-4891-3E7D-DA0C-F42A0ADBE16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CF21E-4684-E148-81FF-D3B1FD823314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991333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FF0938-ECDA-DF2D-2F76-A82DEB325C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E66E0C7-AE41-3D7A-01BA-1B0CC9DF475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17AD15E-E199-93B6-8FF2-8D4384C451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0D4DFC-A1A4-5BE0-B3F5-1EE70B71547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CF21E-4684-E148-81FF-D3B1FD823314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712803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1AC26B-C74D-A35E-558B-667997C54F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FC6493E-B057-C753-3ED7-4A227D4F5FA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D2515E2-DF84-2EEF-4C1A-BEBF916C88F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A7C50B0-AA21-29D4-9D95-AF07C06ABE0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CF21E-4684-E148-81FF-D3B1FD823314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542532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AB1A8D-D696-EF9C-8F06-0A8D9C2435B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F0D16CD-B70F-11D4-89A6-091E3163C9E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EB8FCB-50D9-7989-4CA9-320224CBCC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21F05F-ACFB-0C4D-9827-53BE568178E4}" type="datetimeFigureOut">
              <a:rPr lang="en-US" smtClean="0"/>
              <a:t>8/10/26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DD8B13B-14E0-D221-03A3-0397EC7F35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8149A2-F437-4783-C7C3-B95956F09B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C3C920-B10E-EF47-AB7E-9216FA321E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9925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E9818B-5548-7E24-036F-E23D3BD492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EDD69A-43C7-432A-DDDB-3B7AA4C5C3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AFD3D89-ED50-BCF9-32C0-4C98EF1DBE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21F05F-ACFB-0C4D-9827-53BE568178E4}" type="datetimeFigureOut">
              <a:rPr lang="en-US" smtClean="0"/>
              <a:t>8/10/26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BBE691-8621-C853-DBDE-EE6060B5FE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86B411-A161-2B15-86D1-C94B6A9EBE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C3C920-B10E-EF47-AB7E-9216FA321E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38274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7FE381-FB6B-C089-70EE-B1AC7F50AA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9B3EE49-719D-B3C7-1818-D473656D19F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615899-AE74-B8C8-DC17-3ED3FD2636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21F05F-ACFB-0C4D-9827-53BE568178E4}" type="datetimeFigureOut">
              <a:rPr lang="en-US" smtClean="0"/>
              <a:t>8/10/26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80516C6-7B13-18D2-8E57-4D93DF5D59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079158-3DCD-3218-79F3-D23476C210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C3C920-B10E-EF47-AB7E-9216FA321E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92024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E41F40-A67E-F86C-49A9-CECEAFAE3D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3266D6-A434-553C-738C-B6BF1ACF227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67F59A0-6427-42B9-0A20-5E020D87EAA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D3EB3E3-8932-72A2-66A0-000E29ACD7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21F05F-ACFB-0C4D-9827-53BE568178E4}" type="datetimeFigureOut">
              <a:rPr lang="en-US" smtClean="0"/>
              <a:t>8/10/26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F1F176D-528C-7ECC-4DE2-51F160ACC9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036DB67-A82C-2E46-92E4-E4DB72D3AC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C3C920-B10E-EF47-AB7E-9216FA321E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75765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63D763-CD4C-F3FB-9546-AA42124942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FE01E91-F4FF-C299-EBA3-E1572501F5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69DC51-BCA6-6CD7-682C-A29A513BA54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EDD3B09-995D-B778-CAB8-85C2F9393A0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1B8EDE3-D45B-DB9A-D7A7-0FA172209DA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E9B4189-5C09-9C34-A399-844CBC0664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21F05F-ACFB-0C4D-9827-53BE568178E4}" type="datetimeFigureOut">
              <a:rPr lang="en-US" smtClean="0"/>
              <a:t>8/10/26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772403E-D77F-BC81-1559-E4CE4F1511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1394A52-BD46-071F-9E37-2AFD4C702B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C3C920-B10E-EF47-AB7E-9216FA321E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57933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159A0E-4C2B-5B8F-3590-98267063F1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2B5ADB1-4E2C-E95E-9D44-ADC5E3EAE4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21F05F-ACFB-0C4D-9827-53BE568178E4}" type="datetimeFigureOut">
              <a:rPr lang="en-US" smtClean="0"/>
              <a:t>8/10/26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306372D-19B3-9300-B7CD-14DD0C9B2F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0F73962-A2F1-07E3-8BD1-EA58D3D736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C3C920-B10E-EF47-AB7E-9216FA321E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92029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DDC3CD5-4DE6-A7F0-E313-00D421EEB2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21F05F-ACFB-0C4D-9827-53BE568178E4}" type="datetimeFigureOut">
              <a:rPr lang="en-US" smtClean="0"/>
              <a:t>8/10/26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EFB4C6E-C816-99F5-1CEB-8B0E741B63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47523F-352A-152B-3D1D-8CB16BB7D1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C3C920-B10E-EF47-AB7E-9216FA321E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79921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99CB57-EFF4-ACD9-6F91-06E57E75BF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91FEC1-23CB-9BDF-C6DF-93153CCD4A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28B46EB-98F8-C9D1-C324-A44493DE700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7AF1315-5B4D-A5ED-5489-98E1BBE145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21F05F-ACFB-0C4D-9827-53BE568178E4}" type="datetimeFigureOut">
              <a:rPr lang="en-US" smtClean="0"/>
              <a:t>8/10/26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3903DCF-AAB3-7DA8-4E05-86E3E87EB7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F290D20-B882-8877-E8B2-17BE235283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C3C920-B10E-EF47-AB7E-9216FA321E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34784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9CE7B7-5A23-F1D8-EC65-42881F3AE3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5079E5A-B59F-0426-5727-4C8CF8CFD81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BFB8AE0-924E-186C-9D19-F3BE8C5C454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5866BD-3676-249F-73A2-4DBFB6396A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21F05F-ACFB-0C4D-9827-53BE568178E4}" type="datetimeFigureOut">
              <a:rPr lang="en-US" smtClean="0"/>
              <a:t>8/10/26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838AF8D-4F4D-6AEE-0318-822D163914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8D6311D-7CB4-ABFB-8F7A-C900D77570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C3C920-B10E-EF47-AB7E-9216FA321E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97418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21414B-2529-6862-101C-AABF76E1E9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BCE4AD1-3605-EDA5-3568-0462876FE7C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B958B89-2B8A-BB59-5C35-D5439DD865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21F05F-ACFB-0C4D-9827-53BE568178E4}" type="datetimeFigureOut">
              <a:rPr lang="en-US" smtClean="0"/>
              <a:t>8/10/26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399AF7-9A9F-6831-D420-DAD8538E74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1C16AA-CCD8-714C-D24F-DCF5FD23F8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C3C920-B10E-EF47-AB7E-9216FA321E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38958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4A19015-264A-E71A-485C-E07287E2A73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FEA2023-B8A0-0210-35D4-610913E0DC0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9F9F777-B425-0F2C-CB80-D86086C189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21F05F-ACFB-0C4D-9827-53BE568178E4}" type="datetimeFigureOut">
              <a:rPr lang="en-US" smtClean="0"/>
              <a:t>8/10/26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BBB2E9-1BC3-F9C0-00E8-95B66DA151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80F3C2-FE45-6064-B77D-3E49A351BC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C3C920-B10E-EF47-AB7E-9216FA321E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01418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3BA3D5A-86A7-A811-C554-D74390A628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30BCBF3-449C-5721-586B-3FBC495E5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E5FD3C1-F288-4921-EE49-0C8110C182C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D21F05F-ACFB-0C4D-9827-53BE568178E4}" type="datetimeFigureOut">
              <a:rPr lang="en-US" smtClean="0"/>
              <a:t>8/10/26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8F4BCDE-7008-1DC7-756D-C92075EAF4C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3CDE614-DC7F-0B67-FEDA-4C8FA7ADE61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1C3C920-B10E-EF47-AB7E-9216FA321E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8659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svg"/><Relationship Id="rId5" Type="http://schemas.openxmlformats.org/officeDocument/2006/relationships/image" Target="../media/image4.svg"/><Relationship Id="rId4" Type="http://schemas.openxmlformats.org/officeDocument/2006/relationships/image" Target="../media/image3.svg"/><Relationship Id="rId9" Type="http://schemas.openxmlformats.org/officeDocument/2006/relationships/image" Target="../media/image8.sv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svg"/><Relationship Id="rId3" Type="http://schemas.openxmlformats.org/officeDocument/2006/relationships/image" Target="../media/image7.svg"/><Relationship Id="rId7" Type="http://schemas.openxmlformats.org/officeDocument/2006/relationships/image" Target="../media/image6.svg"/><Relationship Id="rId12" Type="http://schemas.openxmlformats.org/officeDocument/2006/relationships/image" Target="../media/image1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svg"/><Relationship Id="rId5" Type="http://schemas.openxmlformats.org/officeDocument/2006/relationships/image" Target="../media/image2.svg"/><Relationship Id="rId4" Type="http://schemas.openxmlformats.org/officeDocument/2006/relationships/image" Target="../media/image8.sv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7" Type="http://schemas.openxmlformats.org/officeDocument/2006/relationships/image" Target="../media/image8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svg"/><Relationship Id="rId5" Type="http://schemas.openxmlformats.org/officeDocument/2006/relationships/image" Target="../media/image7.svg"/><Relationship Id="rId4" Type="http://schemas.openxmlformats.org/officeDocument/2006/relationships/image" Target="../media/image4.sv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1" name="Group 40">
            <a:extLst>
              <a:ext uri="{FF2B5EF4-FFF2-40B4-BE49-F238E27FC236}">
                <a16:creationId xmlns:a16="http://schemas.microsoft.com/office/drawing/2014/main" id="{47018BF0-45B9-3C06-2ADE-5C73BF066500}"/>
              </a:ext>
            </a:extLst>
          </p:cNvPr>
          <p:cNvGrpSpPr/>
          <p:nvPr/>
        </p:nvGrpSpPr>
        <p:grpSpPr>
          <a:xfrm>
            <a:off x="225912" y="649363"/>
            <a:ext cx="14891756" cy="5751433"/>
            <a:chOff x="225912" y="649363"/>
            <a:chExt cx="14891756" cy="5751433"/>
          </a:xfrm>
        </p:grpSpPr>
        <p:sp>
          <p:nvSpPr>
            <p:cNvPr id="21" name="Rounded Rectangle 20">
              <a:extLst>
                <a:ext uri="{FF2B5EF4-FFF2-40B4-BE49-F238E27FC236}">
                  <a16:creationId xmlns:a16="http://schemas.microsoft.com/office/drawing/2014/main" id="{21C98AAB-6CA6-20DB-A41F-3B1994D7723E}"/>
                </a:ext>
              </a:extLst>
            </p:cNvPr>
            <p:cNvSpPr/>
            <p:nvPr/>
          </p:nvSpPr>
          <p:spPr>
            <a:xfrm>
              <a:off x="6241624" y="1172581"/>
              <a:ext cx="2667896" cy="740158"/>
            </a:xfrm>
            <a:prstGeom prst="roundRect">
              <a:avLst>
                <a:gd name="adj" fmla="val 12460"/>
              </a:avLst>
            </a:prstGeom>
            <a:solidFill>
              <a:schemeClr val="bg2"/>
            </a:solid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Rounded Rectangle 21">
              <a:extLst>
                <a:ext uri="{FF2B5EF4-FFF2-40B4-BE49-F238E27FC236}">
                  <a16:creationId xmlns:a16="http://schemas.microsoft.com/office/drawing/2014/main" id="{BC95A054-F441-EF31-B0FE-A824E31CF48E}"/>
                </a:ext>
              </a:extLst>
            </p:cNvPr>
            <p:cNvSpPr/>
            <p:nvPr/>
          </p:nvSpPr>
          <p:spPr>
            <a:xfrm>
              <a:off x="9249480" y="1158429"/>
              <a:ext cx="2667896" cy="740158"/>
            </a:xfrm>
            <a:prstGeom prst="roundRect">
              <a:avLst>
                <a:gd name="adj" fmla="val 12460"/>
              </a:avLst>
            </a:prstGeom>
            <a:solidFill>
              <a:schemeClr val="bg2"/>
            </a:solid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Rounded Rectangle 18">
              <a:extLst>
                <a:ext uri="{FF2B5EF4-FFF2-40B4-BE49-F238E27FC236}">
                  <a16:creationId xmlns:a16="http://schemas.microsoft.com/office/drawing/2014/main" id="{C0A9E794-92D6-58C9-F037-AC37A9A59019}"/>
                </a:ext>
              </a:extLst>
            </p:cNvPr>
            <p:cNvSpPr/>
            <p:nvPr/>
          </p:nvSpPr>
          <p:spPr>
            <a:xfrm>
              <a:off x="3239846" y="2073805"/>
              <a:ext cx="2667896" cy="740158"/>
            </a:xfrm>
            <a:prstGeom prst="roundRect">
              <a:avLst>
                <a:gd name="adj" fmla="val 10876"/>
              </a:avLst>
            </a:prstGeom>
            <a:solidFill>
              <a:schemeClr val="bg2"/>
            </a:solid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Rounded Rectangle 19">
              <a:extLst>
                <a:ext uri="{FF2B5EF4-FFF2-40B4-BE49-F238E27FC236}">
                  <a16:creationId xmlns:a16="http://schemas.microsoft.com/office/drawing/2014/main" id="{0B45577F-E9D8-9955-87C6-8CDD356067F0}"/>
                </a:ext>
              </a:extLst>
            </p:cNvPr>
            <p:cNvSpPr/>
            <p:nvPr/>
          </p:nvSpPr>
          <p:spPr>
            <a:xfrm>
              <a:off x="3233768" y="1172581"/>
              <a:ext cx="2667896" cy="740158"/>
            </a:xfrm>
            <a:prstGeom prst="roundRect">
              <a:avLst>
                <a:gd name="adj" fmla="val 12460"/>
              </a:avLst>
            </a:prstGeom>
            <a:solidFill>
              <a:schemeClr val="bg2"/>
            </a:solid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Rounded Rectangle 3">
              <a:extLst>
                <a:ext uri="{FF2B5EF4-FFF2-40B4-BE49-F238E27FC236}">
                  <a16:creationId xmlns:a16="http://schemas.microsoft.com/office/drawing/2014/main" id="{42DE4D5E-57BB-AC43-1053-B566DBBAA88C}"/>
                </a:ext>
              </a:extLst>
            </p:cNvPr>
            <p:cNvSpPr/>
            <p:nvPr/>
          </p:nvSpPr>
          <p:spPr>
            <a:xfrm>
              <a:off x="225912" y="1172583"/>
              <a:ext cx="2667896" cy="5228213"/>
            </a:xfrm>
            <a:prstGeom prst="roundRect">
              <a:avLst>
                <a:gd name="adj" fmla="val 2957"/>
              </a:avLst>
            </a:prstGeom>
            <a:solidFill>
              <a:schemeClr val="bg2"/>
            </a:solid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4" name="Rounded Rectangle 143">
              <a:extLst>
                <a:ext uri="{FF2B5EF4-FFF2-40B4-BE49-F238E27FC236}">
                  <a16:creationId xmlns:a16="http://schemas.microsoft.com/office/drawing/2014/main" id="{52F20055-F786-E773-F52A-1C7146149B65}"/>
                </a:ext>
              </a:extLst>
            </p:cNvPr>
            <p:cNvSpPr/>
            <p:nvPr/>
          </p:nvSpPr>
          <p:spPr>
            <a:xfrm>
              <a:off x="3239846" y="2942492"/>
              <a:ext cx="2667896" cy="3458303"/>
            </a:xfrm>
            <a:prstGeom prst="roundRect">
              <a:avLst>
                <a:gd name="adj" fmla="val 2957"/>
              </a:avLst>
            </a:prstGeom>
            <a:solidFill>
              <a:schemeClr val="bg2"/>
            </a:solid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5" name="Rounded Rectangle 144">
              <a:extLst>
                <a:ext uri="{FF2B5EF4-FFF2-40B4-BE49-F238E27FC236}">
                  <a16:creationId xmlns:a16="http://schemas.microsoft.com/office/drawing/2014/main" id="{0D554BFB-E3C6-E3C9-740C-E06504937DEC}"/>
                </a:ext>
              </a:extLst>
            </p:cNvPr>
            <p:cNvSpPr/>
            <p:nvPr/>
          </p:nvSpPr>
          <p:spPr>
            <a:xfrm>
              <a:off x="6253780" y="2091537"/>
              <a:ext cx="2667896" cy="4309257"/>
            </a:xfrm>
            <a:prstGeom prst="roundRect">
              <a:avLst>
                <a:gd name="adj" fmla="val 2957"/>
              </a:avLst>
            </a:prstGeom>
            <a:solidFill>
              <a:schemeClr val="bg2"/>
            </a:solid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6" name="Rounded Rectangle 145">
              <a:extLst>
                <a:ext uri="{FF2B5EF4-FFF2-40B4-BE49-F238E27FC236}">
                  <a16:creationId xmlns:a16="http://schemas.microsoft.com/office/drawing/2014/main" id="{8FFE7B53-D28E-CDC6-1C2C-5A86E5B6E2DC}"/>
                </a:ext>
              </a:extLst>
            </p:cNvPr>
            <p:cNvSpPr/>
            <p:nvPr/>
          </p:nvSpPr>
          <p:spPr>
            <a:xfrm>
              <a:off x="9267714" y="2073805"/>
              <a:ext cx="2667896" cy="4326989"/>
            </a:xfrm>
            <a:prstGeom prst="roundRect">
              <a:avLst>
                <a:gd name="adj" fmla="val 2957"/>
              </a:avLst>
            </a:prstGeom>
            <a:solidFill>
              <a:schemeClr val="bg2"/>
            </a:solid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AAEE1F89-D019-8E7E-CC55-2567202B6A94}"/>
                </a:ext>
              </a:extLst>
            </p:cNvPr>
            <p:cNvSpPr txBox="1"/>
            <p:nvPr/>
          </p:nvSpPr>
          <p:spPr>
            <a:xfrm>
              <a:off x="786251" y="649363"/>
              <a:ext cx="154721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A3 North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2D37B6F6-3142-6107-53DB-4F17E0B5F2B1}"/>
                </a:ext>
              </a:extLst>
            </p:cNvPr>
            <p:cNvSpPr txBox="1"/>
            <p:nvPr/>
          </p:nvSpPr>
          <p:spPr>
            <a:xfrm>
              <a:off x="6773868" y="649363"/>
              <a:ext cx="155202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B3 North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5874083D-A6A6-359F-55E6-94839F03070E}"/>
                </a:ext>
              </a:extLst>
            </p:cNvPr>
            <p:cNvSpPr txBox="1"/>
            <p:nvPr/>
          </p:nvSpPr>
          <p:spPr>
            <a:xfrm>
              <a:off x="3714247" y="649363"/>
              <a:ext cx="1582484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B3 South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6E4C9CBB-941E-E271-2170-6593C098ADB6}"/>
                </a:ext>
              </a:extLst>
            </p:cNvPr>
            <p:cNvSpPr txBox="1"/>
            <p:nvPr/>
          </p:nvSpPr>
          <p:spPr>
            <a:xfrm>
              <a:off x="9742013" y="649363"/>
              <a:ext cx="157767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A3 South</a:t>
              </a:r>
            </a:p>
          </p:txBody>
        </p:sp>
        <p:pic>
          <p:nvPicPr>
            <p:cNvPr id="38" name="Graphic 37" descr="Sleep with solid fill">
              <a:extLst>
                <a:ext uri="{FF2B5EF4-FFF2-40B4-BE49-F238E27FC236}">
                  <a16:creationId xmlns:a16="http://schemas.microsoft.com/office/drawing/2014/main" id="{FBEF3889-0D1A-A48A-FF05-07C6710102A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663296" y="3869168"/>
              <a:ext cx="634696" cy="634696"/>
            </a:xfrm>
            <a:prstGeom prst="rect">
              <a:avLst/>
            </a:prstGeom>
          </p:spPr>
        </p:pic>
        <p:pic>
          <p:nvPicPr>
            <p:cNvPr id="39" name="Graphic 38" descr="Sleep with solid fill">
              <a:extLst>
                <a:ext uri="{FF2B5EF4-FFF2-40B4-BE49-F238E27FC236}">
                  <a16:creationId xmlns:a16="http://schemas.microsoft.com/office/drawing/2014/main" id="{0C30D739-8C69-6D75-2839-A9CE16256E0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1821728" y="3869168"/>
              <a:ext cx="634696" cy="634696"/>
            </a:xfrm>
            <a:prstGeom prst="rect">
              <a:avLst/>
            </a:prstGeom>
          </p:spPr>
        </p:pic>
        <p:pic>
          <p:nvPicPr>
            <p:cNvPr id="42" name="Graphic 41" descr="Sleep with solid fill">
              <a:extLst>
                <a:ext uri="{FF2B5EF4-FFF2-40B4-BE49-F238E27FC236}">
                  <a16:creationId xmlns:a16="http://schemas.microsoft.com/office/drawing/2014/main" id="{C3315AB8-5857-66EF-AC9C-731A31F7C6B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663296" y="4817634"/>
              <a:ext cx="634696" cy="634696"/>
            </a:xfrm>
            <a:prstGeom prst="rect">
              <a:avLst/>
            </a:prstGeom>
          </p:spPr>
        </p:pic>
        <p:pic>
          <p:nvPicPr>
            <p:cNvPr id="43" name="Graphic 42" descr="Sleep with solid fill">
              <a:extLst>
                <a:ext uri="{FF2B5EF4-FFF2-40B4-BE49-F238E27FC236}">
                  <a16:creationId xmlns:a16="http://schemas.microsoft.com/office/drawing/2014/main" id="{CDDE2129-A6A9-D115-59D4-13173CF8DDA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1821728" y="4817634"/>
              <a:ext cx="634696" cy="634696"/>
            </a:xfrm>
            <a:prstGeom prst="rect">
              <a:avLst/>
            </a:prstGeom>
          </p:spPr>
        </p:pic>
        <p:pic>
          <p:nvPicPr>
            <p:cNvPr id="55" name="Graphic 54" descr="Sleep with solid fill">
              <a:extLst>
                <a:ext uri="{FF2B5EF4-FFF2-40B4-BE49-F238E27FC236}">
                  <a16:creationId xmlns:a16="http://schemas.microsoft.com/office/drawing/2014/main" id="{AE93AA88-5FE7-A84B-8EF3-DD4F40DF687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663296" y="2016588"/>
              <a:ext cx="634696" cy="634696"/>
            </a:xfrm>
            <a:prstGeom prst="rect">
              <a:avLst/>
            </a:prstGeom>
          </p:spPr>
        </p:pic>
        <p:pic>
          <p:nvPicPr>
            <p:cNvPr id="56" name="Graphic 55" descr="Sleep with solid fill">
              <a:extLst>
                <a:ext uri="{FF2B5EF4-FFF2-40B4-BE49-F238E27FC236}">
                  <a16:creationId xmlns:a16="http://schemas.microsoft.com/office/drawing/2014/main" id="{5934E941-0BE2-65FD-6BFE-D07642B5503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1821728" y="2016588"/>
              <a:ext cx="634696" cy="634696"/>
            </a:xfrm>
            <a:prstGeom prst="rect">
              <a:avLst/>
            </a:prstGeom>
          </p:spPr>
        </p:pic>
        <p:pic>
          <p:nvPicPr>
            <p:cNvPr id="57" name="Graphic 56" descr="Sleep with solid fill">
              <a:extLst>
                <a:ext uri="{FF2B5EF4-FFF2-40B4-BE49-F238E27FC236}">
                  <a16:creationId xmlns:a16="http://schemas.microsoft.com/office/drawing/2014/main" id="{FE3EE6B8-E09C-535D-5FD7-73FC869A5EC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663296" y="2912894"/>
              <a:ext cx="634696" cy="634696"/>
            </a:xfrm>
            <a:prstGeom prst="rect">
              <a:avLst/>
            </a:prstGeom>
          </p:spPr>
        </p:pic>
        <p:pic>
          <p:nvPicPr>
            <p:cNvPr id="58" name="Graphic 57" descr="Sleep with solid fill">
              <a:extLst>
                <a:ext uri="{FF2B5EF4-FFF2-40B4-BE49-F238E27FC236}">
                  <a16:creationId xmlns:a16="http://schemas.microsoft.com/office/drawing/2014/main" id="{50E8B439-85FE-D665-AC20-81E9C6BA735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1821728" y="2912894"/>
              <a:ext cx="634696" cy="634696"/>
            </a:xfrm>
            <a:prstGeom prst="rect">
              <a:avLst/>
            </a:prstGeom>
          </p:spPr>
        </p:pic>
        <p:pic>
          <p:nvPicPr>
            <p:cNvPr id="59" name="Graphic 58" descr="Sleep with solid fill">
              <a:extLst>
                <a:ext uri="{FF2B5EF4-FFF2-40B4-BE49-F238E27FC236}">
                  <a16:creationId xmlns:a16="http://schemas.microsoft.com/office/drawing/2014/main" id="{2B70B3A1-B1B2-909D-A783-66CDF98ADDD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4256446" y="1218478"/>
              <a:ext cx="634696" cy="634696"/>
            </a:xfrm>
            <a:prstGeom prst="rect">
              <a:avLst/>
            </a:prstGeom>
          </p:spPr>
        </p:pic>
        <p:pic>
          <p:nvPicPr>
            <p:cNvPr id="60" name="Graphic 59" descr="Sleep with solid fill">
              <a:extLst>
                <a:ext uri="{FF2B5EF4-FFF2-40B4-BE49-F238E27FC236}">
                  <a16:creationId xmlns:a16="http://schemas.microsoft.com/office/drawing/2014/main" id="{D95F6D61-AA43-F992-CB00-A74820EA419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7270380" y="1226615"/>
              <a:ext cx="634696" cy="634696"/>
            </a:xfrm>
            <a:prstGeom prst="rect">
              <a:avLst/>
            </a:prstGeom>
          </p:spPr>
        </p:pic>
        <p:pic>
          <p:nvPicPr>
            <p:cNvPr id="61" name="Graphic 60" descr="Sleep with solid fill">
              <a:extLst>
                <a:ext uri="{FF2B5EF4-FFF2-40B4-BE49-F238E27FC236}">
                  <a16:creationId xmlns:a16="http://schemas.microsoft.com/office/drawing/2014/main" id="{AC4B699B-1EB0-FD3E-EDE1-C7B19E53033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10284314" y="1214892"/>
              <a:ext cx="634696" cy="634696"/>
            </a:xfrm>
            <a:prstGeom prst="rect">
              <a:avLst/>
            </a:prstGeom>
          </p:spPr>
        </p:pic>
        <p:pic>
          <p:nvPicPr>
            <p:cNvPr id="64" name="Graphic 63" descr="Sleep with solid fill">
              <a:extLst>
                <a:ext uri="{FF2B5EF4-FFF2-40B4-BE49-F238E27FC236}">
                  <a16:creationId xmlns:a16="http://schemas.microsoft.com/office/drawing/2014/main" id="{1BA287FF-2D89-F29C-4811-7265ADB8A80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4847237" y="3030079"/>
              <a:ext cx="634696" cy="634696"/>
            </a:xfrm>
            <a:prstGeom prst="rect">
              <a:avLst/>
            </a:prstGeom>
          </p:spPr>
        </p:pic>
        <p:pic>
          <p:nvPicPr>
            <p:cNvPr id="65" name="Graphic 64" descr="Sleep with solid fill">
              <a:extLst>
                <a:ext uri="{FF2B5EF4-FFF2-40B4-BE49-F238E27FC236}">
                  <a16:creationId xmlns:a16="http://schemas.microsoft.com/office/drawing/2014/main" id="{1DF27AE5-FD61-7D18-7E91-A0FCFDD1CF5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3649957" y="3551819"/>
              <a:ext cx="634696" cy="634696"/>
            </a:xfrm>
            <a:prstGeom prst="rect">
              <a:avLst/>
            </a:prstGeom>
          </p:spPr>
        </p:pic>
        <p:pic>
          <p:nvPicPr>
            <p:cNvPr id="66" name="Graphic 65" descr="Sleep with solid fill">
              <a:extLst>
                <a:ext uri="{FF2B5EF4-FFF2-40B4-BE49-F238E27FC236}">
                  <a16:creationId xmlns:a16="http://schemas.microsoft.com/office/drawing/2014/main" id="{3BB0E143-4233-B87F-F953-B50153B0565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4847237" y="3869168"/>
              <a:ext cx="634696" cy="634696"/>
            </a:xfrm>
            <a:prstGeom prst="rect">
              <a:avLst/>
            </a:prstGeom>
          </p:spPr>
        </p:pic>
        <p:pic>
          <p:nvPicPr>
            <p:cNvPr id="75" name="Graphic 74" descr="Sleep with solid fill">
              <a:extLst>
                <a:ext uri="{FF2B5EF4-FFF2-40B4-BE49-F238E27FC236}">
                  <a16:creationId xmlns:a16="http://schemas.microsoft.com/office/drawing/2014/main" id="{14385CE5-6CAE-EF3D-790F-0FA6584C0DF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3649957" y="4390907"/>
              <a:ext cx="634696" cy="634696"/>
            </a:xfrm>
            <a:prstGeom prst="rect">
              <a:avLst/>
            </a:prstGeom>
          </p:spPr>
        </p:pic>
        <p:pic>
          <p:nvPicPr>
            <p:cNvPr id="76" name="Graphic 75" descr="Sleep with solid fill">
              <a:extLst>
                <a:ext uri="{FF2B5EF4-FFF2-40B4-BE49-F238E27FC236}">
                  <a16:creationId xmlns:a16="http://schemas.microsoft.com/office/drawing/2014/main" id="{BFE33B39-C141-DDB8-53B2-AC070118DEC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4847237" y="4708256"/>
              <a:ext cx="634696" cy="634696"/>
            </a:xfrm>
            <a:prstGeom prst="rect">
              <a:avLst/>
            </a:prstGeom>
          </p:spPr>
        </p:pic>
        <p:pic>
          <p:nvPicPr>
            <p:cNvPr id="77" name="Graphic 76" descr="Sleep with solid fill">
              <a:extLst>
                <a:ext uri="{FF2B5EF4-FFF2-40B4-BE49-F238E27FC236}">
                  <a16:creationId xmlns:a16="http://schemas.microsoft.com/office/drawing/2014/main" id="{A60ADB2D-DF81-42F4-0947-DBA4B9CC1F0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3649957" y="5229996"/>
              <a:ext cx="634696" cy="634696"/>
            </a:xfrm>
            <a:prstGeom prst="rect">
              <a:avLst/>
            </a:prstGeom>
          </p:spPr>
        </p:pic>
        <p:pic>
          <p:nvPicPr>
            <p:cNvPr id="78" name="Graphic 77" descr="Sleep with solid fill">
              <a:extLst>
                <a:ext uri="{FF2B5EF4-FFF2-40B4-BE49-F238E27FC236}">
                  <a16:creationId xmlns:a16="http://schemas.microsoft.com/office/drawing/2014/main" id="{4684E287-1BD1-73D2-19E3-D96DE3E3F33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4847237" y="5547345"/>
              <a:ext cx="634696" cy="634696"/>
            </a:xfrm>
            <a:prstGeom prst="rect">
              <a:avLst/>
            </a:prstGeom>
          </p:spPr>
        </p:pic>
        <p:pic>
          <p:nvPicPr>
            <p:cNvPr id="103" name="Graphic 102" descr="Sleep with solid fill">
              <a:extLst>
                <a:ext uri="{FF2B5EF4-FFF2-40B4-BE49-F238E27FC236}">
                  <a16:creationId xmlns:a16="http://schemas.microsoft.com/office/drawing/2014/main" id="{F3F2BA80-0346-263C-DE00-1C717BE9D7C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9735576" y="2444684"/>
              <a:ext cx="634696" cy="634696"/>
            </a:xfrm>
            <a:prstGeom prst="rect">
              <a:avLst/>
            </a:prstGeom>
          </p:spPr>
        </p:pic>
        <p:pic>
          <p:nvPicPr>
            <p:cNvPr id="104" name="Graphic 103" descr="Sleep with solid fill">
              <a:extLst>
                <a:ext uri="{FF2B5EF4-FFF2-40B4-BE49-F238E27FC236}">
                  <a16:creationId xmlns:a16="http://schemas.microsoft.com/office/drawing/2014/main" id="{C744BE2E-4598-7EBC-A822-CBC8A91BC37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10894008" y="2444684"/>
              <a:ext cx="634696" cy="634696"/>
            </a:xfrm>
            <a:prstGeom prst="rect">
              <a:avLst/>
            </a:prstGeom>
          </p:spPr>
        </p:pic>
        <p:pic>
          <p:nvPicPr>
            <p:cNvPr id="105" name="Graphic 104" descr="Sleep with solid fill">
              <a:extLst>
                <a:ext uri="{FF2B5EF4-FFF2-40B4-BE49-F238E27FC236}">
                  <a16:creationId xmlns:a16="http://schemas.microsoft.com/office/drawing/2014/main" id="{9D572FB8-31AE-B9A7-B19F-5C5A0368717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9735576" y="3283773"/>
              <a:ext cx="634696" cy="634696"/>
            </a:xfrm>
            <a:prstGeom prst="rect">
              <a:avLst/>
            </a:prstGeom>
          </p:spPr>
        </p:pic>
        <p:pic>
          <p:nvPicPr>
            <p:cNvPr id="106" name="Graphic 105" descr="Sleep with solid fill">
              <a:extLst>
                <a:ext uri="{FF2B5EF4-FFF2-40B4-BE49-F238E27FC236}">
                  <a16:creationId xmlns:a16="http://schemas.microsoft.com/office/drawing/2014/main" id="{4ACAD09A-895A-6293-F6E5-B647D16857F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10894008" y="3283773"/>
              <a:ext cx="634696" cy="634696"/>
            </a:xfrm>
            <a:prstGeom prst="rect">
              <a:avLst/>
            </a:prstGeom>
          </p:spPr>
        </p:pic>
        <p:pic>
          <p:nvPicPr>
            <p:cNvPr id="107" name="Graphic 106" descr="Sleep with solid fill">
              <a:extLst>
                <a:ext uri="{FF2B5EF4-FFF2-40B4-BE49-F238E27FC236}">
                  <a16:creationId xmlns:a16="http://schemas.microsoft.com/office/drawing/2014/main" id="{03C4CFED-82F3-5A4E-9331-B982B1D146E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9735576" y="4190595"/>
              <a:ext cx="634696" cy="634696"/>
            </a:xfrm>
            <a:prstGeom prst="rect">
              <a:avLst/>
            </a:prstGeom>
          </p:spPr>
        </p:pic>
        <p:pic>
          <p:nvPicPr>
            <p:cNvPr id="108" name="Graphic 107" descr="Sleep with solid fill">
              <a:extLst>
                <a:ext uri="{FF2B5EF4-FFF2-40B4-BE49-F238E27FC236}">
                  <a16:creationId xmlns:a16="http://schemas.microsoft.com/office/drawing/2014/main" id="{C617B602-9E9F-6CE4-A7CB-DBBC60A0D87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10894008" y="4190595"/>
              <a:ext cx="634696" cy="634696"/>
            </a:xfrm>
            <a:prstGeom prst="rect">
              <a:avLst/>
            </a:prstGeom>
          </p:spPr>
        </p:pic>
        <p:pic>
          <p:nvPicPr>
            <p:cNvPr id="109" name="Graphic 108" descr="Sleep with solid fill">
              <a:extLst>
                <a:ext uri="{FF2B5EF4-FFF2-40B4-BE49-F238E27FC236}">
                  <a16:creationId xmlns:a16="http://schemas.microsoft.com/office/drawing/2014/main" id="{78BE82EC-111C-A974-F5A2-3976C9CEB1A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9735576" y="5134982"/>
              <a:ext cx="634696" cy="634696"/>
            </a:xfrm>
            <a:prstGeom prst="rect">
              <a:avLst/>
            </a:prstGeom>
          </p:spPr>
        </p:pic>
        <p:pic>
          <p:nvPicPr>
            <p:cNvPr id="110" name="Graphic 109" descr="Sleep with solid fill">
              <a:extLst>
                <a:ext uri="{FF2B5EF4-FFF2-40B4-BE49-F238E27FC236}">
                  <a16:creationId xmlns:a16="http://schemas.microsoft.com/office/drawing/2014/main" id="{214902D7-E366-BF7C-9866-BFB16C5D854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10894008" y="5134982"/>
              <a:ext cx="634696" cy="634696"/>
            </a:xfrm>
            <a:prstGeom prst="rect">
              <a:avLst/>
            </a:prstGeom>
          </p:spPr>
        </p:pic>
        <p:pic>
          <p:nvPicPr>
            <p:cNvPr id="111" name="Graphic 110" descr="Sleep with solid fill">
              <a:extLst>
                <a:ext uri="{FF2B5EF4-FFF2-40B4-BE49-F238E27FC236}">
                  <a16:creationId xmlns:a16="http://schemas.microsoft.com/office/drawing/2014/main" id="{9C91A0BD-49B0-5FBB-C169-F67AC835BDA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6672801" y="2880639"/>
              <a:ext cx="634696" cy="634696"/>
            </a:xfrm>
            <a:prstGeom prst="rect">
              <a:avLst/>
            </a:prstGeom>
          </p:spPr>
        </p:pic>
        <p:pic>
          <p:nvPicPr>
            <p:cNvPr id="112" name="Graphic 111" descr="Sleep with solid fill">
              <a:extLst>
                <a:ext uri="{FF2B5EF4-FFF2-40B4-BE49-F238E27FC236}">
                  <a16:creationId xmlns:a16="http://schemas.microsoft.com/office/drawing/2014/main" id="{37523937-B4F4-ABE8-9034-FDA24654743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7895896" y="2395383"/>
              <a:ext cx="634696" cy="634696"/>
            </a:xfrm>
            <a:prstGeom prst="rect">
              <a:avLst/>
            </a:prstGeom>
          </p:spPr>
        </p:pic>
        <p:pic>
          <p:nvPicPr>
            <p:cNvPr id="113" name="Graphic 112" descr="Sleep with solid fill">
              <a:extLst>
                <a:ext uri="{FF2B5EF4-FFF2-40B4-BE49-F238E27FC236}">
                  <a16:creationId xmlns:a16="http://schemas.microsoft.com/office/drawing/2014/main" id="{D68E1448-7789-7B20-612A-9F4DB3BD8F5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6672801" y="3873270"/>
              <a:ext cx="634696" cy="634696"/>
            </a:xfrm>
            <a:prstGeom prst="rect">
              <a:avLst/>
            </a:prstGeom>
          </p:spPr>
        </p:pic>
        <p:pic>
          <p:nvPicPr>
            <p:cNvPr id="114" name="Graphic 113" descr="Sleep with solid fill">
              <a:extLst>
                <a:ext uri="{FF2B5EF4-FFF2-40B4-BE49-F238E27FC236}">
                  <a16:creationId xmlns:a16="http://schemas.microsoft.com/office/drawing/2014/main" id="{4141B252-B1AE-1D46-F74E-9913BF26290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7895896" y="3269197"/>
              <a:ext cx="634696" cy="634696"/>
            </a:xfrm>
            <a:prstGeom prst="rect">
              <a:avLst/>
            </a:prstGeom>
          </p:spPr>
        </p:pic>
        <p:pic>
          <p:nvPicPr>
            <p:cNvPr id="115" name="Graphic 114" descr="Sleep with solid fill">
              <a:extLst>
                <a:ext uri="{FF2B5EF4-FFF2-40B4-BE49-F238E27FC236}">
                  <a16:creationId xmlns:a16="http://schemas.microsoft.com/office/drawing/2014/main" id="{3144BFB6-1B0E-D445-BB23-C9FF85111C2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6654438" y="4912648"/>
              <a:ext cx="634696" cy="634696"/>
            </a:xfrm>
            <a:prstGeom prst="rect">
              <a:avLst/>
            </a:prstGeom>
          </p:spPr>
        </p:pic>
        <p:pic>
          <p:nvPicPr>
            <p:cNvPr id="116" name="Graphic 115" descr="Sleep with solid fill">
              <a:extLst>
                <a:ext uri="{FF2B5EF4-FFF2-40B4-BE49-F238E27FC236}">
                  <a16:creationId xmlns:a16="http://schemas.microsoft.com/office/drawing/2014/main" id="{75324D9F-76A6-A02C-F6B6-E6CDF3AB918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7895896" y="4163138"/>
              <a:ext cx="634696" cy="634696"/>
            </a:xfrm>
            <a:prstGeom prst="rect">
              <a:avLst/>
            </a:prstGeom>
          </p:spPr>
        </p:pic>
        <p:pic>
          <p:nvPicPr>
            <p:cNvPr id="142" name="Graphic 141" descr="Sleep with solid fill">
              <a:extLst>
                <a:ext uri="{FF2B5EF4-FFF2-40B4-BE49-F238E27FC236}">
                  <a16:creationId xmlns:a16="http://schemas.microsoft.com/office/drawing/2014/main" id="{5EE19132-F4E8-A5E2-7569-6E627930A5F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4256446" y="2103260"/>
              <a:ext cx="634696" cy="634696"/>
            </a:xfrm>
            <a:prstGeom prst="rect">
              <a:avLst/>
            </a:prstGeom>
          </p:spPr>
        </p:pic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731D39AB-FB46-2F5A-8195-0DEAC8F94096}"/>
                </a:ext>
              </a:extLst>
            </p:cNvPr>
            <p:cNvSpPr/>
            <p:nvPr/>
          </p:nvSpPr>
          <p:spPr>
            <a:xfrm>
              <a:off x="4698208" y="5604797"/>
              <a:ext cx="966694" cy="569097"/>
            </a:xfrm>
            <a:prstGeom prst="rect">
              <a:avLst/>
            </a:prstGeom>
            <a:noFill/>
            <a:ln w="34925"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ounded Rectangle 4">
              <a:extLst>
                <a:ext uri="{FF2B5EF4-FFF2-40B4-BE49-F238E27FC236}">
                  <a16:creationId xmlns:a16="http://schemas.microsoft.com/office/drawing/2014/main" id="{B1C81C5E-378F-8CF5-8C70-A2544323AA24}"/>
                </a:ext>
              </a:extLst>
            </p:cNvPr>
            <p:cNvSpPr/>
            <p:nvPr/>
          </p:nvSpPr>
          <p:spPr>
            <a:xfrm>
              <a:off x="12449772" y="1172581"/>
              <a:ext cx="2667896" cy="2061879"/>
            </a:xfrm>
            <a:prstGeom prst="roundRect">
              <a:avLst>
                <a:gd name="adj" fmla="val 2957"/>
              </a:avLst>
            </a:prstGeom>
            <a:solidFill>
              <a:schemeClr val="bg2"/>
            </a:solid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35F73710-C6E5-98E9-E9D9-548C5BD03132}"/>
                </a:ext>
              </a:extLst>
            </p:cNvPr>
            <p:cNvSpPr txBox="1"/>
            <p:nvPr/>
          </p:nvSpPr>
          <p:spPr>
            <a:xfrm>
              <a:off x="12587302" y="649363"/>
              <a:ext cx="239283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Complex Care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97B58B42-76AC-D283-F93E-3B55A7F3145E}"/>
                </a:ext>
              </a:extLst>
            </p:cNvPr>
            <p:cNvSpPr txBox="1"/>
            <p:nvPr/>
          </p:nvSpPr>
          <p:spPr>
            <a:xfrm>
              <a:off x="13247867" y="3811950"/>
              <a:ext cx="1071704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PACU</a:t>
              </a:r>
            </a:p>
          </p:txBody>
        </p:sp>
        <p:sp>
          <p:nvSpPr>
            <p:cNvPr id="15" name="Rounded Rectangle 14">
              <a:extLst>
                <a:ext uri="{FF2B5EF4-FFF2-40B4-BE49-F238E27FC236}">
                  <a16:creationId xmlns:a16="http://schemas.microsoft.com/office/drawing/2014/main" id="{E90F25F4-9C75-7D68-11E8-EC6494171B2D}"/>
                </a:ext>
              </a:extLst>
            </p:cNvPr>
            <p:cNvSpPr/>
            <p:nvPr/>
          </p:nvSpPr>
          <p:spPr>
            <a:xfrm>
              <a:off x="12449771" y="4312012"/>
              <a:ext cx="2667896" cy="2061879"/>
            </a:xfrm>
            <a:prstGeom prst="roundRect">
              <a:avLst>
                <a:gd name="adj" fmla="val 2957"/>
              </a:avLst>
            </a:prstGeom>
            <a:solidFill>
              <a:schemeClr val="bg2"/>
            </a:solid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C62E2935-6100-EB7C-8087-4EE2E2063A44}"/>
                </a:ext>
              </a:extLst>
            </p:cNvPr>
            <p:cNvCxnSpPr>
              <a:cxnSpLocks/>
              <a:stCxn id="4" idx="2"/>
              <a:endCxn id="4" idx="0"/>
            </p:cNvCxnSpPr>
            <p:nvPr/>
          </p:nvCxnSpPr>
          <p:spPr>
            <a:xfrm flipV="1">
              <a:off x="1559860" y="1172583"/>
              <a:ext cx="0" cy="5228213"/>
            </a:xfrm>
            <a:prstGeom prst="line">
              <a:avLst/>
            </a:prstGeom>
            <a:ln w="47625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95577FF9-BB3E-68FD-ED66-EF09EB425FAB}"/>
                </a:ext>
              </a:extLst>
            </p:cNvPr>
            <p:cNvCxnSpPr>
              <a:cxnSpLocks/>
              <a:stCxn id="146" idx="2"/>
              <a:endCxn id="146" idx="0"/>
            </p:cNvCxnSpPr>
            <p:nvPr/>
          </p:nvCxnSpPr>
          <p:spPr>
            <a:xfrm flipV="1">
              <a:off x="10601662" y="2073805"/>
              <a:ext cx="0" cy="4326989"/>
            </a:xfrm>
            <a:prstGeom prst="line">
              <a:avLst/>
            </a:prstGeom>
            <a:ln w="47625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21B22427-5507-8097-FC57-9EDC00D8BF7F}"/>
                </a:ext>
              </a:extLst>
            </p:cNvPr>
            <p:cNvCxnSpPr>
              <a:cxnSpLocks/>
              <a:stCxn id="144" idx="2"/>
              <a:endCxn id="144" idx="0"/>
            </p:cNvCxnSpPr>
            <p:nvPr/>
          </p:nvCxnSpPr>
          <p:spPr>
            <a:xfrm flipV="1">
              <a:off x="4573794" y="2942492"/>
              <a:ext cx="0" cy="3458303"/>
            </a:xfrm>
            <a:prstGeom prst="line">
              <a:avLst/>
            </a:prstGeom>
            <a:ln w="47625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BE2184ED-F722-140A-3DE8-7AA5D8CD27E3}"/>
                </a:ext>
              </a:extLst>
            </p:cNvPr>
            <p:cNvCxnSpPr>
              <a:cxnSpLocks/>
              <a:stCxn id="145" idx="2"/>
              <a:endCxn id="145" idx="0"/>
            </p:cNvCxnSpPr>
            <p:nvPr/>
          </p:nvCxnSpPr>
          <p:spPr>
            <a:xfrm flipV="1">
              <a:off x="7587728" y="2091537"/>
              <a:ext cx="0" cy="4309257"/>
            </a:xfrm>
            <a:prstGeom prst="line">
              <a:avLst/>
            </a:prstGeom>
            <a:ln w="47625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36" name="Graphic 35" descr="Sleep with solid fill">
              <a:extLst>
                <a:ext uri="{FF2B5EF4-FFF2-40B4-BE49-F238E27FC236}">
                  <a16:creationId xmlns:a16="http://schemas.microsoft.com/office/drawing/2014/main" id="{043287C6-25CB-93EE-8C88-E6B1E3CC923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7886323" y="5119666"/>
              <a:ext cx="634696" cy="634696"/>
            </a:xfrm>
            <a:prstGeom prst="rect">
              <a:avLst/>
            </a:prstGeom>
          </p:spPr>
        </p:pic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7798B863-0D3E-1D0A-4ABC-FC3182F66C36}"/>
                </a:ext>
              </a:extLst>
            </p:cNvPr>
            <p:cNvSpPr/>
            <p:nvPr/>
          </p:nvSpPr>
          <p:spPr>
            <a:xfrm>
              <a:off x="7756996" y="5185265"/>
              <a:ext cx="966694" cy="569097"/>
            </a:xfrm>
            <a:prstGeom prst="rect">
              <a:avLst/>
            </a:prstGeom>
            <a:noFill/>
            <a:ln w="34925"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70209110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EDE20F-ACC4-BE09-F2D2-84E3DC61BC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2" name="Group 71">
            <a:extLst>
              <a:ext uri="{FF2B5EF4-FFF2-40B4-BE49-F238E27FC236}">
                <a16:creationId xmlns:a16="http://schemas.microsoft.com/office/drawing/2014/main" id="{E0D02801-9104-1ECE-2DD0-9099A06F8BEF}"/>
              </a:ext>
            </a:extLst>
          </p:cNvPr>
          <p:cNvGrpSpPr/>
          <p:nvPr/>
        </p:nvGrpSpPr>
        <p:grpSpPr>
          <a:xfrm>
            <a:off x="1012376" y="881742"/>
            <a:ext cx="9895111" cy="4898572"/>
            <a:chOff x="1012376" y="881742"/>
            <a:chExt cx="9895111" cy="4898572"/>
          </a:xfrm>
        </p:grpSpPr>
        <p:sp>
          <p:nvSpPr>
            <p:cNvPr id="3" name="Diamond 2">
              <a:extLst>
                <a:ext uri="{FF2B5EF4-FFF2-40B4-BE49-F238E27FC236}">
                  <a16:creationId xmlns:a16="http://schemas.microsoft.com/office/drawing/2014/main" id="{093D3EDD-8B4F-D498-5F9A-7A4126E14823}"/>
                </a:ext>
              </a:extLst>
            </p:cNvPr>
            <p:cNvSpPr/>
            <p:nvPr/>
          </p:nvSpPr>
          <p:spPr>
            <a:xfrm>
              <a:off x="2694218" y="2571749"/>
              <a:ext cx="2481944" cy="1518557"/>
            </a:xfrm>
            <a:prstGeom prst="diamond">
              <a:avLst/>
            </a:prstGeom>
            <a:noFill/>
            <a:ln w="317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Least occupied?</a:t>
              </a:r>
            </a:p>
          </p:txBody>
        </p:sp>
        <p:sp>
          <p:nvSpPr>
            <p:cNvPr id="6" name="Rounded Rectangle 5">
              <a:extLst>
                <a:ext uri="{FF2B5EF4-FFF2-40B4-BE49-F238E27FC236}">
                  <a16:creationId xmlns:a16="http://schemas.microsoft.com/office/drawing/2014/main" id="{2B2CE12B-7E57-4D72-2565-E376C37E5505}"/>
                </a:ext>
              </a:extLst>
            </p:cNvPr>
            <p:cNvSpPr/>
            <p:nvPr/>
          </p:nvSpPr>
          <p:spPr>
            <a:xfrm>
              <a:off x="6096000" y="881742"/>
              <a:ext cx="3194959" cy="1690007"/>
            </a:xfrm>
            <a:prstGeom prst="roundRect">
              <a:avLst/>
            </a:prstGeom>
            <a:noFill/>
            <a:ln w="317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dirty="0">
                  <a:solidFill>
                    <a:schemeClr val="tx1"/>
                  </a:solidFill>
                </a:rPr>
                <a:t>A3 North &amp; B3 South</a:t>
              </a:r>
            </a:p>
          </p:txBody>
        </p:sp>
        <p:sp>
          <p:nvSpPr>
            <p:cNvPr id="7" name="Rounded Rectangle 6">
              <a:extLst>
                <a:ext uri="{FF2B5EF4-FFF2-40B4-BE49-F238E27FC236}">
                  <a16:creationId xmlns:a16="http://schemas.microsoft.com/office/drawing/2014/main" id="{99FD676D-35F8-DDA4-7053-C3BF9ECAA479}"/>
                </a:ext>
              </a:extLst>
            </p:cNvPr>
            <p:cNvSpPr/>
            <p:nvPr/>
          </p:nvSpPr>
          <p:spPr>
            <a:xfrm>
              <a:off x="6096000" y="4090307"/>
              <a:ext cx="3194959" cy="1690007"/>
            </a:xfrm>
            <a:prstGeom prst="roundRect">
              <a:avLst/>
            </a:prstGeom>
            <a:noFill/>
            <a:ln w="317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dirty="0">
                  <a:solidFill>
                    <a:schemeClr val="tx1"/>
                  </a:solidFill>
                </a:rPr>
                <a:t>B3 North &amp; A3 South</a:t>
              </a:r>
            </a:p>
          </p:txBody>
        </p:sp>
        <p:cxnSp>
          <p:nvCxnSpPr>
            <p:cNvPr id="19" name="Elbow Connector 18">
              <a:extLst>
                <a:ext uri="{FF2B5EF4-FFF2-40B4-BE49-F238E27FC236}">
                  <a16:creationId xmlns:a16="http://schemas.microsoft.com/office/drawing/2014/main" id="{9CA12B1B-AF01-2842-2282-EB2BD9FE3259}"/>
                </a:ext>
              </a:extLst>
            </p:cNvPr>
            <p:cNvCxnSpPr>
              <a:cxnSpLocks/>
              <a:stCxn id="3" idx="0"/>
              <a:endCxn id="6" idx="1"/>
            </p:cNvCxnSpPr>
            <p:nvPr/>
          </p:nvCxnSpPr>
          <p:spPr>
            <a:xfrm rot="5400000" flipH="1" flipV="1">
              <a:off x="4593094" y="1068843"/>
              <a:ext cx="845003" cy="2160810"/>
            </a:xfrm>
            <a:prstGeom prst="bentConnector2">
              <a:avLst/>
            </a:prstGeom>
            <a:ln w="31750">
              <a:solidFill>
                <a:schemeClr val="tx1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Elbow Connector 19">
              <a:extLst>
                <a:ext uri="{FF2B5EF4-FFF2-40B4-BE49-F238E27FC236}">
                  <a16:creationId xmlns:a16="http://schemas.microsoft.com/office/drawing/2014/main" id="{401BC4E0-5F46-A0E1-D60B-7A3E675F32FE}"/>
                </a:ext>
              </a:extLst>
            </p:cNvPr>
            <p:cNvCxnSpPr>
              <a:cxnSpLocks/>
              <a:stCxn id="3" idx="2"/>
              <a:endCxn id="7" idx="1"/>
            </p:cNvCxnSpPr>
            <p:nvPr/>
          </p:nvCxnSpPr>
          <p:spPr>
            <a:xfrm rot="16200000" flipH="1">
              <a:off x="4593093" y="3432403"/>
              <a:ext cx="845005" cy="2160810"/>
            </a:xfrm>
            <a:prstGeom prst="bentConnector2">
              <a:avLst/>
            </a:prstGeom>
            <a:ln w="31750">
              <a:solidFill>
                <a:schemeClr val="tx1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DC4BC20C-C9C2-6446-890D-C68112B1A7F8}"/>
                </a:ext>
              </a:extLst>
            </p:cNvPr>
            <p:cNvCxnSpPr>
              <a:cxnSpLocks/>
              <a:endCxn id="3" idx="1"/>
            </p:cNvCxnSpPr>
            <p:nvPr/>
          </p:nvCxnSpPr>
          <p:spPr>
            <a:xfrm>
              <a:off x="1012376" y="3331028"/>
              <a:ext cx="1681842" cy="0"/>
            </a:xfrm>
            <a:prstGeom prst="straightConnector1">
              <a:avLst/>
            </a:prstGeom>
            <a:ln w="31750">
              <a:solidFill>
                <a:schemeClr val="tx1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E68CCFC6-FBC6-C30C-433B-07969DA8F5CA}"/>
                </a:ext>
              </a:extLst>
            </p:cNvPr>
            <p:cNvCxnSpPr>
              <a:cxnSpLocks/>
              <a:stCxn id="6" idx="3"/>
            </p:cNvCxnSpPr>
            <p:nvPr/>
          </p:nvCxnSpPr>
          <p:spPr>
            <a:xfrm>
              <a:off x="9290959" y="1726746"/>
              <a:ext cx="1616528" cy="0"/>
            </a:xfrm>
            <a:prstGeom prst="straightConnector1">
              <a:avLst/>
            </a:prstGeom>
            <a:ln w="31750">
              <a:solidFill>
                <a:schemeClr val="tx1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DFF2310E-975F-D64F-1399-DF18414E670A}"/>
                </a:ext>
              </a:extLst>
            </p:cNvPr>
            <p:cNvCxnSpPr>
              <a:cxnSpLocks/>
              <a:stCxn id="7" idx="3"/>
            </p:cNvCxnSpPr>
            <p:nvPr/>
          </p:nvCxnSpPr>
          <p:spPr>
            <a:xfrm>
              <a:off x="9290959" y="4935311"/>
              <a:ext cx="1616528" cy="0"/>
            </a:xfrm>
            <a:prstGeom prst="straightConnector1">
              <a:avLst/>
            </a:prstGeom>
            <a:ln w="31750">
              <a:solidFill>
                <a:schemeClr val="tx1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63126475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69792F-6C8B-6301-19A3-4E8CCF9B73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5003E878-E299-B5E5-89E5-C1453CD14CFA}"/>
              </a:ext>
            </a:extLst>
          </p:cNvPr>
          <p:cNvGrpSpPr/>
          <p:nvPr/>
        </p:nvGrpSpPr>
        <p:grpSpPr>
          <a:xfrm>
            <a:off x="338600" y="2325510"/>
            <a:ext cx="9499881" cy="3575753"/>
            <a:chOff x="338600" y="2325510"/>
            <a:chExt cx="9499881" cy="3575753"/>
          </a:xfrm>
        </p:grpSpPr>
        <p:sp>
          <p:nvSpPr>
            <p:cNvPr id="144" name="Rounded Rectangle 143">
              <a:extLst>
                <a:ext uri="{FF2B5EF4-FFF2-40B4-BE49-F238E27FC236}">
                  <a16:creationId xmlns:a16="http://schemas.microsoft.com/office/drawing/2014/main" id="{0ED0F67D-7C8B-DBE3-1EE6-69A4186DCBAB}"/>
                </a:ext>
              </a:extLst>
            </p:cNvPr>
            <p:cNvSpPr/>
            <p:nvPr/>
          </p:nvSpPr>
          <p:spPr>
            <a:xfrm>
              <a:off x="338600" y="2325510"/>
              <a:ext cx="9499881" cy="3575753"/>
            </a:xfrm>
            <a:prstGeom prst="roundRect">
              <a:avLst>
                <a:gd name="adj" fmla="val 2957"/>
              </a:avLst>
            </a:prstGeom>
            <a:solidFill>
              <a:schemeClr val="bg2"/>
            </a:solid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59" name="Graphic 58" descr="Sleep with solid fill">
              <a:extLst>
                <a:ext uri="{FF2B5EF4-FFF2-40B4-BE49-F238E27FC236}">
                  <a16:creationId xmlns:a16="http://schemas.microsoft.com/office/drawing/2014/main" id="{9C049E6D-99AB-59D4-66A5-5CD8E50DCFE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8650724" y="3124451"/>
              <a:ext cx="634696" cy="634696"/>
            </a:xfrm>
            <a:prstGeom prst="rect">
              <a:avLst/>
            </a:prstGeom>
          </p:spPr>
        </p:pic>
        <p:pic>
          <p:nvPicPr>
            <p:cNvPr id="77" name="Graphic 76" descr="Sleep with solid fill">
              <a:extLst>
                <a:ext uri="{FF2B5EF4-FFF2-40B4-BE49-F238E27FC236}">
                  <a16:creationId xmlns:a16="http://schemas.microsoft.com/office/drawing/2014/main" id="{75D17B8B-E66B-4A69-7C97-2E8D5B049DE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844863" y="4754391"/>
              <a:ext cx="634696" cy="634696"/>
            </a:xfrm>
            <a:prstGeom prst="rect">
              <a:avLst/>
            </a:prstGeom>
          </p:spPr>
        </p:pic>
        <p:pic>
          <p:nvPicPr>
            <p:cNvPr id="78" name="Graphic 77" descr="Sleep with solid fill">
              <a:extLst>
                <a:ext uri="{FF2B5EF4-FFF2-40B4-BE49-F238E27FC236}">
                  <a16:creationId xmlns:a16="http://schemas.microsoft.com/office/drawing/2014/main" id="{2C8F686B-00AE-DB9E-A2B2-64A49AAEC4D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1910695" y="4754391"/>
              <a:ext cx="634696" cy="634696"/>
            </a:xfrm>
            <a:prstGeom prst="rect">
              <a:avLst/>
            </a:prstGeom>
          </p:spPr>
        </p:pic>
        <p:pic>
          <p:nvPicPr>
            <p:cNvPr id="142" name="Graphic 141" descr="Sleep with solid fill">
              <a:extLst>
                <a:ext uri="{FF2B5EF4-FFF2-40B4-BE49-F238E27FC236}">
                  <a16:creationId xmlns:a16="http://schemas.microsoft.com/office/drawing/2014/main" id="{4B2FE66F-7AC1-F8C2-5925-623C20BC8BC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8616035" y="4774079"/>
              <a:ext cx="634696" cy="634696"/>
            </a:xfrm>
            <a:prstGeom prst="rect">
              <a:avLst/>
            </a:prstGeom>
          </p:spPr>
        </p:pic>
        <p:pic>
          <p:nvPicPr>
            <p:cNvPr id="3" name="Graphic 2" descr="Sleep with solid fill">
              <a:extLst>
                <a:ext uri="{FF2B5EF4-FFF2-40B4-BE49-F238E27FC236}">
                  <a16:creationId xmlns:a16="http://schemas.microsoft.com/office/drawing/2014/main" id="{DB290862-70D5-DE6C-B879-8CA67BC5953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3020028" y="4754391"/>
              <a:ext cx="634696" cy="634696"/>
            </a:xfrm>
            <a:prstGeom prst="rect">
              <a:avLst/>
            </a:prstGeom>
          </p:spPr>
        </p:pic>
        <p:pic>
          <p:nvPicPr>
            <p:cNvPr id="6" name="Graphic 5" descr="Sleep with solid fill">
              <a:extLst>
                <a:ext uri="{FF2B5EF4-FFF2-40B4-BE49-F238E27FC236}">
                  <a16:creationId xmlns:a16="http://schemas.microsoft.com/office/drawing/2014/main" id="{E11ED65A-77A0-9A29-B9C4-575FD2099CF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4085860" y="4754391"/>
              <a:ext cx="634696" cy="634696"/>
            </a:xfrm>
            <a:prstGeom prst="rect">
              <a:avLst/>
            </a:prstGeom>
          </p:spPr>
        </p:pic>
        <p:pic>
          <p:nvPicPr>
            <p:cNvPr id="7" name="Graphic 6" descr="Sleep with solid fill">
              <a:extLst>
                <a:ext uri="{FF2B5EF4-FFF2-40B4-BE49-F238E27FC236}">
                  <a16:creationId xmlns:a16="http://schemas.microsoft.com/office/drawing/2014/main" id="{4C92CCC8-7B44-EBD0-596E-E0E8002B2A9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5205261" y="4754391"/>
              <a:ext cx="634696" cy="634696"/>
            </a:xfrm>
            <a:prstGeom prst="rect">
              <a:avLst/>
            </a:prstGeom>
          </p:spPr>
        </p:pic>
        <p:pic>
          <p:nvPicPr>
            <p:cNvPr id="8" name="Graphic 7" descr="Sleep with solid fill">
              <a:extLst>
                <a:ext uri="{FF2B5EF4-FFF2-40B4-BE49-F238E27FC236}">
                  <a16:creationId xmlns:a16="http://schemas.microsoft.com/office/drawing/2014/main" id="{2C7533AE-EAC4-E3FF-E896-256B130860F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6271093" y="4754391"/>
              <a:ext cx="634696" cy="634696"/>
            </a:xfrm>
            <a:prstGeom prst="rect">
              <a:avLst/>
            </a:prstGeom>
          </p:spPr>
        </p:pic>
        <p:pic>
          <p:nvPicPr>
            <p:cNvPr id="17" name="Graphic 16" descr="Sleep with solid fill">
              <a:extLst>
                <a:ext uri="{FF2B5EF4-FFF2-40B4-BE49-F238E27FC236}">
                  <a16:creationId xmlns:a16="http://schemas.microsoft.com/office/drawing/2014/main" id="{52A425B4-624D-B38A-872C-AD315B2FA3F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7380426" y="4754391"/>
              <a:ext cx="634696" cy="634696"/>
            </a:xfrm>
            <a:prstGeom prst="rect">
              <a:avLst/>
            </a:prstGeom>
          </p:spPr>
        </p:pic>
        <p:pic>
          <p:nvPicPr>
            <p:cNvPr id="19" name="Graphic 18" descr="Sleep with solid fill">
              <a:extLst>
                <a:ext uri="{FF2B5EF4-FFF2-40B4-BE49-F238E27FC236}">
                  <a16:creationId xmlns:a16="http://schemas.microsoft.com/office/drawing/2014/main" id="{99C1B9C7-6AFF-F128-F28C-ABB34C9CDFD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844863" y="3110637"/>
              <a:ext cx="634696" cy="634696"/>
            </a:xfrm>
            <a:prstGeom prst="rect">
              <a:avLst/>
            </a:prstGeom>
          </p:spPr>
        </p:pic>
        <p:pic>
          <p:nvPicPr>
            <p:cNvPr id="20" name="Graphic 19" descr="Sleep with solid fill">
              <a:extLst>
                <a:ext uri="{FF2B5EF4-FFF2-40B4-BE49-F238E27FC236}">
                  <a16:creationId xmlns:a16="http://schemas.microsoft.com/office/drawing/2014/main" id="{16D7BA68-13D8-1BE3-97B4-E1CB8ACFD81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1910695" y="3110637"/>
              <a:ext cx="634696" cy="634696"/>
            </a:xfrm>
            <a:prstGeom prst="rect">
              <a:avLst/>
            </a:prstGeom>
          </p:spPr>
        </p:pic>
        <p:pic>
          <p:nvPicPr>
            <p:cNvPr id="21" name="Graphic 20" descr="Sleep with solid fill">
              <a:extLst>
                <a:ext uri="{FF2B5EF4-FFF2-40B4-BE49-F238E27FC236}">
                  <a16:creationId xmlns:a16="http://schemas.microsoft.com/office/drawing/2014/main" id="{3638C363-A2E4-C899-4A7C-271211D9558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3020028" y="3110637"/>
              <a:ext cx="634696" cy="634696"/>
            </a:xfrm>
            <a:prstGeom prst="rect">
              <a:avLst/>
            </a:prstGeom>
          </p:spPr>
        </p:pic>
        <p:pic>
          <p:nvPicPr>
            <p:cNvPr id="22" name="Graphic 21" descr="Sleep with solid fill">
              <a:extLst>
                <a:ext uri="{FF2B5EF4-FFF2-40B4-BE49-F238E27FC236}">
                  <a16:creationId xmlns:a16="http://schemas.microsoft.com/office/drawing/2014/main" id="{9ECB9E2D-72D4-55AE-5F4F-7E45B380141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4085860" y="3110637"/>
              <a:ext cx="634696" cy="634696"/>
            </a:xfrm>
            <a:prstGeom prst="rect">
              <a:avLst/>
            </a:prstGeom>
          </p:spPr>
        </p:pic>
        <p:pic>
          <p:nvPicPr>
            <p:cNvPr id="24" name="Graphic 23" descr="Sleep with solid fill">
              <a:extLst>
                <a:ext uri="{FF2B5EF4-FFF2-40B4-BE49-F238E27FC236}">
                  <a16:creationId xmlns:a16="http://schemas.microsoft.com/office/drawing/2014/main" id="{48FD80EB-C0C5-DB2C-F87A-9D6E4DB3B26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5205261" y="3110637"/>
              <a:ext cx="634696" cy="634696"/>
            </a:xfrm>
            <a:prstGeom prst="rect">
              <a:avLst/>
            </a:prstGeom>
          </p:spPr>
        </p:pic>
        <p:pic>
          <p:nvPicPr>
            <p:cNvPr id="25" name="Graphic 24" descr="Sleep with solid fill">
              <a:extLst>
                <a:ext uri="{FF2B5EF4-FFF2-40B4-BE49-F238E27FC236}">
                  <a16:creationId xmlns:a16="http://schemas.microsoft.com/office/drawing/2014/main" id="{97BB6E79-BD4A-7730-BC95-A4BB6DFFB73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6271093" y="3110637"/>
              <a:ext cx="634696" cy="634696"/>
            </a:xfrm>
            <a:prstGeom prst="rect">
              <a:avLst/>
            </a:prstGeom>
          </p:spPr>
        </p:pic>
        <p:pic>
          <p:nvPicPr>
            <p:cNvPr id="26" name="Graphic 25" descr="Sleep with solid fill">
              <a:extLst>
                <a:ext uri="{FF2B5EF4-FFF2-40B4-BE49-F238E27FC236}">
                  <a16:creationId xmlns:a16="http://schemas.microsoft.com/office/drawing/2014/main" id="{FD25F568-1735-3EF6-4430-48123C1A4A9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7380426" y="3110637"/>
              <a:ext cx="634696" cy="634696"/>
            </a:xfrm>
            <a:prstGeom prst="rect">
              <a:avLst/>
            </a:prstGeom>
          </p:spPr>
        </p:pic>
        <p:sp>
          <p:nvSpPr>
            <p:cNvPr id="28" name="Rounded Rectangle 27">
              <a:extLst>
                <a:ext uri="{FF2B5EF4-FFF2-40B4-BE49-F238E27FC236}">
                  <a16:creationId xmlns:a16="http://schemas.microsoft.com/office/drawing/2014/main" id="{D97E9FD0-A211-BFD7-2314-1669318E0D8F}"/>
                </a:ext>
              </a:extLst>
            </p:cNvPr>
            <p:cNvSpPr/>
            <p:nvPr/>
          </p:nvSpPr>
          <p:spPr>
            <a:xfrm>
              <a:off x="519315" y="4402744"/>
              <a:ext cx="4413929" cy="1216301"/>
            </a:xfrm>
            <a:prstGeom prst="roundRect">
              <a:avLst>
                <a:gd name="adj" fmla="val 36591"/>
              </a:avLst>
            </a:prstGeom>
            <a:solidFill>
              <a:srgbClr val="00B0F0">
                <a:alpha val="25714"/>
              </a:srgbClr>
            </a:solidFill>
            <a:ln w="34925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Rounded Rectangle 29">
              <a:extLst>
                <a:ext uri="{FF2B5EF4-FFF2-40B4-BE49-F238E27FC236}">
                  <a16:creationId xmlns:a16="http://schemas.microsoft.com/office/drawing/2014/main" id="{DDBF5498-7622-0B52-C09B-A7B18F0B0E97}"/>
                </a:ext>
              </a:extLst>
            </p:cNvPr>
            <p:cNvSpPr/>
            <p:nvPr/>
          </p:nvSpPr>
          <p:spPr>
            <a:xfrm>
              <a:off x="558779" y="2753115"/>
              <a:ext cx="4413929" cy="1216301"/>
            </a:xfrm>
            <a:prstGeom prst="roundRect">
              <a:avLst>
                <a:gd name="adj" fmla="val 36591"/>
              </a:avLst>
            </a:prstGeom>
            <a:solidFill>
              <a:srgbClr val="00B0F0">
                <a:alpha val="25714"/>
              </a:srgbClr>
            </a:solidFill>
            <a:ln w="34925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Rounded Rectangle 30">
              <a:extLst>
                <a:ext uri="{FF2B5EF4-FFF2-40B4-BE49-F238E27FC236}">
                  <a16:creationId xmlns:a16="http://schemas.microsoft.com/office/drawing/2014/main" id="{4B9CA358-814F-58D1-7E42-AD798600EE94}"/>
                </a:ext>
              </a:extLst>
            </p:cNvPr>
            <p:cNvSpPr/>
            <p:nvPr/>
          </p:nvSpPr>
          <p:spPr>
            <a:xfrm>
              <a:off x="8314691" y="4435481"/>
              <a:ext cx="1306761" cy="1216301"/>
            </a:xfrm>
            <a:prstGeom prst="roundRect">
              <a:avLst>
                <a:gd name="adj" fmla="val 36591"/>
              </a:avLst>
            </a:prstGeom>
            <a:solidFill>
              <a:srgbClr val="00B0F0">
                <a:alpha val="25714"/>
              </a:srgbClr>
            </a:solidFill>
            <a:ln w="34925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Rounded Rectangle 33">
              <a:extLst>
                <a:ext uri="{FF2B5EF4-FFF2-40B4-BE49-F238E27FC236}">
                  <a16:creationId xmlns:a16="http://schemas.microsoft.com/office/drawing/2014/main" id="{93E3561D-16D4-564F-18D0-D5EDB4746635}"/>
                </a:ext>
              </a:extLst>
            </p:cNvPr>
            <p:cNvSpPr/>
            <p:nvPr/>
          </p:nvSpPr>
          <p:spPr>
            <a:xfrm>
              <a:off x="8314691" y="2772345"/>
              <a:ext cx="1306761" cy="1216301"/>
            </a:xfrm>
            <a:prstGeom prst="roundRect">
              <a:avLst>
                <a:gd name="adj" fmla="val 36591"/>
              </a:avLst>
            </a:prstGeom>
            <a:solidFill>
              <a:srgbClr val="00B0F0">
                <a:alpha val="25714"/>
              </a:srgbClr>
            </a:solidFill>
            <a:ln w="34925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1CB97A56-83A2-EC11-D639-26D4B9DFDE65}"/>
                </a:ext>
              </a:extLst>
            </p:cNvPr>
            <p:cNvSpPr txBox="1"/>
            <p:nvPr/>
          </p:nvSpPr>
          <p:spPr>
            <a:xfrm>
              <a:off x="913311" y="4599875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B00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7A38CE45-993F-0666-9B30-EC59E058C509}"/>
                </a:ext>
              </a:extLst>
            </p:cNvPr>
            <p:cNvSpPr txBox="1"/>
            <p:nvPr/>
          </p:nvSpPr>
          <p:spPr>
            <a:xfrm>
              <a:off x="1975116" y="4599875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B01</a:t>
              </a: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1F583F94-1F16-417E-AD50-BF1B30BA543C}"/>
                </a:ext>
              </a:extLst>
            </p:cNvPr>
            <p:cNvSpPr txBox="1"/>
            <p:nvPr/>
          </p:nvSpPr>
          <p:spPr>
            <a:xfrm>
              <a:off x="3041776" y="4599875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B02</a:t>
              </a: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BA97E823-BBCA-C846-9680-90A48977477F}"/>
                </a:ext>
              </a:extLst>
            </p:cNvPr>
            <p:cNvSpPr txBox="1"/>
            <p:nvPr/>
          </p:nvSpPr>
          <p:spPr>
            <a:xfrm>
              <a:off x="4131336" y="4599875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B03</a:t>
              </a: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B02E8BB2-3E27-F757-590E-26CE56635707}"/>
                </a:ext>
              </a:extLst>
            </p:cNvPr>
            <p:cNvSpPr txBox="1"/>
            <p:nvPr/>
          </p:nvSpPr>
          <p:spPr>
            <a:xfrm>
              <a:off x="5251130" y="4604464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B04</a:t>
              </a:r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988C4A92-F68C-FA0E-8857-787E0963BEF3}"/>
                </a:ext>
              </a:extLst>
            </p:cNvPr>
            <p:cNvSpPr txBox="1"/>
            <p:nvPr/>
          </p:nvSpPr>
          <p:spPr>
            <a:xfrm>
              <a:off x="6312935" y="4604464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B05</a:t>
              </a: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E05B3A3E-C637-D234-D40F-4B72E39EDD00}"/>
                </a:ext>
              </a:extLst>
            </p:cNvPr>
            <p:cNvSpPr txBox="1"/>
            <p:nvPr/>
          </p:nvSpPr>
          <p:spPr>
            <a:xfrm>
              <a:off x="7379595" y="4604464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B06</a:t>
              </a: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8DCF07EC-A300-537A-4271-462B672878C2}"/>
                </a:ext>
              </a:extLst>
            </p:cNvPr>
            <p:cNvSpPr txBox="1"/>
            <p:nvPr/>
          </p:nvSpPr>
          <p:spPr>
            <a:xfrm>
              <a:off x="913311" y="2946912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B07</a:t>
              </a:r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170626CF-5153-9EC5-34AD-FCFECA9FBB9F}"/>
                </a:ext>
              </a:extLst>
            </p:cNvPr>
            <p:cNvSpPr txBox="1"/>
            <p:nvPr/>
          </p:nvSpPr>
          <p:spPr>
            <a:xfrm>
              <a:off x="1975116" y="2946912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B08</a:t>
              </a:r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FE31A0F2-9A31-8A9E-AA41-173C1FAF97B9}"/>
                </a:ext>
              </a:extLst>
            </p:cNvPr>
            <p:cNvSpPr txBox="1"/>
            <p:nvPr/>
          </p:nvSpPr>
          <p:spPr>
            <a:xfrm>
              <a:off x="3041776" y="2946912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B09</a:t>
              </a:r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9810DC67-E17D-6AFB-D8EA-DC350E2938DB}"/>
                </a:ext>
              </a:extLst>
            </p:cNvPr>
            <p:cNvSpPr txBox="1"/>
            <p:nvPr/>
          </p:nvSpPr>
          <p:spPr>
            <a:xfrm>
              <a:off x="4131336" y="2946912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B10</a:t>
              </a:r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EA89A18C-65FA-B3F6-13BE-322B2E620900}"/>
                </a:ext>
              </a:extLst>
            </p:cNvPr>
            <p:cNvSpPr txBox="1"/>
            <p:nvPr/>
          </p:nvSpPr>
          <p:spPr>
            <a:xfrm>
              <a:off x="5251130" y="2951501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B11</a:t>
              </a:r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095B0CEB-2F22-17C6-A3FD-75D754A3844D}"/>
                </a:ext>
              </a:extLst>
            </p:cNvPr>
            <p:cNvSpPr txBox="1"/>
            <p:nvPr/>
          </p:nvSpPr>
          <p:spPr>
            <a:xfrm>
              <a:off x="6312935" y="2951501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B12</a:t>
              </a:r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458E2391-5C0C-0A27-8C52-19672F743DA3}"/>
                </a:ext>
              </a:extLst>
            </p:cNvPr>
            <p:cNvSpPr txBox="1"/>
            <p:nvPr/>
          </p:nvSpPr>
          <p:spPr>
            <a:xfrm>
              <a:off x="7379595" y="2951501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B13</a:t>
              </a:r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190543A8-D584-166D-F840-A462C296FDDE}"/>
                </a:ext>
              </a:extLst>
            </p:cNvPr>
            <p:cNvSpPr txBox="1"/>
            <p:nvPr/>
          </p:nvSpPr>
          <p:spPr>
            <a:xfrm>
              <a:off x="8689618" y="4657969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B15</a:t>
              </a:r>
            </a:p>
          </p:txBody>
        </p: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4117B066-4B53-3043-4545-BE07FC9BAA81}"/>
                </a:ext>
              </a:extLst>
            </p:cNvPr>
            <p:cNvSpPr txBox="1"/>
            <p:nvPr/>
          </p:nvSpPr>
          <p:spPr>
            <a:xfrm>
              <a:off x="8714430" y="3008341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B16</a:t>
              </a:r>
            </a:p>
          </p:txBody>
        </p:sp>
        <p:sp>
          <p:nvSpPr>
            <p:cNvPr id="5" name="Rounded Rectangle 4">
              <a:extLst>
                <a:ext uri="{FF2B5EF4-FFF2-40B4-BE49-F238E27FC236}">
                  <a16:creationId xmlns:a16="http://schemas.microsoft.com/office/drawing/2014/main" id="{8AA625D0-0AC6-2CFF-18DE-1753C01B817A}"/>
                </a:ext>
              </a:extLst>
            </p:cNvPr>
            <p:cNvSpPr/>
            <p:nvPr/>
          </p:nvSpPr>
          <p:spPr>
            <a:xfrm>
              <a:off x="5064037" y="2782328"/>
              <a:ext cx="3153989" cy="1216301"/>
            </a:xfrm>
            <a:prstGeom prst="roundRect">
              <a:avLst>
                <a:gd name="adj" fmla="val 36591"/>
              </a:avLst>
            </a:prstGeom>
            <a:solidFill>
              <a:srgbClr val="00B0F0">
                <a:alpha val="25714"/>
              </a:srgbClr>
            </a:solidFill>
            <a:ln w="34925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Rounded Rectangle 9">
              <a:extLst>
                <a:ext uri="{FF2B5EF4-FFF2-40B4-BE49-F238E27FC236}">
                  <a16:creationId xmlns:a16="http://schemas.microsoft.com/office/drawing/2014/main" id="{2F3A1940-ACA3-F0A9-7FC5-F4A2CF4573E0}"/>
                </a:ext>
              </a:extLst>
            </p:cNvPr>
            <p:cNvSpPr/>
            <p:nvPr/>
          </p:nvSpPr>
          <p:spPr>
            <a:xfrm>
              <a:off x="5064037" y="4415710"/>
              <a:ext cx="3153989" cy="1216301"/>
            </a:xfrm>
            <a:prstGeom prst="roundRect">
              <a:avLst>
                <a:gd name="adj" fmla="val 36591"/>
              </a:avLst>
            </a:prstGeom>
            <a:solidFill>
              <a:srgbClr val="00B0F0">
                <a:alpha val="25714"/>
              </a:srgbClr>
            </a:solidFill>
            <a:ln w="34925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8389321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84A1C7-4F7C-2C5D-8DC4-B7A4B38602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F8DACEA2-E486-B018-30AF-CB8DB19D4EB3}"/>
              </a:ext>
            </a:extLst>
          </p:cNvPr>
          <p:cNvGrpSpPr/>
          <p:nvPr/>
        </p:nvGrpSpPr>
        <p:grpSpPr>
          <a:xfrm>
            <a:off x="410218" y="1098449"/>
            <a:ext cx="10283551" cy="4907241"/>
            <a:chOff x="410218" y="1098449"/>
            <a:chExt cx="10283551" cy="4907241"/>
          </a:xfrm>
        </p:grpSpPr>
        <p:sp>
          <p:nvSpPr>
            <p:cNvPr id="192" name="Rounded Rectangle 191">
              <a:extLst>
                <a:ext uri="{FF2B5EF4-FFF2-40B4-BE49-F238E27FC236}">
                  <a16:creationId xmlns:a16="http://schemas.microsoft.com/office/drawing/2014/main" id="{D69704E3-7382-A18A-A58C-1AA2FB801E7F}"/>
                </a:ext>
              </a:extLst>
            </p:cNvPr>
            <p:cNvSpPr/>
            <p:nvPr/>
          </p:nvSpPr>
          <p:spPr>
            <a:xfrm>
              <a:off x="410218" y="1098449"/>
              <a:ext cx="10283551" cy="4907241"/>
            </a:xfrm>
            <a:prstGeom prst="roundRect">
              <a:avLst>
                <a:gd name="adj" fmla="val 2957"/>
              </a:avLst>
            </a:prstGeom>
            <a:solidFill>
              <a:schemeClr val="bg2"/>
            </a:solid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`</a:t>
              </a:r>
            </a:p>
          </p:txBody>
        </p:sp>
        <p:sp>
          <p:nvSpPr>
            <p:cNvPr id="2" name="Rounded Rectangle 1">
              <a:extLst>
                <a:ext uri="{FF2B5EF4-FFF2-40B4-BE49-F238E27FC236}">
                  <a16:creationId xmlns:a16="http://schemas.microsoft.com/office/drawing/2014/main" id="{9F7A5CA0-D1B4-5B79-524D-9ED242F9E643}"/>
                </a:ext>
              </a:extLst>
            </p:cNvPr>
            <p:cNvSpPr/>
            <p:nvPr/>
          </p:nvSpPr>
          <p:spPr>
            <a:xfrm>
              <a:off x="5255768" y="3614372"/>
              <a:ext cx="3360898" cy="2097152"/>
            </a:xfrm>
            <a:prstGeom prst="roundRect">
              <a:avLst>
                <a:gd name="adj" fmla="val 21519"/>
              </a:avLst>
            </a:prstGeom>
            <a:solidFill>
              <a:srgbClr val="00B0F0">
                <a:alpha val="25714"/>
              </a:srgbClr>
            </a:solidFill>
            <a:ln w="34925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ounded Rectangle 8">
              <a:extLst>
                <a:ext uri="{FF2B5EF4-FFF2-40B4-BE49-F238E27FC236}">
                  <a16:creationId xmlns:a16="http://schemas.microsoft.com/office/drawing/2014/main" id="{76BC5ABA-6562-07B4-6926-71C292AA4F8B}"/>
                </a:ext>
              </a:extLst>
            </p:cNvPr>
            <p:cNvSpPr/>
            <p:nvPr/>
          </p:nvSpPr>
          <p:spPr>
            <a:xfrm>
              <a:off x="5255766" y="1367293"/>
              <a:ext cx="3360899" cy="2097152"/>
            </a:xfrm>
            <a:prstGeom prst="roundRect">
              <a:avLst>
                <a:gd name="adj" fmla="val 21519"/>
              </a:avLst>
            </a:prstGeom>
            <a:solidFill>
              <a:srgbClr val="00B0F0">
                <a:alpha val="25714"/>
              </a:srgbClr>
            </a:solidFill>
            <a:ln w="34925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3" name="Rounded Rectangle 112">
              <a:extLst>
                <a:ext uri="{FF2B5EF4-FFF2-40B4-BE49-F238E27FC236}">
                  <a16:creationId xmlns:a16="http://schemas.microsoft.com/office/drawing/2014/main" id="{7B5B6397-8708-0559-006E-3DC3A6524370}"/>
                </a:ext>
              </a:extLst>
            </p:cNvPr>
            <p:cNvSpPr/>
            <p:nvPr/>
          </p:nvSpPr>
          <p:spPr>
            <a:xfrm>
              <a:off x="667897" y="1373741"/>
              <a:ext cx="4420820" cy="2097152"/>
            </a:xfrm>
            <a:prstGeom prst="roundRect">
              <a:avLst>
                <a:gd name="adj" fmla="val 21519"/>
              </a:avLst>
            </a:prstGeom>
            <a:solidFill>
              <a:srgbClr val="00B0F0">
                <a:alpha val="25714"/>
              </a:srgbClr>
            </a:solidFill>
            <a:ln w="34925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" name="Rounded Rectangle 41">
              <a:extLst>
                <a:ext uri="{FF2B5EF4-FFF2-40B4-BE49-F238E27FC236}">
                  <a16:creationId xmlns:a16="http://schemas.microsoft.com/office/drawing/2014/main" id="{5C48F21C-2256-17A9-7C1D-9BBE6BE686C2}"/>
                </a:ext>
              </a:extLst>
            </p:cNvPr>
            <p:cNvSpPr/>
            <p:nvPr/>
          </p:nvSpPr>
          <p:spPr>
            <a:xfrm>
              <a:off x="667897" y="3635462"/>
              <a:ext cx="4420820" cy="2097152"/>
            </a:xfrm>
            <a:prstGeom prst="roundRect">
              <a:avLst>
                <a:gd name="adj" fmla="val 21519"/>
              </a:avLst>
            </a:prstGeom>
            <a:solidFill>
              <a:srgbClr val="00B0F0">
                <a:alpha val="25714"/>
              </a:srgbClr>
            </a:solidFill>
            <a:ln w="34925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77" name="Graphic 76" descr="Sleep with solid fill">
              <a:extLst>
                <a:ext uri="{FF2B5EF4-FFF2-40B4-BE49-F238E27FC236}">
                  <a16:creationId xmlns:a16="http://schemas.microsoft.com/office/drawing/2014/main" id="{5AD7DE78-8F48-CD9F-28DC-B821F0A02DC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947536" y="3977496"/>
              <a:ext cx="634696" cy="634696"/>
            </a:xfrm>
            <a:prstGeom prst="rect">
              <a:avLst/>
            </a:prstGeom>
          </p:spPr>
        </p:pic>
        <p:pic>
          <p:nvPicPr>
            <p:cNvPr id="78" name="Graphic 77" descr="Sleep with solid fill">
              <a:extLst>
                <a:ext uri="{FF2B5EF4-FFF2-40B4-BE49-F238E27FC236}">
                  <a16:creationId xmlns:a16="http://schemas.microsoft.com/office/drawing/2014/main" id="{FB1B1101-1294-FA95-A1D5-B957D298BFA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2013368" y="3977496"/>
              <a:ext cx="634696" cy="634696"/>
            </a:xfrm>
            <a:prstGeom prst="rect">
              <a:avLst/>
            </a:prstGeom>
          </p:spPr>
        </p:pic>
        <p:pic>
          <p:nvPicPr>
            <p:cNvPr id="3" name="Graphic 2" descr="Sleep with solid fill">
              <a:extLst>
                <a:ext uri="{FF2B5EF4-FFF2-40B4-BE49-F238E27FC236}">
                  <a16:creationId xmlns:a16="http://schemas.microsoft.com/office/drawing/2014/main" id="{97E4B0CA-F8DC-B0E4-527E-5F87FFB109F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3122701" y="3977496"/>
              <a:ext cx="634696" cy="634696"/>
            </a:xfrm>
            <a:prstGeom prst="rect">
              <a:avLst/>
            </a:prstGeom>
          </p:spPr>
        </p:pic>
        <p:pic>
          <p:nvPicPr>
            <p:cNvPr id="6" name="Graphic 5" descr="Sleep with solid fill">
              <a:extLst>
                <a:ext uri="{FF2B5EF4-FFF2-40B4-BE49-F238E27FC236}">
                  <a16:creationId xmlns:a16="http://schemas.microsoft.com/office/drawing/2014/main" id="{4ABFF014-5E4C-94EA-A0DD-6475DB9AE0A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/>
            <a:stretch/>
          </p:blipFill>
          <p:spPr>
            <a:xfrm>
              <a:off x="4188533" y="3977496"/>
              <a:ext cx="634696" cy="634696"/>
            </a:xfrm>
            <a:prstGeom prst="rect">
              <a:avLst/>
            </a:prstGeom>
          </p:spPr>
        </p:pic>
        <p:pic>
          <p:nvPicPr>
            <p:cNvPr id="8" name="Graphic 7" descr="Sleep with solid fill">
              <a:extLst>
                <a:ext uri="{FF2B5EF4-FFF2-40B4-BE49-F238E27FC236}">
                  <a16:creationId xmlns:a16="http://schemas.microsoft.com/office/drawing/2014/main" id="{6FFE254E-6F38-520A-20C9-5317C918A1C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5515521" y="3977496"/>
              <a:ext cx="634696" cy="634696"/>
            </a:xfrm>
            <a:prstGeom prst="rect">
              <a:avLst/>
            </a:prstGeom>
          </p:spPr>
        </p:pic>
        <p:pic>
          <p:nvPicPr>
            <p:cNvPr id="17" name="Graphic 16" descr="Bed with solid fill">
              <a:extLst>
                <a:ext uri="{FF2B5EF4-FFF2-40B4-BE49-F238E27FC236}">
                  <a16:creationId xmlns:a16="http://schemas.microsoft.com/office/drawing/2014/main" id="{FC1E1375-B860-2435-0EAA-B4EC04B41EE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rcRect/>
            <a:stretch/>
          </p:blipFill>
          <p:spPr>
            <a:xfrm>
              <a:off x="6624854" y="3977496"/>
              <a:ext cx="634696" cy="634696"/>
            </a:xfrm>
            <a:prstGeom prst="rect">
              <a:avLst/>
            </a:prstGeom>
          </p:spPr>
        </p:pic>
        <p:pic>
          <p:nvPicPr>
            <p:cNvPr id="18" name="Graphic 17" descr="Sleep with solid fill">
              <a:extLst>
                <a:ext uri="{FF2B5EF4-FFF2-40B4-BE49-F238E27FC236}">
                  <a16:creationId xmlns:a16="http://schemas.microsoft.com/office/drawing/2014/main" id="{CA3A8C5C-9D13-5714-5C80-81D46B26B82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7690686" y="3977496"/>
              <a:ext cx="634696" cy="634696"/>
            </a:xfrm>
            <a:prstGeom prst="rect">
              <a:avLst/>
            </a:prstGeom>
          </p:spPr>
        </p:pic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E508D8D7-8B1B-64E8-065F-4590D9A047E5}"/>
                </a:ext>
              </a:extLst>
            </p:cNvPr>
            <p:cNvSpPr txBox="1"/>
            <p:nvPr/>
          </p:nvSpPr>
          <p:spPr>
            <a:xfrm>
              <a:off x="1015984" y="3822980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B00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38B4E869-9B02-7062-CA61-B8AB593ACE5D}"/>
                </a:ext>
              </a:extLst>
            </p:cNvPr>
            <p:cNvSpPr txBox="1"/>
            <p:nvPr/>
          </p:nvSpPr>
          <p:spPr>
            <a:xfrm>
              <a:off x="2077789" y="3822980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B01</a:t>
              </a: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E53A15C3-961C-681E-CC00-8990721959C4}"/>
                </a:ext>
              </a:extLst>
            </p:cNvPr>
            <p:cNvSpPr txBox="1"/>
            <p:nvPr/>
          </p:nvSpPr>
          <p:spPr>
            <a:xfrm>
              <a:off x="3144449" y="3822980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B02</a:t>
              </a: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D7BC06F7-A260-64D8-AF60-6ABA64F91BCE}"/>
                </a:ext>
              </a:extLst>
            </p:cNvPr>
            <p:cNvSpPr txBox="1"/>
            <p:nvPr/>
          </p:nvSpPr>
          <p:spPr>
            <a:xfrm>
              <a:off x="4234009" y="3822980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B03</a:t>
              </a:r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E4E5FCB3-2A81-515B-A179-A03B4056F66B}"/>
                </a:ext>
              </a:extLst>
            </p:cNvPr>
            <p:cNvSpPr txBox="1"/>
            <p:nvPr/>
          </p:nvSpPr>
          <p:spPr>
            <a:xfrm>
              <a:off x="5557363" y="3827569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B04</a:t>
              </a: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99D23694-C520-65B9-9702-AC646CFD7C7C}"/>
                </a:ext>
              </a:extLst>
            </p:cNvPr>
            <p:cNvSpPr txBox="1"/>
            <p:nvPr/>
          </p:nvSpPr>
          <p:spPr>
            <a:xfrm>
              <a:off x="6624023" y="3827569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B05</a:t>
              </a: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20A4C03B-740B-24A2-162D-65C1111DDDBA}"/>
                </a:ext>
              </a:extLst>
            </p:cNvPr>
            <p:cNvSpPr txBox="1"/>
            <p:nvPr/>
          </p:nvSpPr>
          <p:spPr>
            <a:xfrm>
              <a:off x="7713583" y="3827569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B06</a:t>
              </a:r>
            </a:p>
          </p:txBody>
        </p:sp>
        <p:sp>
          <p:nvSpPr>
            <p:cNvPr id="12" name="Left Bracket 11">
              <a:extLst>
                <a:ext uri="{FF2B5EF4-FFF2-40B4-BE49-F238E27FC236}">
                  <a16:creationId xmlns:a16="http://schemas.microsoft.com/office/drawing/2014/main" id="{75DDD1F5-1DB8-5D8C-C3C5-87FFD9310033}"/>
                </a:ext>
              </a:extLst>
            </p:cNvPr>
            <p:cNvSpPr/>
            <p:nvPr/>
          </p:nvSpPr>
          <p:spPr>
            <a:xfrm rot="16200000">
              <a:off x="1631992" y="3594265"/>
              <a:ext cx="369333" cy="2035851"/>
            </a:xfrm>
            <a:prstGeom prst="leftBracket">
              <a:avLst/>
            </a:prstGeom>
            <a:ln w="254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Left Bracket 12">
              <a:extLst>
                <a:ext uri="{FF2B5EF4-FFF2-40B4-BE49-F238E27FC236}">
                  <a16:creationId xmlns:a16="http://schemas.microsoft.com/office/drawing/2014/main" id="{6C3D6143-E711-9467-9DC3-D9FACCD0A72E}"/>
                </a:ext>
              </a:extLst>
            </p:cNvPr>
            <p:cNvSpPr/>
            <p:nvPr/>
          </p:nvSpPr>
          <p:spPr>
            <a:xfrm rot="16200000">
              <a:off x="3249253" y="4161658"/>
              <a:ext cx="369333" cy="901063"/>
            </a:xfrm>
            <a:prstGeom prst="leftBracket">
              <a:avLst/>
            </a:prstGeom>
            <a:ln w="254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Left Bracket 13">
              <a:extLst>
                <a:ext uri="{FF2B5EF4-FFF2-40B4-BE49-F238E27FC236}">
                  <a16:creationId xmlns:a16="http://schemas.microsoft.com/office/drawing/2014/main" id="{67938F3F-8879-7F69-BB5C-C71A6AEFBC4F}"/>
                </a:ext>
              </a:extLst>
            </p:cNvPr>
            <p:cNvSpPr/>
            <p:nvPr/>
          </p:nvSpPr>
          <p:spPr>
            <a:xfrm rot="16200000">
              <a:off x="4334837" y="4161658"/>
              <a:ext cx="369333" cy="901063"/>
            </a:xfrm>
            <a:prstGeom prst="leftBracket">
              <a:avLst/>
            </a:prstGeom>
            <a:ln w="254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Left Bracket 14">
              <a:extLst>
                <a:ext uri="{FF2B5EF4-FFF2-40B4-BE49-F238E27FC236}">
                  <a16:creationId xmlns:a16="http://schemas.microsoft.com/office/drawing/2014/main" id="{D087831F-2908-69FD-686E-8600924C8AC6}"/>
                </a:ext>
              </a:extLst>
            </p:cNvPr>
            <p:cNvSpPr/>
            <p:nvPr/>
          </p:nvSpPr>
          <p:spPr>
            <a:xfrm rot="16200000">
              <a:off x="5648202" y="4161658"/>
              <a:ext cx="369333" cy="901063"/>
            </a:xfrm>
            <a:prstGeom prst="leftBracket">
              <a:avLst/>
            </a:prstGeom>
            <a:ln w="254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Left Bracket 15">
              <a:extLst>
                <a:ext uri="{FF2B5EF4-FFF2-40B4-BE49-F238E27FC236}">
                  <a16:creationId xmlns:a16="http://schemas.microsoft.com/office/drawing/2014/main" id="{6CEF50D1-C14D-0CDA-DC70-C4F92311D11D}"/>
                </a:ext>
              </a:extLst>
            </p:cNvPr>
            <p:cNvSpPr/>
            <p:nvPr/>
          </p:nvSpPr>
          <p:spPr>
            <a:xfrm rot="16200000">
              <a:off x="7866869" y="4161658"/>
              <a:ext cx="369333" cy="901063"/>
            </a:xfrm>
            <a:prstGeom prst="leftBracket">
              <a:avLst/>
            </a:prstGeom>
            <a:ln w="254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27" name="Graphic 26" descr="Doctor male with solid fill">
              <a:extLst>
                <a:ext uri="{FF2B5EF4-FFF2-40B4-BE49-F238E27FC236}">
                  <a16:creationId xmlns:a16="http://schemas.microsoft.com/office/drawing/2014/main" id="{F05C5AF1-BD44-0F6A-9204-C203798B37F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3111516" y="4847403"/>
              <a:ext cx="636856" cy="636856"/>
            </a:xfrm>
            <a:prstGeom prst="rect">
              <a:avLst/>
            </a:prstGeom>
          </p:spPr>
        </p:pic>
        <p:pic>
          <p:nvPicPr>
            <p:cNvPr id="32" name="Graphic 31" descr="Doctor female with solid fill">
              <a:extLst>
                <a:ext uri="{FF2B5EF4-FFF2-40B4-BE49-F238E27FC236}">
                  <a16:creationId xmlns:a16="http://schemas.microsoft.com/office/drawing/2014/main" id="{6317EF42-1324-642A-F267-2757A01E563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1498231" y="4847403"/>
              <a:ext cx="636856" cy="636856"/>
            </a:xfrm>
            <a:prstGeom prst="rect">
              <a:avLst/>
            </a:prstGeom>
          </p:spPr>
        </p:pic>
        <p:pic>
          <p:nvPicPr>
            <p:cNvPr id="36" name="Graphic 35" descr="Doctor male with solid fill">
              <a:extLst>
                <a:ext uri="{FF2B5EF4-FFF2-40B4-BE49-F238E27FC236}">
                  <a16:creationId xmlns:a16="http://schemas.microsoft.com/office/drawing/2014/main" id="{BF3ADE1D-F896-7786-CF1C-EFEBE1112ED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5524430" y="4851763"/>
              <a:ext cx="636856" cy="636856"/>
            </a:xfrm>
            <a:prstGeom prst="rect">
              <a:avLst/>
            </a:prstGeom>
          </p:spPr>
        </p:pic>
        <p:pic>
          <p:nvPicPr>
            <p:cNvPr id="38" name="Graphic 37" descr="Doctor female with solid fill">
              <a:extLst>
                <a:ext uri="{FF2B5EF4-FFF2-40B4-BE49-F238E27FC236}">
                  <a16:creationId xmlns:a16="http://schemas.microsoft.com/office/drawing/2014/main" id="{8CDD2A66-54C1-F985-F485-EDFC69341C5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4188533" y="4847403"/>
              <a:ext cx="636856" cy="636856"/>
            </a:xfrm>
            <a:prstGeom prst="rect">
              <a:avLst/>
            </a:prstGeom>
          </p:spPr>
        </p:pic>
        <p:pic>
          <p:nvPicPr>
            <p:cNvPr id="39" name="Graphic 38" descr="Doctor female with solid fill">
              <a:extLst>
                <a:ext uri="{FF2B5EF4-FFF2-40B4-BE49-F238E27FC236}">
                  <a16:creationId xmlns:a16="http://schemas.microsoft.com/office/drawing/2014/main" id="{6FB4093C-4F71-83CE-7102-FB4C84A1F2D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7733107" y="4842814"/>
              <a:ext cx="636856" cy="636856"/>
            </a:xfrm>
            <a:prstGeom prst="rect">
              <a:avLst/>
            </a:prstGeom>
          </p:spPr>
        </p:pic>
        <p:pic>
          <p:nvPicPr>
            <p:cNvPr id="87" name="Graphic 86" descr="Bed with solid fill">
              <a:extLst>
                <a:ext uri="{FF2B5EF4-FFF2-40B4-BE49-F238E27FC236}">
                  <a16:creationId xmlns:a16="http://schemas.microsoft.com/office/drawing/2014/main" id="{3863AC67-48E3-F3A2-1514-9B07ECE6C47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rcRect/>
            <a:stretch/>
          </p:blipFill>
          <p:spPr>
            <a:xfrm>
              <a:off x="947536" y="1709327"/>
              <a:ext cx="634696" cy="634696"/>
            </a:xfrm>
            <a:prstGeom prst="rect">
              <a:avLst/>
            </a:prstGeom>
          </p:spPr>
        </p:pic>
        <p:pic>
          <p:nvPicPr>
            <p:cNvPr id="88" name="Graphic 87" descr="Sleep with solid fill">
              <a:extLst>
                <a:ext uri="{FF2B5EF4-FFF2-40B4-BE49-F238E27FC236}">
                  <a16:creationId xmlns:a16="http://schemas.microsoft.com/office/drawing/2014/main" id="{B935A129-061A-021C-CA64-1CEF87C52FE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rcRect/>
            <a:stretch/>
          </p:blipFill>
          <p:spPr>
            <a:xfrm>
              <a:off x="2013368" y="1709327"/>
              <a:ext cx="634696" cy="634696"/>
            </a:xfrm>
            <a:prstGeom prst="rect">
              <a:avLst/>
            </a:prstGeom>
          </p:spPr>
        </p:pic>
        <p:pic>
          <p:nvPicPr>
            <p:cNvPr id="89" name="Graphic 88" descr="Sleep with solid fill">
              <a:extLst>
                <a:ext uri="{FF2B5EF4-FFF2-40B4-BE49-F238E27FC236}">
                  <a16:creationId xmlns:a16="http://schemas.microsoft.com/office/drawing/2014/main" id="{85333D08-E2AB-9018-A9EC-7EA29667D01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3122701" y="1709327"/>
              <a:ext cx="634696" cy="634696"/>
            </a:xfrm>
            <a:prstGeom prst="rect">
              <a:avLst/>
            </a:prstGeom>
          </p:spPr>
        </p:pic>
        <p:pic>
          <p:nvPicPr>
            <p:cNvPr id="90" name="Graphic 89" descr="Sleep with solid fill">
              <a:extLst>
                <a:ext uri="{FF2B5EF4-FFF2-40B4-BE49-F238E27FC236}">
                  <a16:creationId xmlns:a16="http://schemas.microsoft.com/office/drawing/2014/main" id="{9FDF6BD1-3E60-F5EA-89EA-6490EC239A8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4188533" y="1709327"/>
              <a:ext cx="634696" cy="634696"/>
            </a:xfrm>
            <a:prstGeom prst="rect">
              <a:avLst/>
            </a:prstGeom>
          </p:spPr>
        </p:pic>
        <p:pic>
          <p:nvPicPr>
            <p:cNvPr id="91" name="Graphic 90" descr="Sleep with solid fill">
              <a:extLst>
                <a:ext uri="{FF2B5EF4-FFF2-40B4-BE49-F238E27FC236}">
                  <a16:creationId xmlns:a16="http://schemas.microsoft.com/office/drawing/2014/main" id="{66D1D48C-65C4-6752-6BDA-C38FCBEBB31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5507225" y="1709327"/>
              <a:ext cx="634696" cy="634696"/>
            </a:xfrm>
            <a:prstGeom prst="rect">
              <a:avLst/>
            </a:prstGeom>
          </p:spPr>
        </p:pic>
        <p:pic>
          <p:nvPicPr>
            <p:cNvPr id="92" name="Graphic 91" descr="Sleep with solid fill">
              <a:extLst>
                <a:ext uri="{FF2B5EF4-FFF2-40B4-BE49-F238E27FC236}">
                  <a16:creationId xmlns:a16="http://schemas.microsoft.com/office/drawing/2014/main" id="{8B83903B-55BA-6E19-44B8-E6BF96F5769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6573057" y="1709327"/>
              <a:ext cx="634696" cy="634696"/>
            </a:xfrm>
            <a:prstGeom prst="rect">
              <a:avLst/>
            </a:prstGeom>
          </p:spPr>
        </p:pic>
        <p:pic>
          <p:nvPicPr>
            <p:cNvPr id="93" name="Graphic 92" descr="Bed with solid fill">
              <a:extLst>
                <a:ext uri="{FF2B5EF4-FFF2-40B4-BE49-F238E27FC236}">
                  <a16:creationId xmlns:a16="http://schemas.microsoft.com/office/drawing/2014/main" id="{89A75918-F2F0-5796-B0B8-523FDA69DDE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rcRect/>
            <a:stretch/>
          </p:blipFill>
          <p:spPr>
            <a:xfrm>
              <a:off x="7682390" y="1709327"/>
              <a:ext cx="634696" cy="634696"/>
            </a:xfrm>
            <a:prstGeom prst="rect">
              <a:avLst/>
            </a:prstGeom>
          </p:spPr>
        </p:pic>
        <p:sp>
          <p:nvSpPr>
            <p:cNvPr id="95" name="TextBox 94">
              <a:extLst>
                <a:ext uri="{FF2B5EF4-FFF2-40B4-BE49-F238E27FC236}">
                  <a16:creationId xmlns:a16="http://schemas.microsoft.com/office/drawing/2014/main" id="{750FA7AC-4F26-9AB6-479C-1E7726A22ED9}"/>
                </a:ext>
              </a:extLst>
            </p:cNvPr>
            <p:cNvSpPr txBox="1"/>
            <p:nvPr/>
          </p:nvSpPr>
          <p:spPr>
            <a:xfrm>
              <a:off x="1015984" y="1554811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B07</a:t>
              </a:r>
            </a:p>
          </p:txBody>
        </p:sp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DDA9FDC7-8DD0-58AC-DF5E-98F07BC84988}"/>
                </a:ext>
              </a:extLst>
            </p:cNvPr>
            <p:cNvSpPr txBox="1"/>
            <p:nvPr/>
          </p:nvSpPr>
          <p:spPr>
            <a:xfrm>
              <a:off x="2077789" y="1554811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B08</a:t>
              </a:r>
            </a:p>
          </p:txBody>
        </p:sp>
        <p:sp>
          <p:nvSpPr>
            <p:cNvPr id="97" name="TextBox 96">
              <a:extLst>
                <a:ext uri="{FF2B5EF4-FFF2-40B4-BE49-F238E27FC236}">
                  <a16:creationId xmlns:a16="http://schemas.microsoft.com/office/drawing/2014/main" id="{D9B14E02-E267-CD13-69D9-1534E87EEA27}"/>
                </a:ext>
              </a:extLst>
            </p:cNvPr>
            <p:cNvSpPr txBox="1"/>
            <p:nvPr/>
          </p:nvSpPr>
          <p:spPr>
            <a:xfrm>
              <a:off x="3144449" y="1554811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B09</a:t>
              </a:r>
            </a:p>
          </p:txBody>
        </p:sp>
        <p:sp>
          <p:nvSpPr>
            <p:cNvPr id="98" name="TextBox 97">
              <a:extLst>
                <a:ext uri="{FF2B5EF4-FFF2-40B4-BE49-F238E27FC236}">
                  <a16:creationId xmlns:a16="http://schemas.microsoft.com/office/drawing/2014/main" id="{C7D38A0B-3C10-F470-8AA1-2EAD854BB0BA}"/>
                </a:ext>
              </a:extLst>
            </p:cNvPr>
            <p:cNvSpPr txBox="1"/>
            <p:nvPr/>
          </p:nvSpPr>
          <p:spPr>
            <a:xfrm>
              <a:off x="4234009" y="1554811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B10</a:t>
              </a:r>
            </a:p>
          </p:txBody>
        </p:sp>
        <p:sp>
          <p:nvSpPr>
            <p:cNvPr id="99" name="TextBox 98">
              <a:extLst>
                <a:ext uri="{FF2B5EF4-FFF2-40B4-BE49-F238E27FC236}">
                  <a16:creationId xmlns:a16="http://schemas.microsoft.com/office/drawing/2014/main" id="{DBD57EBF-ABA6-477F-4ED7-DED50B20BE8A}"/>
                </a:ext>
              </a:extLst>
            </p:cNvPr>
            <p:cNvSpPr txBox="1"/>
            <p:nvPr/>
          </p:nvSpPr>
          <p:spPr>
            <a:xfrm>
              <a:off x="5553094" y="1559400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B11</a:t>
              </a:r>
            </a:p>
          </p:txBody>
        </p: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9141DA76-5645-7435-7FB4-D32FAF2C4097}"/>
                </a:ext>
              </a:extLst>
            </p:cNvPr>
            <p:cNvSpPr txBox="1"/>
            <p:nvPr/>
          </p:nvSpPr>
          <p:spPr>
            <a:xfrm>
              <a:off x="6614899" y="1559400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B12</a:t>
              </a:r>
            </a:p>
          </p:txBody>
        </p:sp>
        <p:sp>
          <p:nvSpPr>
            <p:cNvPr id="101" name="TextBox 100">
              <a:extLst>
                <a:ext uri="{FF2B5EF4-FFF2-40B4-BE49-F238E27FC236}">
                  <a16:creationId xmlns:a16="http://schemas.microsoft.com/office/drawing/2014/main" id="{1FC1EEC6-863E-48BC-85D8-D8E010A07473}"/>
                </a:ext>
              </a:extLst>
            </p:cNvPr>
            <p:cNvSpPr txBox="1"/>
            <p:nvPr/>
          </p:nvSpPr>
          <p:spPr>
            <a:xfrm>
              <a:off x="7681559" y="1559400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B13</a:t>
              </a:r>
            </a:p>
          </p:txBody>
        </p:sp>
        <p:sp>
          <p:nvSpPr>
            <p:cNvPr id="103" name="Left Bracket 102">
              <a:extLst>
                <a:ext uri="{FF2B5EF4-FFF2-40B4-BE49-F238E27FC236}">
                  <a16:creationId xmlns:a16="http://schemas.microsoft.com/office/drawing/2014/main" id="{01DBF4C6-31C8-E960-2DBE-EB7A84D2D1E7}"/>
                </a:ext>
              </a:extLst>
            </p:cNvPr>
            <p:cNvSpPr/>
            <p:nvPr/>
          </p:nvSpPr>
          <p:spPr>
            <a:xfrm rot="16200000">
              <a:off x="3782830" y="1326095"/>
              <a:ext cx="369333" cy="2035851"/>
            </a:xfrm>
            <a:prstGeom prst="leftBracket">
              <a:avLst/>
            </a:prstGeom>
            <a:ln w="254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4" name="Left Bracket 103">
              <a:extLst>
                <a:ext uri="{FF2B5EF4-FFF2-40B4-BE49-F238E27FC236}">
                  <a16:creationId xmlns:a16="http://schemas.microsoft.com/office/drawing/2014/main" id="{29F2AB79-BD79-6260-AFDC-0E8BE7D9DB67}"/>
                </a:ext>
              </a:extLst>
            </p:cNvPr>
            <p:cNvSpPr/>
            <p:nvPr/>
          </p:nvSpPr>
          <p:spPr>
            <a:xfrm rot="16200000">
              <a:off x="2149604" y="1893489"/>
              <a:ext cx="369333" cy="901063"/>
            </a:xfrm>
            <a:prstGeom prst="leftBracket">
              <a:avLst/>
            </a:prstGeom>
            <a:ln w="254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08" name="Graphic 107" descr="Doctor male with solid fill">
              <a:extLst>
                <a:ext uri="{FF2B5EF4-FFF2-40B4-BE49-F238E27FC236}">
                  <a16:creationId xmlns:a16="http://schemas.microsoft.com/office/drawing/2014/main" id="{3A7FADCE-9A38-3629-E1E4-D027936D6A7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3649068" y="2579234"/>
              <a:ext cx="636856" cy="636856"/>
            </a:xfrm>
            <a:prstGeom prst="rect">
              <a:avLst/>
            </a:prstGeom>
          </p:spPr>
        </p:pic>
        <p:pic>
          <p:nvPicPr>
            <p:cNvPr id="109" name="Graphic 108" descr="Doctor female with solid fill">
              <a:extLst>
                <a:ext uri="{FF2B5EF4-FFF2-40B4-BE49-F238E27FC236}">
                  <a16:creationId xmlns:a16="http://schemas.microsoft.com/office/drawing/2014/main" id="{0D517900-75E5-DE50-D8BF-71012DB3A40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2013368" y="2579234"/>
              <a:ext cx="636856" cy="636856"/>
            </a:xfrm>
            <a:prstGeom prst="rect">
              <a:avLst/>
            </a:prstGeom>
          </p:spPr>
        </p:pic>
        <p:pic>
          <p:nvPicPr>
            <p:cNvPr id="110" name="Graphic 109" descr="Doctor male with solid fill">
              <a:extLst>
                <a:ext uri="{FF2B5EF4-FFF2-40B4-BE49-F238E27FC236}">
                  <a16:creationId xmlns:a16="http://schemas.microsoft.com/office/drawing/2014/main" id="{48967831-D080-4478-220D-D6FCA440919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9285550" y="2524265"/>
              <a:ext cx="636856" cy="636856"/>
            </a:xfrm>
            <a:prstGeom prst="rect">
              <a:avLst/>
            </a:prstGeom>
          </p:spPr>
        </p:pic>
        <p:pic>
          <p:nvPicPr>
            <p:cNvPr id="111" name="Graphic 110" descr="Doctor female with solid fill">
              <a:extLst>
                <a:ext uri="{FF2B5EF4-FFF2-40B4-BE49-F238E27FC236}">
                  <a16:creationId xmlns:a16="http://schemas.microsoft.com/office/drawing/2014/main" id="{C4950B2C-3A2A-14AA-5CE0-BB542D3CBB3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6057340" y="2570222"/>
              <a:ext cx="636856" cy="636856"/>
            </a:xfrm>
            <a:prstGeom prst="rect">
              <a:avLst/>
            </a:prstGeom>
          </p:spPr>
        </p:pic>
        <p:sp>
          <p:nvSpPr>
            <p:cNvPr id="145" name="Rounded Rectangle 144">
              <a:extLst>
                <a:ext uri="{FF2B5EF4-FFF2-40B4-BE49-F238E27FC236}">
                  <a16:creationId xmlns:a16="http://schemas.microsoft.com/office/drawing/2014/main" id="{FC79B5A3-2BB4-7B48-C72E-8D25FD8CC6B9}"/>
                </a:ext>
              </a:extLst>
            </p:cNvPr>
            <p:cNvSpPr/>
            <p:nvPr/>
          </p:nvSpPr>
          <p:spPr>
            <a:xfrm>
              <a:off x="8772875" y="1367293"/>
              <a:ext cx="1662206" cy="2097152"/>
            </a:xfrm>
            <a:prstGeom prst="roundRect">
              <a:avLst>
                <a:gd name="adj" fmla="val 21519"/>
              </a:avLst>
            </a:prstGeom>
            <a:solidFill>
              <a:srgbClr val="00B0F0">
                <a:alpha val="25714"/>
              </a:srgbClr>
            </a:solidFill>
            <a:ln w="34925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46" name="Graphic 145" descr="Sleep with solid fill">
              <a:extLst>
                <a:ext uri="{FF2B5EF4-FFF2-40B4-BE49-F238E27FC236}">
                  <a16:creationId xmlns:a16="http://schemas.microsoft.com/office/drawing/2014/main" id="{91B67877-094C-5F87-1376-CB26AD402FB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rcRect/>
            <a:stretch/>
          </p:blipFill>
          <p:spPr>
            <a:xfrm>
              <a:off x="9243129" y="1636349"/>
              <a:ext cx="634696" cy="634696"/>
            </a:xfrm>
            <a:prstGeom prst="rect">
              <a:avLst/>
            </a:prstGeom>
          </p:spPr>
        </p:pic>
        <p:sp>
          <p:nvSpPr>
            <p:cNvPr id="147" name="TextBox 146">
              <a:extLst>
                <a:ext uri="{FF2B5EF4-FFF2-40B4-BE49-F238E27FC236}">
                  <a16:creationId xmlns:a16="http://schemas.microsoft.com/office/drawing/2014/main" id="{251F4585-4635-F03E-B272-03A1D51B6E9D}"/>
                </a:ext>
              </a:extLst>
            </p:cNvPr>
            <p:cNvSpPr txBox="1"/>
            <p:nvPr/>
          </p:nvSpPr>
          <p:spPr>
            <a:xfrm>
              <a:off x="9266026" y="1486422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B15</a:t>
              </a:r>
            </a:p>
          </p:txBody>
        </p:sp>
        <p:sp>
          <p:nvSpPr>
            <p:cNvPr id="148" name="Left Bracket 147">
              <a:extLst>
                <a:ext uri="{FF2B5EF4-FFF2-40B4-BE49-F238E27FC236}">
                  <a16:creationId xmlns:a16="http://schemas.microsoft.com/office/drawing/2014/main" id="{1DB19B96-4564-FCD5-3291-8A7147D98DB5}"/>
                </a:ext>
              </a:extLst>
            </p:cNvPr>
            <p:cNvSpPr/>
            <p:nvPr/>
          </p:nvSpPr>
          <p:spPr>
            <a:xfrm rot="16200000">
              <a:off x="9375810" y="1829502"/>
              <a:ext cx="369333" cy="901063"/>
            </a:xfrm>
            <a:prstGeom prst="leftBracket">
              <a:avLst/>
            </a:prstGeom>
            <a:ln w="254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0" name="Left Bracket 149">
              <a:extLst>
                <a:ext uri="{FF2B5EF4-FFF2-40B4-BE49-F238E27FC236}">
                  <a16:creationId xmlns:a16="http://schemas.microsoft.com/office/drawing/2014/main" id="{A1267B4B-D30D-A737-8FE8-277F33BA290C}"/>
                </a:ext>
              </a:extLst>
            </p:cNvPr>
            <p:cNvSpPr/>
            <p:nvPr/>
          </p:nvSpPr>
          <p:spPr>
            <a:xfrm rot="16200000">
              <a:off x="6191102" y="1321673"/>
              <a:ext cx="369333" cy="2035851"/>
            </a:xfrm>
            <a:prstGeom prst="leftBracket">
              <a:avLst/>
            </a:prstGeom>
            <a:ln w="254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3" name="Rounded Rectangle 232">
              <a:extLst>
                <a:ext uri="{FF2B5EF4-FFF2-40B4-BE49-F238E27FC236}">
                  <a16:creationId xmlns:a16="http://schemas.microsoft.com/office/drawing/2014/main" id="{09686284-EE10-8ACD-B1A0-67EA65C71F02}"/>
                </a:ext>
              </a:extLst>
            </p:cNvPr>
            <p:cNvSpPr/>
            <p:nvPr/>
          </p:nvSpPr>
          <p:spPr>
            <a:xfrm>
              <a:off x="8772875" y="3637753"/>
              <a:ext cx="1662206" cy="2097152"/>
            </a:xfrm>
            <a:prstGeom prst="roundRect">
              <a:avLst>
                <a:gd name="adj" fmla="val 21519"/>
              </a:avLst>
            </a:prstGeom>
            <a:solidFill>
              <a:srgbClr val="00B0F0">
                <a:alpha val="25714"/>
              </a:srgbClr>
            </a:solidFill>
            <a:ln w="34925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234" name="Graphic 233" descr="Sleep with solid fill">
              <a:extLst>
                <a:ext uri="{FF2B5EF4-FFF2-40B4-BE49-F238E27FC236}">
                  <a16:creationId xmlns:a16="http://schemas.microsoft.com/office/drawing/2014/main" id="{459C560A-39EA-5187-4676-9660B684B6E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rcRect/>
            <a:stretch/>
          </p:blipFill>
          <p:spPr>
            <a:xfrm>
              <a:off x="9243129" y="3906809"/>
              <a:ext cx="634696" cy="634696"/>
            </a:xfrm>
            <a:prstGeom prst="rect">
              <a:avLst/>
            </a:prstGeom>
          </p:spPr>
        </p:pic>
        <p:sp>
          <p:nvSpPr>
            <p:cNvPr id="235" name="TextBox 234">
              <a:extLst>
                <a:ext uri="{FF2B5EF4-FFF2-40B4-BE49-F238E27FC236}">
                  <a16:creationId xmlns:a16="http://schemas.microsoft.com/office/drawing/2014/main" id="{BD598074-88E5-99C4-2135-90DF9FAC96FC}"/>
                </a:ext>
              </a:extLst>
            </p:cNvPr>
            <p:cNvSpPr txBox="1"/>
            <p:nvPr/>
          </p:nvSpPr>
          <p:spPr>
            <a:xfrm>
              <a:off x="9266026" y="3756882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B14</a:t>
              </a:r>
            </a:p>
          </p:txBody>
        </p:sp>
        <p:sp>
          <p:nvSpPr>
            <p:cNvPr id="236" name="Left Bracket 235">
              <a:extLst>
                <a:ext uri="{FF2B5EF4-FFF2-40B4-BE49-F238E27FC236}">
                  <a16:creationId xmlns:a16="http://schemas.microsoft.com/office/drawing/2014/main" id="{68D62CA4-F8B4-DDED-BBA0-A46F3C359524}"/>
                </a:ext>
              </a:extLst>
            </p:cNvPr>
            <p:cNvSpPr/>
            <p:nvPr/>
          </p:nvSpPr>
          <p:spPr>
            <a:xfrm rot="16200000">
              <a:off x="9366214" y="4100317"/>
              <a:ext cx="369333" cy="901063"/>
            </a:xfrm>
            <a:prstGeom prst="leftBracket">
              <a:avLst/>
            </a:prstGeom>
            <a:ln w="254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237" name="Graphic 236" descr="Doctor female with solid fill">
              <a:extLst>
                <a:ext uri="{FF2B5EF4-FFF2-40B4-BE49-F238E27FC236}">
                  <a16:creationId xmlns:a16="http://schemas.microsoft.com/office/drawing/2014/main" id="{A5A5735A-3CD9-0027-1D93-D4F53A380BD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9232453" y="4842814"/>
              <a:ext cx="636856" cy="636856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7646967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29DA9A-4AEF-F740-D1B1-0661DC7059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Group 28">
            <a:extLst>
              <a:ext uri="{FF2B5EF4-FFF2-40B4-BE49-F238E27FC236}">
                <a16:creationId xmlns:a16="http://schemas.microsoft.com/office/drawing/2014/main" id="{177F633E-11C8-3738-4634-063B4163767D}"/>
              </a:ext>
            </a:extLst>
          </p:cNvPr>
          <p:cNvGrpSpPr/>
          <p:nvPr/>
        </p:nvGrpSpPr>
        <p:grpSpPr>
          <a:xfrm>
            <a:off x="1092593" y="957790"/>
            <a:ext cx="10006814" cy="2175446"/>
            <a:chOff x="855237" y="3675232"/>
            <a:chExt cx="10006814" cy="2175446"/>
          </a:xfrm>
        </p:grpSpPr>
        <p:sp>
          <p:nvSpPr>
            <p:cNvPr id="2" name="Rounded Rectangle 1">
              <a:extLst>
                <a:ext uri="{FF2B5EF4-FFF2-40B4-BE49-F238E27FC236}">
                  <a16:creationId xmlns:a16="http://schemas.microsoft.com/office/drawing/2014/main" id="{CA14CC8A-CB15-2D4D-8B37-87C9F7116876}"/>
                </a:ext>
              </a:extLst>
            </p:cNvPr>
            <p:cNvSpPr/>
            <p:nvPr/>
          </p:nvSpPr>
          <p:spPr>
            <a:xfrm>
              <a:off x="855237" y="3753526"/>
              <a:ext cx="4420820" cy="2097152"/>
            </a:xfrm>
            <a:prstGeom prst="roundRect">
              <a:avLst>
                <a:gd name="adj" fmla="val 21519"/>
              </a:avLst>
            </a:prstGeom>
            <a:solidFill>
              <a:srgbClr val="00B0F0">
                <a:alpha val="25714"/>
              </a:srgbClr>
            </a:solidFill>
            <a:ln w="34925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3" name="Graphic 2" descr="Bed with solid fill">
              <a:extLst>
                <a:ext uri="{FF2B5EF4-FFF2-40B4-BE49-F238E27FC236}">
                  <a16:creationId xmlns:a16="http://schemas.microsoft.com/office/drawing/2014/main" id="{89198DAA-3B7D-5778-B142-450548E8B6B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1134876" y="4089112"/>
              <a:ext cx="634696" cy="634696"/>
            </a:xfrm>
            <a:prstGeom prst="rect">
              <a:avLst/>
            </a:prstGeom>
          </p:spPr>
        </p:pic>
        <p:pic>
          <p:nvPicPr>
            <p:cNvPr id="4" name="Graphic 3" descr="Sleep with solid fill">
              <a:extLst>
                <a:ext uri="{FF2B5EF4-FFF2-40B4-BE49-F238E27FC236}">
                  <a16:creationId xmlns:a16="http://schemas.microsoft.com/office/drawing/2014/main" id="{7A5F4C1E-BB6A-E4EB-CEBC-513922071DA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/>
            <a:stretch/>
          </p:blipFill>
          <p:spPr>
            <a:xfrm>
              <a:off x="2200708" y="4089112"/>
              <a:ext cx="634696" cy="634696"/>
            </a:xfrm>
            <a:prstGeom prst="rect">
              <a:avLst/>
            </a:prstGeom>
          </p:spPr>
        </p:pic>
        <p:pic>
          <p:nvPicPr>
            <p:cNvPr id="5" name="Graphic 4" descr="Sleep with solid fill">
              <a:extLst>
                <a:ext uri="{FF2B5EF4-FFF2-40B4-BE49-F238E27FC236}">
                  <a16:creationId xmlns:a16="http://schemas.microsoft.com/office/drawing/2014/main" id="{FDE97C45-A821-4DA5-D46C-F6DE626D821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rcRect/>
            <a:stretch/>
          </p:blipFill>
          <p:spPr>
            <a:xfrm>
              <a:off x="3310041" y="4089112"/>
              <a:ext cx="634696" cy="634696"/>
            </a:xfrm>
            <a:prstGeom prst="rect">
              <a:avLst/>
            </a:prstGeom>
          </p:spPr>
        </p:pic>
        <p:pic>
          <p:nvPicPr>
            <p:cNvPr id="6" name="Graphic 5" descr="Sleep with solid fill">
              <a:extLst>
                <a:ext uri="{FF2B5EF4-FFF2-40B4-BE49-F238E27FC236}">
                  <a16:creationId xmlns:a16="http://schemas.microsoft.com/office/drawing/2014/main" id="{6436BDD8-8A02-9AD0-37E2-59F6A5F4853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rcRect/>
            <a:stretch/>
          </p:blipFill>
          <p:spPr>
            <a:xfrm>
              <a:off x="4375873" y="4089112"/>
              <a:ext cx="634696" cy="634696"/>
            </a:xfrm>
            <a:prstGeom prst="rect">
              <a:avLst/>
            </a:prstGeom>
          </p:spPr>
        </p:pic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BBA1CAFA-3829-27BF-EC04-1AC2C9820DE5}"/>
                </a:ext>
              </a:extLst>
            </p:cNvPr>
            <p:cNvSpPr txBox="1"/>
            <p:nvPr/>
          </p:nvSpPr>
          <p:spPr>
            <a:xfrm>
              <a:off x="1203324" y="3934596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B07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6D339A65-703C-0012-3519-72D879974D34}"/>
                </a:ext>
              </a:extLst>
            </p:cNvPr>
            <p:cNvSpPr txBox="1"/>
            <p:nvPr/>
          </p:nvSpPr>
          <p:spPr>
            <a:xfrm>
              <a:off x="2265129" y="3934596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B08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44CF676A-908A-F2D8-3E9B-7CBE0FF46FF7}"/>
                </a:ext>
              </a:extLst>
            </p:cNvPr>
            <p:cNvSpPr txBox="1"/>
            <p:nvPr/>
          </p:nvSpPr>
          <p:spPr>
            <a:xfrm>
              <a:off x="3331789" y="3934596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B09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2D7E2F9C-CE41-FBA4-A08A-F985BBE3BBDD}"/>
                </a:ext>
              </a:extLst>
            </p:cNvPr>
            <p:cNvSpPr txBox="1"/>
            <p:nvPr/>
          </p:nvSpPr>
          <p:spPr>
            <a:xfrm>
              <a:off x="4421349" y="3934596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B10</a:t>
              </a:r>
            </a:p>
          </p:txBody>
        </p:sp>
        <p:sp>
          <p:nvSpPr>
            <p:cNvPr id="11" name="Left Bracket 10">
              <a:extLst>
                <a:ext uri="{FF2B5EF4-FFF2-40B4-BE49-F238E27FC236}">
                  <a16:creationId xmlns:a16="http://schemas.microsoft.com/office/drawing/2014/main" id="{03C9E5CB-71A8-F93B-FC8D-3E86BFC6636E}"/>
                </a:ext>
              </a:extLst>
            </p:cNvPr>
            <p:cNvSpPr/>
            <p:nvPr/>
          </p:nvSpPr>
          <p:spPr>
            <a:xfrm rot="16200000">
              <a:off x="3970170" y="3705880"/>
              <a:ext cx="369333" cy="2035851"/>
            </a:xfrm>
            <a:prstGeom prst="leftBracket">
              <a:avLst/>
            </a:prstGeom>
            <a:ln w="254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Left Bracket 11">
              <a:extLst>
                <a:ext uri="{FF2B5EF4-FFF2-40B4-BE49-F238E27FC236}">
                  <a16:creationId xmlns:a16="http://schemas.microsoft.com/office/drawing/2014/main" id="{49CDABFC-309B-BD04-A056-C66A4804FE2F}"/>
                </a:ext>
              </a:extLst>
            </p:cNvPr>
            <p:cNvSpPr/>
            <p:nvPr/>
          </p:nvSpPr>
          <p:spPr>
            <a:xfrm rot="16200000">
              <a:off x="2336944" y="4273274"/>
              <a:ext cx="369333" cy="901063"/>
            </a:xfrm>
            <a:prstGeom prst="leftBracket">
              <a:avLst/>
            </a:prstGeom>
            <a:ln w="254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3" name="Graphic 12" descr="Doctor male with solid fill">
              <a:extLst>
                <a:ext uri="{FF2B5EF4-FFF2-40B4-BE49-F238E27FC236}">
                  <a16:creationId xmlns:a16="http://schemas.microsoft.com/office/drawing/2014/main" id="{D7F7D628-A794-DDD3-1EC2-F6D5F9C4D51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3836408" y="4959019"/>
              <a:ext cx="636856" cy="636856"/>
            </a:xfrm>
            <a:prstGeom prst="rect">
              <a:avLst/>
            </a:prstGeom>
          </p:spPr>
        </p:pic>
        <p:pic>
          <p:nvPicPr>
            <p:cNvPr id="14" name="Graphic 13" descr="Doctor female with solid fill">
              <a:extLst>
                <a:ext uri="{FF2B5EF4-FFF2-40B4-BE49-F238E27FC236}">
                  <a16:creationId xmlns:a16="http://schemas.microsoft.com/office/drawing/2014/main" id="{A426156A-4081-20CD-CCC2-46A51FA648B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2200708" y="4959019"/>
              <a:ext cx="636856" cy="636856"/>
            </a:xfrm>
            <a:prstGeom prst="rect">
              <a:avLst/>
            </a:prstGeom>
          </p:spPr>
        </p:pic>
        <p:sp>
          <p:nvSpPr>
            <p:cNvPr id="15" name="Rounded Rectangle 14">
              <a:extLst>
                <a:ext uri="{FF2B5EF4-FFF2-40B4-BE49-F238E27FC236}">
                  <a16:creationId xmlns:a16="http://schemas.microsoft.com/office/drawing/2014/main" id="{46F3DA0C-BBE8-0BC7-2C26-398576EE798D}"/>
                </a:ext>
              </a:extLst>
            </p:cNvPr>
            <p:cNvSpPr/>
            <p:nvPr/>
          </p:nvSpPr>
          <p:spPr>
            <a:xfrm>
              <a:off x="6441231" y="3675232"/>
              <a:ext cx="4420820" cy="2097152"/>
            </a:xfrm>
            <a:prstGeom prst="roundRect">
              <a:avLst>
                <a:gd name="adj" fmla="val 21519"/>
              </a:avLst>
            </a:prstGeom>
            <a:solidFill>
              <a:srgbClr val="00B0F0">
                <a:alpha val="25714"/>
              </a:srgbClr>
            </a:solidFill>
            <a:ln w="34925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6" name="Graphic 15" descr="Sleep with solid fill">
              <a:extLst>
                <a:ext uri="{FF2B5EF4-FFF2-40B4-BE49-F238E27FC236}">
                  <a16:creationId xmlns:a16="http://schemas.microsoft.com/office/drawing/2014/main" id="{F335BE43-8851-5AD4-6571-91107293C3A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rcRect/>
            <a:stretch/>
          </p:blipFill>
          <p:spPr>
            <a:xfrm>
              <a:off x="6720870" y="4010818"/>
              <a:ext cx="634696" cy="634696"/>
            </a:xfrm>
            <a:prstGeom prst="rect">
              <a:avLst/>
            </a:prstGeom>
          </p:spPr>
        </p:pic>
        <p:pic>
          <p:nvPicPr>
            <p:cNvPr id="17" name="Graphic 16" descr="Sleep with solid fill">
              <a:extLst>
                <a:ext uri="{FF2B5EF4-FFF2-40B4-BE49-F238E27FC236}">
                  <a16:creationId xmlns:a16="http://schemas.microsoft.com/office/drawing/2014/main" id="{E3439103-DBC8-E893-AFF9-81F586587F7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rcRect/>
            <a:stretch/>
          </p:blipFill>
          <p:spPr>
            <a:xfrm>
              <a:off x="7786702" y="4010818"/>
              <a:ext cx="634696" cy="634696"/>
            </a:xfrm>
            <a:prstGeom prst="rect">
              <a:avLst/>
            </a:prstGeom>
          </p:spPr>
        </p:pic>
        <p:pic>
          <p:nvPicPr>
            <p:cNvPr id="18" name="Graphic 17" descr="Sleep with solid fill">
              <a:extLst>
                <a:ext uri="{FF2B5EF4-FFF2-40B4-BE49-F238E27FC236}">
                  <a16:creationId xmlns:a16="http://schemas.microsoft.com/office/drawing/2014/main" id="{099C2FEA-458B-E744-FE45-91818E01D29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/>
            <a:stretch/>
          </p:blipFill>
          <p:spPr>
            <a:xfrm>
              <a:off x="8896035" y="4010818"/>
              <a:ext cx="634696" cy="634696"/>
            </a:xfrm>
            <a:prstGeom prst="rect">
              <a:avLst/>
            </a:prstGeom>
          </p:spPr>
        </p:pic>
        <p:pic>
          <p:nvPicPr>
            <p:cNvPr id="19" name="Graphic 18" descr="Bed with solid fill">
              <a:extLst>
                <a:ext uri="{FF2B5EF4-FFF2-40B4-BE49-F238E27FC236}">
                  <a16:creationId xmlns:a16="http://schemas.microsoft.com/office/drawing/2014/main" id="{8C4E4EB5-F427-5331-BEDB-E73245F476F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9961867" y="4010818"/>
              <a:ext cx="634696" cy="634696"/>
            </a:xfrm>
            <a:prstGeom prst="rect">
              <a:avLst/>
            </a:prstGeom>
          </p:spPr>
        </p:pic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666D3A7E-C03A-6501-BB4F-3BA1025BA944}"/>
                </a:ext>
              </a:extLst>
            </p:cNvPr>
            <p:cNvSpPr txBox="1"/>
            <p:nvPr/>
          </p:nvSpPr>
          <p:spPr>
            <a:xfrm>
              <a:off x="6789318" y="3856302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B07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EB9040FB-C23E-E211-5224-07EC2B3AFC44}"/>
                </a:ext>
              </a:extLst>
            </p:cNvPr>
            <p:cNvSpPr txBox="1"/>
            <p:nvPr/>
          </p:nvSpPr>
          <p:spPr>
            <a:xfrm>
              <a:off x="7851123" y="3856302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B08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D5E2F948-003F-A991-F97D-D7EC95DEBC8B}"/>
                </a:ext>
              </a:extLst>
            </p:cNvPr>
            <p:cNvSpPr txBox="1"/>
            <p:nvPr/>
          </p:nvSpPr>
          <p:spPr>
            <a:xfrm>
              <a:off x="8917783" y="3856302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B09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E0AF3491-AF1F-3134-8947-9DE22B2707F3}"/>
                </a:ext>
              </a:extLst>
            </p:cNvPr>
            <p:cNvSpPr txBox="1"/>
            <p:nvPr/>
          </p:nvSpPr>
          <p:spPr>
            <a:xfrm>
              <a:off x="10007343" y="3856302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B10</a:t>
              </a:r>
            </a:p>
          </p:txBody>
        </p:sp>
        <p:sp>
          <p:nvSpPr>
            <p:cNvPr id="24" name="Left Bracket 23">
              <a:extLst>
                <a:ext uri="{FF2B5EF4-FFF2-40B4-BE49-F238E27FC236}">
                  <a16:creationId xmlns:a16="http://schemas.microsoft.com/office/drawing/2014/main" id="{3A51DC4E-52DB-1E18-C464-A6B642BA704F}"/>
                </a:ext>
              </a:extLst>
            </p:cNvPr>
            <p:cNvSpPr/>
            <p:nvPr/>
          </p:nvSpPr>
          <p:spPr>
            <a:xfrm rot="16200000">
              <a:off x="7404037" y="3627586"/>
              <a:ext cx="369333" cy="2035851"/>
            </a:xfrm>
            <a:prstGeom prst="leftBracket">
              <a:avLst/>
            </a:prstGeom>
            <a:ln w="254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Left Bracket 24">
              <a:extLst>
                <a:ext uri="{FF2B5EF4-FFF2-40B4-BE49-F238E27FC236}">
                  <a16:creationId xmlns:a16="http://schemas.microsoft.com/office/drawing/2014/main" id="{2DEF8DA3-CAC7-EBF9-EA14-44CFE67142DD}"/>
                </a:ext>
              </a:extLst>
            </p:cNvPr>
            <p:cNvSpPr/>
            <p:nvPr/>
          </p:nvSpPr>
          <p:spPr>
            <a:xfrm rot="16200000">
              <a:off x="9048730" y="4194979"/>
              <a:ext cx="369333" cy="901063"/>
            </a:xfrm>
            <a:prstGeom prst="leftBracket">
              <a:avLst/>
            </a:prstGeom>
            <a:ln w="254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26" name="Graphic 25" descr="Doctor male with solid fill">
              <a:extLst>
                <a:ext uri="{FF2B5EF4-FFF2-40B4-BE49-F238E27FC236}">
                  <a16:creationId xmlns:a16="http://schemas.microsoft.com/office/drawing/2014/main" id="{C0EA918C-6248-8022-85FE-4252B5CC9FA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7316445" y="4880725"/>
              <a:ext cx="636856" cy="636856"/>
            </a:xfrm>
            <a:prstGeom prst="rect">
              <a:avLst/>
            </a:prstGeom>
          </p:spPr>
        </p:pic>
        <p:pic>
          <p:nvPicPr>
            <p:cNvPr id="27" name="Graphic 26" descr="Doctor female with solid fill">
              <a:extLst>
                <a:ext uri="{FF2B5EF4-FFF2-40B4-BE49-F238E27FC236}">
                  <a16:creationId xmlns:a16="http://schemas.microsoft.com/office/drawing/2014/main" id="{1EF3B3A6-8F8C-617D-C464-E6D8CBB3E0E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8883053" y="4880454"/>
              <a:ext cx="636856" cy="636856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E689DF48-81DE-4FA9-BB31-E8187753F097}"/>
                    </a:ext>
                  </a:extLst>
                </p:cNvPr>
                <p:cNvSpPr txBox="1"/>
                <p:nvPr/>
              </p:nvSpPr>
              <p:spPr>
                <a:xfrm>
                  <a:off x="5434255" y="4149177"/>
                  <a:ext cx="844783" cy="110799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GB" sz="7200" b="0" i="1" smtClean="0">
                            <a:latin typeface="Cambria Math" panose="02040503050406030204" pitchFamily="18" charset="0"/>
                          </a:rPr>
                          <m:t>~</m:t>
                        </m:r>
                      </m:oMath>
                    </m:oMathPara>
                  </a14:m>
                  <a:endParaRPr lang="en-US" sz="7200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E689DF48-81DE-4FA9-BB31-E8187753F09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34255" y="4149177"/>
                  <a:ext cx="844783" cy="1107996"/>
                </a:xfrm>
                <a:prstGeom prst="rect">
                  <a:avLst/>
                </a:prstGeom>
                <a:blipFill>
                  <a:blip r:embed="rId12"/>
                  <a:stretch>
                    <a:fillRect l="-8824" r="-882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9535193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67923A-A64A-7447-5203-0016D3EF0F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4" name="Group 213">
            <a:extLst>
              <a:ext uri="{FF2B5EF4-FFF2-40B4-BE49-F238E27FC236}">
                <a16:creationId xmlns:a16="http://schemas.microsoft.com/office/drawing/2014/main" id="{3406806A-B2F0-AF0B-E0F9-CA9B33A87237}"/>
              </a:ext>
            </a:extLst>
          </p:cNvPr>
          <p:cNvGrpSpPr/>
          <p:nvPr/>
        </p:nvGrpSpPr>
        <p:grpSpPr>
          <a:xfrm>
            <a:off x="-3835404" y="-10479"/>
            <a:ext cx="20853201" cy="8781048"/>
            <a:chOff x="-3835404" y="-10479"/>
            <a:chExt cx="20853201" cy="8781048"/>
          </a:xfrm>
        </p:grpSpPr>
        <p:sp>
          <p:nvSpPr>
            <p:cNvPr id="337" name="Rectangle 336">
              <a:extLst>
                <a:ext uri="{FF2B5EF4-FFF2-40B4-BE49-F238E27FC236}">
                  <a16:creationId xmlns:a16="http://schemas.microsoft.com/office/drawing/2014/main" id="{61F89ED9-9119-E662-712B-B7A671A387F0}"/>
                </a:ext>
              </a:extLst>
            </p:cNvPr>
            <p:cNvSpPr/>
            <p:nvPr/>
          </p:nvSpPr>
          <p:spPr>
            <a:xfrm>
              <a:off x="8940597" y="3700235"/>
              <a:ext cx="8077200" cy="18796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8" name="Rectangle 337">
              <a:extLst>
                <a:ext uri="{FF2B5EF4-FFF2-40B4-BE49-F238E27FC236}">
                  <a16:creationId xmlns:a16="http://schemas.microsoft.com/office/drawing/2014/main" id="{0EAA1071-5625-5587-6A42-56E972270A35}"/>
                </a:ext>
              </a:extLst>
            </p:cNvPr>
            <p:cNvSpPr/>
            <p:nvPr/>
          </p:nvSpPr>
          <p:spPr>
            <a:xfrm>
              <a:off x="-3835404" y="3717244"/>
              <a:ext cx="8077200" cy="18796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7" name="Rectangle 366">
              <a:extLst>
                <a:ext uri="{FF2B5EF4-FFF2-40B4-BE49-F238E27FC236}">
                  <a16:creationId xmlns:a16="http://schemas.microsoft.com/office/drawing/2014/main" id="{7175FE95-7A57-E4F8-E77E-DF2602A0BA2B}"/>
                </a:ext>
              </a:extLst>
            </p:cNvPr>
            <p:cNvSpPr/>
            <p:nvPr/>
          </p:nvSpPr>
          <p:spPr>
            <a:xfrm>
              <a:off x="5234576" y="-10479"/>
              <a:ext cx="959007" cy="18796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8" name="Rectangle 367">
              <a:extLst>
                <a:ext uri="{FF2B5EF4-FFF2-40B4-BE49-F238E27FC236}">
                  <a16:creationId xmlns:a16="http://schemas.microsoft.com/office/drawing/2014/main" id="{54E8CE25-7E6E-F727-0B17-7BCB16682BAA}"/>
                </a:ext>
              </a:extLst>
            </p:cNvPr>
            <p:cNvSpPr/>
            <p:nvPr/>
          </p:nvSpPr>
          <p:spPr>
            <a:xfrm>
              <a:off x="7040249" y="0"/>
              <a:ext cx="1027604" cy="18796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8" name="Rounded Rectangle 247">
              <a:extLst>
                <a:ext uri="{FF2B5EF4-FFF2-40B4-BE49-F238E27FC236}">
                  <a16:creationId xmlns:a16="http://schemas.microsoft.com/office/drawing/2014/main" id="{BAAB3F55-0282-BDD5-F488-5EA42E12816F}"/>
                </a:ext>
              </a:extLst>
            </p:cNvPr>
            <p:cNvSpPr/>
            <p:nvPr/>
          </p:nvSpPr>
          <p:spPr>
            <a:xfrm>
              <a:off x="2524898" y="339099"/>
              <a:ext cx="4413929" cy="1216301"/>
            </a:xfrm>
            <a:prstGeom prst="roundRect">
              <a:avLst>
                <a:gd name="adj" fmla="val 36591"/>
              </a:avLst>
            </a:prstGeom>
            <a:solidFill>
              <a:srgbClr val="00B0F0">
                <a:alpha val="25714"/>
              </a:srgbClr>
            </a:solidFill>
            <a:ln w="34925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9" name="Rounded Rectangle 268">
              <a:extLst>
                <a:ext uri="{FF2B5EF4-FFF2-40B4-BE49-F238E27FC236}">
                  <a16:creationId xmlns:a16="http://schemas.microsoft.com/office/drawing/2014/main" id="{7A02F870-0B88-DB00-ADBB-6C43903FE80A}"/>
                </a:ext>
              </a:extLst>
            </p:cNvPr>
            <p:cNvSpPr/>
            <p:nvPr/>
          </p:nvSpPr>
          <p:spPr>
            <a:xfrm>
              <a:off x="7010986" y="355037"/>
              <a:ext cx="3208180" cy="1216301"/>
            </a:xfrm>
            <a:prstGeom prst="roundRect">
              <a:avLst>
                <a:gd name="adj" fmla="val 36591"/>
              </a:avLst>
            </a:prstGeom>
            <a:solidFill>
              <a:srgbClr val="00B0F0">
                <a:alpha val="25714"/>
              </a:srgbClr>
            </a:solidFill>
            <a:ln w="34925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7" name="Rounded Rectangle 276">
              <a:extLst>
                <a:ext uri="{FF2B5EF4-FFF2-40B4-BE49-F238E27FC236}">
                  <a16:creationId xmlns:a16="http://schemas.microsoft.com/office/drawing/2014/main" id="{971150EC-FFA1-541A-EBA3-11E7F725F6CE}"/>
                </a:ext>
              </a:extLst>
            </p:cNvPr>
            <p:cNvSpPr/>
            <p:nvPr/>
          </p:nvSpPr>
          <p:spPr>
            <a:xfrm>
              <a:off x="-3622691" y="3966219"/>
              <a:ext cx="4413929" cy="1216301"/>
            </a:xfrm>
            <a:prstGeom prst="roundRect">
              <a:avLst>
                <a:gd name="adj" fmla="val 36591"/>
              </a:avLst>
            </a:prstGeom>
            <a:solidFill>
              <a:srgbClr val="00B0F0">
                <a:alpha val="25714"/>
              </a:srgbClr>
            </a:solidFill>
            <a:ln w="34925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5" name="Rounded Rectangle 284">
              <a:extLst>
                <a:ext uri="{FF2B5EF4-FFF2-40B4-BE49-F238E27FC236}">
                  <a16:creationId xmlns:a16="http://schemas.microsoft.com/office/drawing/2014/main" id="{5E95108E-FF31-B567-B4D2-6C30A149F62F}"/>
                </a:ext>
              </a:extLst>
            </p:cNvPr>
            <p:cNvSpPr/>
            <p:nvPr/>
          </p:nvSpPr>
          <p:spPr>
            <a:xfrm>
              <a:off x="863397" y="3982157"/>
              <a:ext cx="3208180" cy="1216301"/>
            </a:xfrm>
            <a:prstGeom prst="roundRect">
              <a:avLst>
                <a:gd name="adj" fmla="val 36591"/>
              </a:avLst>
            </a:prstGeom>
            <a:solidFill>
              <a:srgbClr val="00B0F0">
                <a:alpha val="25714"/>
              </a:srgbClr>
            </a:solidFill>
            <a:ln w="34925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3" name="Rounded Rectangle 292">
              <a:extLst>
                <a:ext uri="{FF2B5EF4-FFF2-40B4-BE49-F238E27FC236}">
                  <a16:creationId xmlns:a16="http://schemas.microsoft.com/office/drawing/2014/main" id="{A784976C-518F-FCC3-2A5C-EC819D5E2FE9}"/>
                </a:ext>
              </a:extLst>
            </p:cNvPr>
            <p:cNvSpPr/>
            <p:nvPr/>
          </p:nvSpPr>
          <p:spPr>
            <a:xfrm>
              <a:off x="9142940" y="3914366"/>
              <a:ext cx="4413929" cy="1216301"/>
            </a:xfrm>
            <a:prstGeom prst="roundRect">
              <a:avLst>
                <a:gd name="adj" fmla="val 36591"/>
              </a:avLst>
            </a:prstGeom>
            <a:solidFill>
              <a:srgbClr val="00B0F0">
                <a:alpha val="25714"/>
              </a:srgbClr>
            </a:solidFill>
            <a:ln w="34925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1" name="Rounded Rectangle 300">
              <a:extLst>
                <a:ext uri="{FF2B5EF4-FFF2-40B4-BE49-F238E27FC236}">
                  <a16:creationId xmlns:a16="http://schemas.microsoft.com/office/drawing/2014/main" id="{A623A268-B9AB-9E8E-BDB7-D1DB93E73FB8}"/>
                </a:ext>
              </a:extLst>
            </p:cNvPr>
            <p:cNvSpPr/>
            <p:nvPr/>
          </p:nvSpPr>
          <p:spPr>
            <a:xfrm>
              <a:off x="13629028" y="3930304"/>
              <a:ext cx="3208180" cy="1216301"/>
            </a:xfrm>
            <a:prstGeom prst="roundRect">
              <a:avLst>
                <a:gd name="adj" fmla="val 36591"/>
              </a:avLst>
            </a:prstGeom>
            <a:solidFill>
              <a:srgbClr val="00B0F0">
                <a:alpha val="25714"/>
              </a:srgbClr>
            </a:solidFill>
            <a:ln w="34925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240" name="Graphic 239" descr="Sleep with solid fill">
              <a:extLst>
                <a:ext uri="{FF2B5EF4-FFF2-40B4-BE49-F238E27FC236}">
                  <a16:creationId xmlns:a16="http://schemas.microsoft.com/office/drawing/2014/main" id="{3CD1EC67-F57D-92F8-5DE2-7ABA01A3243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2810982" y="696621"/>
              <a:ext cx="634696" cy="634696"/>
            </a:xfrm>
            <a:prstGeom prst="rect">
              <a:avLst/>
            </a:prstGeom>
          </p:spPr>
        </p:pic>
        <p:pic>
          <p:nvPicPr>
            <p:cNvPr id="241" name="Graphic 240" descr="Bed with solid fill">
              <a:extLst>
                <a:ext uri="{FF2B5EF4-FFF2-40B4-BE49-F238E27FC236}">
                  <a16:creationId xmlns:a16="http://schemas.microsoft.com/office/drawing/2014/main" id="{6695471A-D6A9-D1D1-0115-D8B3C2ADFD7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/>
            <a:stretch/>
          </p:blipFill>
          <p:spPr>
            <a:xfrm>
              <a:off x="3876814" y="696621"/>
              <a:ext cx="634696" cy="634696"/>
            </a:xfrm>
            <a:prstGeom prst="rect">
              <a:avLst/>
            </a:prstGeom>
          </p:spPr>
        </p:pic>
        <p:pic>
          <p:nvPicPr>
            <p:cNvPr id="242" name="Graphic 241" descr="Bed with solid fill">
              <a:extLst>
                <a:ext uri="{FF2B5EF4-FFF2-40B4-BE49-F238E27FC236}">
                  <a16:creationId xmlns:a16="http://schemas.microsoft.com/office/drawing/2014/main" id="{0264FEF3-D28E-0981-9CCE-2AA9F871C97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rcRect/>
            <a:stretch/>
          </p:blipFill>
          <p:spPr>
            <a:xfrm>
              <a:off x="4986147" y="696621"/>
              <a:ext cx="634696" cy="634696"/>
            </a:xfrm>
            <a:prstGeom prst="rect">
              <a:avLst/>
            </a:prstGeom>
          </p:spPr>
        </p:pic>
        <p:pic>
          <p:nvPicPr>
            <p:cNvPr id="243" name="Graphic 242" descr="Sleep with solid fill">
              <a:extLst>
                <a:ext uri="{FF2B5EF4-FFF2-40B4-BE49-F238E27FC236}">
                  <a16:creationId xmlns:a16="http://schemas.microsoft.com/office/drawing/2014/main" id="{852EF58C-A25F-A08D-7FC1-4CFE7D8566D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6051979" y="696621"/>
              <a:ext cx="634696" cy="634696"/>
            </a:xfrm>
            <a:prstGeom prst="rect">
              <a:avLst/>
            </a:prstGeom>
          </p:spPr>
        </p:pic>
        <p:pic>
          <p:nvPicPr>
            <p:cNvPr id="244" name="Graphic 243" descr="Bed with solid fill">
              <a:extLst>
                <a:ext uri="{FF2B5EF4-FFF2-40B4-BE49-F238E27FC236}">
                  <a16:creationId xmlns:a16="http://schemas.microsoft.com/office/drawing/2014/main" id="{4B20BE29-DA3F-0E0C-6A1C-67527BD12A8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/>
            <a:stretch/>
          </p:blipFill>
          <p:spPr>
            <a:xfrm>
              <a:off x="7171380" y="696621"/>
              <a:ext cx="634696" cy="634696"/>
            </a:xfrm>
            <a:prstGeom prst="rect">
              <a:avLst/>
            </a:prstGeom>
          </p:spPr>
        </p:pic>
        <p:pic>
          <p:nvPicPr>
            <p:cNvPr id="245" name="Graphic 244" descr="Sleep with solid fill">
              <a:extLst>
                <a:ext uri="{FF2B5EF4-FFF2-40B4-BE49-F238E27FC236}">
                  <a16:creationId xmlns:a16="http://schemas.microsoft.com/office/drawing/2014/main" id="{A52BDAD3-361C-1463-7E67-57050A94F94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rcRect/>
            <a:stretch/>
          </p:blipFill>
          <p:spPr>
            <a:xfrm>
              <a:off x="8237212" y="696621"/>
              <a:ext cx="634696" cy="634696"/>
            </a:xfrm>
            <a:prstGeom prst="rect">
              <a:avLst/>
            </a:prstGeom>
          </p:spPr>
        </p:pic>
        <p:pic>
          <p:nvPicPr>
            <p:cNvPr id="246" name="Graphic 245" descr="Bed with solid fill">
              <a:extLst>
                <a:ext uri="{FF2B5EF4-FFF2-40B4-BE49-F238E27FC236}">
                  <a16:creationId xmlns:a16="http://schemas.microsoft.com/office/drawing/2014/main" id="{974DDC70-6CF2-410F-B25B-2AFD0038F8A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/>
            <a:stretch/>
          </p:blipFill>
          <p:spPr>
            <a:xfrm>
              <a:off x="9346545" y="696621"/>
              <a:ext cx="634696" cy="634696"/>
            </a:xfrm>
            <a:prstGeom prst="rect">
              <a:avLst/>
            </a:prstGeom>
          </p:spPr>
        </p:pic>
        <p:sp>
          <p:nvSpPr>
            <p:cNvPr id="259" name="TextBox 258">
              <a:extLst>
                <a:ext uri="{FF2B5EF4-FFF2-40B4-BE49-F238E27FC236}">
                  <a16:creationId xmlns:a16="http://schemas.microsoft.com/office/drawing/2014/main" id="{B3FD82C9-05B8-E3C9-B9B4-B0259BB9BEEE}"/>
                </a:ext>
              </a:extLst>
            </p:cNvPr>
            <p:cNvSpPr txBox="1"/>
            <p:nvPr/>
          </p:nvSpPr>
          <p:spPr>
            <a:xfrm>
              <a:off x="2879430" y="532896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B07</a:t>
              </a:r>
            </a:p>
          </p:txBody>
        </p:sp>
        <p:sp>
          <p:nvSpPr>
            <p:cNvPr id="260" name="TextBox 259">
              <a:extLst>
                <a:ext uri="{FF2B5EF4-FFF2-40B4-BE49-F238E27FC236}">
                  <a16:creationId xmlns:a16="http://schemas.microsoft.com/office/drawing/2014/main" id="{D393BF82-C0FA-9BC9-12B9-5A4E06DF7C10}"/>
                </a:ext>
              </a:extLst>
            </p:cNvPr>
            <p:cNvSpPr txBox="1"/>
            <p:nvPr/>
          </p:nvSpPr>
          <p:spPr>
            <a:xfrm>
              <a:off x="3941235" y="532896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B08</a:t>
              </a:r>
            </a:p>
          </p:txBody>
        </p:sp>
        <p:sp>
          <p:nvSpPr>
            <p:cNvPr id="261" name="TextBox 260">
              <a:extLst>
                <a:ext uri="{FF2B5EF4-FFF2-40B4-BE49-F238E27FC236}">
                  <a16:creationId xmlns:a16="http://schemas.microsoft.com/office/drawing/2014/main" id="{1201AF27-DA83-14E9-C51A-E05979D3C19D}"/>
                </a:ext>
              </a:extLst>
            </p:cNvPr>
            <p:cNvSpPr txBox="1"/>
            <p:nvPr/>
          </p:nvSpPr>
          <p:spPr>
            <a:xfrm>
              <a:off x="5007895" y="532896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B09</a:t>
              </a:r>
            </a:p>
          </p:txBody>
        </p:sp>
        <p:sp>
          <p:nvSpPr>
            <p:cNvPr id="262" name="TextBox 261">
              <a:extLst>
                <a:ext uri="{FF2B5EF4-FFF2-40B4-BE49-F238E27FC236}">
                  <a16:creationId xmlns:a16="http://schemas.microsoft.com/office/drawing/2014/main" id="{A90B992C-EF65-76BF-1DCD-EF0CC49AD157}"/>
                </a:ext>
              </a:extLst>
            </p:cNvPr>
            <p:cNvSpPr txBox="1"/>
            <p:nvPr/>
          </p:nvSpPr>
          <p:spPr>
            <a:xfrm>
              <a:off x="6097455" y="532896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B10</a:t>
              </a:r>
            </a:p>
          </p:txBody>
        </p:sp>
        <p:sp>
          <p:nvSpPr>
            <p:cNvPr id="263" name="TextBox 262">
              <a:extLst>
                <a:ext uri="{FF2B5EF4-FFF2-40B4-BE49-F238E27FC236}">
                  <a16:creationId xmlns:a16="http://schemas.microsoft.com/office/drawing/2014/main" id="{0D523EF9-91C4-036C-795C-1B026539243D}"/>
                </a:ext>
              </a:extLst>
            </p:cNvPr>
            <p:cNvSpPr txBox="1"/>
            <p:nvPr/>
          </p:nvSpPr>
          <p:spPr>
            <a:xfrm>
              <a:off x="7217249" y="537485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B11</a:t>
              </a:r>
            </a:p>
          </p:txBody>
        </p:sp>
        <p:sp>
          <p:nvSpPr>
            <p:cNvPr id="264" name="TextBox 263">
              <a:extLst>
                <a:ext uri="{FF2B5EF4-FFF2-40B4-BE49-F238E27FC236}">
                  <a16:creationId xmlns:a16="http://schemas.microsoft.com/office/drawing/2014/main" id="{B986ABA0-3C51-185E-C11A-8592C652D434}"/>
                </a:ext>
              </a:extLst>
            </p:cNvPr>
            <p:cNvSpPr txBox="1"/>
            <p:nvPr/>
          </p:nvSpPr>
          <p:spPr>
            <a:xfrm>
              <a:off x="8279054" y="537485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B12</a:t>
              </a:r>
            </a:p>
          </p:txBody>
        </p:sp>
        <p:sp>
          <p:nvSpPr>
            <p:cNvPr id="265" name="TextBox 264">
              <a:extLst>
                <a:ext uri="{FF2B5EF4-FFF2-40B4-BE49-F238E27FC236}">
                  <a16:creationId xmlns:a16="http://schemas.microsoft.com/office/drawing/2014/main" id="{3F96256B-50FF-AD69-8DD0-E0CBBFDA869A}"/>
                </a:ext>
              </a:extLst>
            </p:cNvPr>
            <p:cNvSpPr txBox="1"/>
            <p:nvPr/>
          </p:nvSpPr>
          <p:spPr>
            <a:xfrm>
              <a:off x="9345714" y="537485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B13</a:t>
              </a:r>
            </a:p>
          </p:txBody>
        </p:sp>
        <p:pic>
          <p:nvPicPr>
            <p:cNvPr id="270" name="Graphic 269" descr="Sleep with solid fill">
              <a:extLst>
                <a:ext uri="{FF2B5EF4-FFF2-40B4-BE49-F238E27FC236}">
                  <a16:creationId xmlns:a16="http://schemas.microsoft.com/office/drawing/2014/main" id="{28E915A9-6EF2-9344-3A9E-E49066F3D26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rcRect/>
            <a:stretch/>
          </p:blipFill>
          <p:spPr>
            <a:xfrm>
              <a:off x="-3336607" y="4323741"/>
              <a:ext cx="634696" cy="634696"/>
            </a:xfrm>
            <a:prstGeom prst="rect">
              <a:avLst/>
            </a:prstGeom>
          </p:spPr>
        </p:pic>
        <p:pic>
          <p:nvPicPr>
            <p:cNvPr id="271" name="Graphic 270" descr="Bed with solid fill">
              <a:extLst>
                <a:ext uri="{FF2B5EF4-FFF2-40B4-BE49-F238E27FC236}">
                  <a16:creationId xmlns:a16="http://schemas.microsoft.com/office/drawing/2014/main" id="{3AD02126-D26D-185E-5798-D738A30FA30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/>
            <a:stretch/>
          </p:blipFill>
          <p:spPr>
            <a:xfrm>
              <a:off x="-2270775" y="4323741"/>
              <a:ext cx="634696" cy="634696"/>
            </a:xfrm>
            <a:prstGeom prst="rect">
              <a:avLst/>
            </a:prstGeom>
          </p:spPr>
        </p:pic>
        <p:pic>
          <p:nvPicPr>
            <p:cNvPr id="272" name="Graphic 271" descr="Bed with solid fill">
              <a:extLst>
                <a:ext uri="{FF2B5EF4-FFF2-40B4-BE49-F238E27FC236}">
                  <a16:creationId xmlns:a16="http://schemas.microsoft.com/office/drawing/2014/main" id="{008EDC99-941D-828B-8EC7-38AD475AAC6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rcRect/>
            <a:stretch/>
          </p:blipFill>
          <p:spPr>
            <a:xfrm>
              <a:off x="-1161442" y="4323741"/>
              <a:ext cx="634696" cy="634696"/>
            </a:xfrm>
            <a:prstGeom prst="rect">
              <a:avLst/>
            </a:prstGeom>
          </p:spPr>
        </p:pic>
        <p:pic>
          <p:nvPicPr>
            <p:cNvPr id="273" name="Graphic 272" descr="Sleep with solid fill">
              <a:extLst>
                <a:ext uri="{FF2B5EF4-FFF2-40B4-BE49-F238E27FC236}">
                  <a16:creationId xmlns:a16="http://schemas.microsoft.com/office/drawing/2014/main" id="{618EE3C0-CE81-31EA-64F9-B925DF4F6F9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-95610" y="4323741"/>
              <a:ext cx="634696" cy="634696"/>
            </a:xfrm>
            <a:prstGeom prst="rect">
              <a:avLst/>
            </a:prstGeom>
          </p:spPr>
        </p:pic>
        <p:pic>
          <p:nvPicPr>
            <p:cNvPr id="274" name="Graphic 273" descr="Sleep with solid fill">
              <a:extLst>
                <a:ext uri="{FF2B5EF4-FFF2-40B4-BE49-F238E27FC236}">
                  <a16:creationId xmlns:a16="http://schemas.microsoft.com/office/drawing/2014/main" id="{E2319643-9C7D-41EB-D781-DC621622927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1023791" y="4323741"/>
              <a:ext cx="634696" cy="634696"/>
            </a:xfrm>
            <a:prstGeom prst="rect">
              <a:avLst/>
            </a:prstGeom>
          </p:spPr>
        </p:pic>
        <p:pic>
          <p:nvPicPr>
            <p:cNvPr id="275" name="Graphic 274" descr="Sleep with solid fill">
              <a:extLst>
                <a:ext uri="{FF2B5EF4-FFF2-40B4-BE49-F238E27FC236}">
                  <a16:creationId xmlns:a16="http://schemas.microsoft.com/office/drawing/2014/main" id="{26D8135D-81D4-0CCD-8ADB-A31CD6CDD89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rcRect/>
            <a:stretch/>
          </p:blipFill>
          <p:spPr>
            <a:xfrm>
              <a:off x="2089623" y="4323741"/>
              <a:ext cx="634696" cy="634696"/>
            </a:xfrm>
            <a:prstGeom prst="rect">
              <a:avLst/>
            </a:prstGeom>
          </p:spPr>
        </p:pic>
        <p:pic>
          <p:nvPicPr>
            <p:cNvPr id="276" name="Graphic 275" descr="Bed with solid fill">
              <a:extLst>
                <a:ext uri="{FF2B5EF4-FFF2-40B4-BE49-F238E27FC236}">
                  <a16:creationId xmlns:a16="http://schemas.microsoft.com/office/drawing/2014/main" id="{A6838EC2-96B2-7C1D-D399-403B6DDFB88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/>
            <a:stretch/>
          </p:blipFill>
          <p:spPr>
            <a:xfrm>
              <a:off x="3198956" y="4323741"/>
              <a:ext cx="634696" cy="634696"/>
            </a:xfrm>
            <a:prstGeom prst="rect">
              <a:avLst/>
            </a:prstGeom>
          </p:spPr>
        </p:pic>
        <p:sp>
          <p:nvSpPr>
            <p:cNvPr id="278" name="TextBox 277">
              <a:extLst>
                <a:ext uri="{FF2B5EF4-FFF2-40B4-BE49-F238E27FC236}">
                  <a16:creationId xmlns:a16="http://schemas.microsoft.com/office/drawing/2014/main" id="{B0EF4F86-F836-2A56-EE07-F00D75EA979A}"/>
                </a:ext>
              </a:extLst>
            </p:cNvPr>
            <p:cNvSpPr txBox="1"/>
            <p:nvPr/>
          </p:nvSpPr>
          <p:spPr>
            <a:xfrm>
              <a:off x="-3268159" y="4160016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B07</a:t>
              </a:r>
            </a:p>
          </p:txBody>
        </p:sp>
        <p:sp>
          <p:nvSpPr>
            <p:cNvPr id="279" name="TextBox 278">
              <a:extLst>
                <a:ext uri="{FF2B5EF4-FFF2-40B4-BE49-F238E27FC236}">
                  <a16:creationId xmlns:a16="http://schemas.microsoft.com/office/drawing/2014/main" id="{18365E4F-02F6-B925-29B8-A37830051D8E}"/>
                </a:ext>
              </a:extLst>
            </p:cNvPr>
            <p:cNvSpPr txBox="1"/>
            <p:nvPr/>
          </p:nvSpPr>
          <p:spPr>
            <a:xfrm>
              <a:off x="-2206354" y="4160016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B08</a:t>
              </a:r>
            </a:p>
          </p:txBody>
        </p:sp>
        <p:sp>
          <p:nvSpPr>
            <p:cNvPr id="280" name="TextBox 279">
              <a:extLst>
                <a:ext uri="{FF2B5EF4-FFF2-40B4-BE49-F238E27FC236}">
                  <a16:creationId xmlns:a16="http://schemas.microsoft.com/office/drawing/2014/main" id="{5DA25A8D-CFB6-115E-A353-50E967445F82}"/>
                </a:ext>
              </a:extLst>
            </p:cNvPr>
            <p:cNvSpPr txBox="1"/>
            <p:nvPr/>
          </p:nvSpPr>
          <p:spPr>
            <a:xfrm>
              <a:off x="-1139694" y="4160016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B09</a:t>
              </a:r>
            </a:p>
          </p:txBody>
        </p:sp>
        <p:sp>
          <p:nvSpPr>
            <p:cNvPr id="281" name="TextBox 280">
              <a:extLst>
                <a:ext uri="{FF2B5EF4-FFF2-40B4-BE49-F238E27FC236}">
                  <a16:creationId xmlns:a16="http://schemas.microsoft.com/office/drawing/2014/main" id="{AA4EF2EC-0A95-302A-BBB9-A51FAD9CF522}"/>
                </a:ext>
              </a:extLst>
            </p:cNvPr>
            <p:cNvSpPr txBox="1"/>
            <p:nvPr/>
          </p:nvSpPr>
          <p:spPr>
            <a:xfrm>
              <a:off x="-50134" y="4160016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B10</a:t>
              </a:r>
            </a:p>
          </p:txBody>
        </p:sp>
        <p:sp>
          <p:nvSpPr>
            <p:cNvPr id="282" name="TextBox 281">
              <a:extLst>
                <a:ext uri="{FF2B5EF4-FFF2-40B4-BE49-F238E27FC236}">
                  <a16:creationId xmlns:a16="http://schemas.microsoft.com/office/drawing/2014/main" id="{822F892A-50D6-795D-12D6-FC95AECF9B70}"/>
                </a:ext>
              </a:extLst>
            </p:cNvPr>
            <p:cNvSpPr txBox="1"/>
            <p:nvPr/>
          </p:nvSpPr>
          <p:spPr>
            <a:xfrm>
              <a:off x="1069660" y="4164605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B11</a:t>
              </a:r>
            </a:p>
          </p:txBody>
        </p:sp>
        <p:sp>
          <p:nvSpPr>
            <p:cNvPr id="283" name="TextBox 282">
              <a:extLst>
                <a:ext uri="{FF2B5EF4-FFF2-40B4-BE49-F238E27FC236}">
                  <a16:creationId xmlns:a16="http://schemas.microsoft.com/office/drawing/2014/main" id="{4AFB4511-048E-A6B6-C284-7FBA3D93BE79}"/>
                </a:ext>
              </a:extLst>
            </p:cNvPr>
            <p:cNvSpPr txBox="1"/>
            <p:nvPr/>
          </p:nvSpPr>
          <p:spPr>
            <a:xfrm>
              <a:off x="2131465" y="4164605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B12</a:t>
              </a:r>
            </a:p>
          </p:txBody>
        </p:sp>
        <p:sp>
          <p:nvSpPr>
            <p:cNvPr id="284" name="TextBox 283">
              <a:extLst>
                <a:ext uri="{FF2B5EF4-FFF2-40B4-BE49-F238E27FC236}">
                  <a16:creationId xmlns:a16="http://schemas.microsoft.com/office/drawing/2014/main" id="{88789750-A545-16E4-C7F6-B61CA1047C82}"/>
                </a:ext>
              </a:extLst>
            </p:cNvPr>
            <p:cNvSpPr txBox="1"/>
            <p:nvPr/>
          </p:nvSpPr>
          <p:spPr>
            <a:xfrm>
              <a:off x="3198125" y="4164605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B13</a:t>
              </a:r>
            </a:p>
          </p:txBody>
        </p:sp>
        <p:pic>
          <p:nvPicPr>
            <p:cNvPr id="286" name="Graphic 285" descr="Sleep with solid fill">
              <a:extLst>
                <a:ext uri="{FF2B5EF4-FFF2-40B4-BE49-F238E27FC236}">
                  <a16:creationId xmlns:a16="http://schemas.microsoft.com/office/drawing/2014/main" id="{41DAC4C4-2D35-0E38-BB92-C52D09DDF2A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rcRect/>
            <a:stretch/>
          </p:blipFill>
          <p:spPr>
            <a:xfrm>
              <a:off x="9429024" y="4271888"/>
              <a:ext cx="634696" cy="634696"/>
            </a:xfrm>
            <a:prstGeom prst="rect">
              <a:avLst/>
            </a:prstGeom>
          </p:spPr>
        </p:pic>
        <p:pic>
          <p:nvPicPr>
            <p:cNvPr id="287" name="Graphic 286" descr="Bed with solid fill">
              <a:extLst>
                <a:ext uri="{FF2B5EF4-FFF2-40B4-BE49-F238E27FC236}">
                  <a16:creationId xmlns:a16="http://schemas.microsoft.com/office/drawing/2014/main" id="{AB69509D-7147-3BF4-217F-AA9BD3D72CD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/>
            <a:stretch/>
          </p:blipFill>
          <p:spPr>
            <a:xfrm>
              <a:off x="10494856" y="4271888"/>
              <a:ext cx="634696" cy="634696"/>
            </a:xfrm>
            <a:prstGeom prst="rect">
              <a:avLst/>
            </a:prstGeom>
          </p:spPr>
        </p:pic>
        <p:pic>
          <p:nvPicPr>
            <p:cNvPr id="288" name="Graphic 287" descr="Bed with solid fill">
              <a:extLst>
                <a:ext uri="{FF2B5EF4-FFF2-40B4-BE49-F238E27FC236}">
                  <a16:creationId xmlns:a16="http://schemas.microsoft.com/office/drawing/2014/main" id="{BFCAA446-8094-F6CF-3880-6B4AC903099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rcRect/>
            <a:stretch/>
          </p:blipFill>
          <p:spPr>
            <a:xfrm>
              <a:off x="11604189" y="4271888"/>
              <a:ext cx="634696" cy="634696"/>
            </a:xfrm>
            <a:prstGeom prst="rect">
              <a:avLst/>
            </a:prstGeom>
          </p:spPr>
        </p:pic>
        <p:pic>
          <p:nvPicPr>
            <p:cNvPr id="289" name="Graphic 288" descr="Sleep with solid fill">
              <a:extLst>
                <a:ext uri="{FF2B5EF4-FFF2-40B4-BE49-F238E27FC236}">
                  <a16:creationId xmlns:a16="http://schemas.microsoft.com/office/drawing/2014/main" id="{05862317-3920-C436-14DB-DF29141F48D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12670021" y="4271888"/>
              <a:ext cx="634696" cy="634696"/>
            </a:xfrm>
            <a:prstGeom prst="rect">
              <a:avLst/>
            </a:prstGeom>
          </p:spPr>
        </p:pic>
        <p:pic>
          <p:nvPicPr>
            <p:cNvPr id="290" name="Graphic 289" descr="Bed with solid fill">
              <a:extLst>
                <a:ext uri="{FF2B5EF4-FFF2-40B4-BE49-F238E27FC236}">
                  <a16:creationId xmlns:a16="http://schemas.microsoft.com/office/drawing/2014/main" id="{6F291145-7E91-9D86-6C7B-3E0B9667109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/>
            <a:stretch/>
          </p:blipFill>
          <p:spPr>
            <a:xfrm>
              <a:off x="13789422" y="4271888"/>
              <a:ext cx="634696" cy="634696"/>
            </a:xfrm>
            <a:prstGeom prst="rect">
              <a:avLst/>
            </a:prstGeom>
          </p:spPr>
        </p:pic>
        <p:pic>
          <p:nvPicPr>
            <p:cNvPr id="291" name="Graphic 290" descr="Sleep with solid fill">
              <a:extLst>
                <a:ext uri="{FF2B5EF4-FFF2-40B4-BE49-F238E27FC236}">
                  <a16:creationId xmlns:a16="http://schemas.microsoft.com/office/drawing/2014/main" id="{29801570-734E-FFD7-ADFD-8ABC0B626F2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rcRect/>
            <a:stretch/>
          </p:blipFill>
          <p:spPr>
            <a:xfrm>
              <a:off x="14855254" y="4271888"/>
              <a:ext cx="634696" cy="634696"/>
            </a:xfrm>
            <a:prstGeom prst="rect">
              <a:avLst/>
            </a:prstGeom>
          </p:spPr>
        </p:pic>
        <p:pic>
          <p:nvPicPr>
            <p:cNvPr id="292" name="Graphic 291" descr="Sleep with solid fill">
              <a:extLst>
                <a:ext uri="{FF2B5EF4-FFF2-40B4-BE49-F238E27FC236}">
                  <a16:creationId xmlns:a16="http://schemas.microsoft.com/office/drawing/2014/main" id="{96CF86F5-C9AC-B702-B7EE-0B5A9C430BB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15964587" y="4271888"/>
              <a:ext cx="634696" cy="634696"/>
            </a:xfrm>
            <a:prstGeom prst="rect">
              <a:avLst/>
            </a:prstGeom>
          </p:spPr>
        </p:pic>
        <p:sp>
          <p:nvSpPr>
            <p:cNvPr id="294" name="TextBox 293">
              <a:extLst>
                <a:ext uri="{FF2B5EF4-FFF2-40B4-BE49-F238E27FC236}">
                  <a16:creationId xmlns:a16="http://schemas.microsoft.com/office/drawing/2014/main" id="{E4F45338-0124-C328-F687-2EF60A1D6D5B}"/>
                </a:ext>
              </a:extLst>
            </p:cNvPr>
            <p:cNvSpPr txBox="1"/>
            <p:nvPr/>
          </p:nvSpPr>
          <p:spPr>
            <a:xfrm>
              <a:off x="9497472" y="4108163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B07</a:t>
              </a:r>
            </a:p>
          </p:txBody>
        </p:sp>
        <p:sp>
          <p:nvSpPr>
            <p:cNvPr id="295" name="TextBox 294">
              <a:extLst>
                <a:ext uri="{FF2B5EF4-FFF2-40B4-BE49-F238E27FC236}">
                  <a16:creationId xmlns:a16="http://schemas.microsoft.com/office/drawing/2014/main" id="{47881DA7-4F8F-1A1C-11BB-959818467CCD}"/>
                </a:ext>
              </a:extLst>
            </p:cNvPr>
            <p:cNvSpPr txBox="1"/>
            <p:nvPr/>
          </p:nvSpPr>
          <p:spPr>
            <a:xfrm>
              <a:off x="10559277" y="4108163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B08</a:t>
              </a:r>
            </a:p>
          </p:txBody>
        </p:sp>
        <p:sp>
          <p:nvSpPr>
            <p:cNvPr id="296" name="TextBox 295">
              <a:extLst>
                <a:ext uri="{FF2B5EF4-FFF2-40B4-BE49-F238E27FC236}">
                  <a16:creationId xmlns:a16="http://schemas.microsoft.com/office/drawing/2014/main" id="{82C8151D-9672-9457-E681-B8A5A402647F}"/>
                </a:ext>
              </a:extLst>
            </p:cNvPr>
            <p:cNvSpPr txBox="1"/>
            <p:nvPr/>
          </p:nvSpPr>
          <p:spPr>
            <a:xfrm>
              <a:off x="11625937" y="4108163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B09</a:t>
              </a:r>
            </a:p>
          </p:txBody>
        </p:sp>
        <p:sp>
          <p:nvSpPr>
            <p:cNvPr id="297" name="TextBox 296">
              <a:extLst>
                <a:ext uri="{FF2B5EF4-FFF2-40B4-BE49-F238E27FC236}">
                  <a16:creationId xmlns:a16="http://schemas.microsoft.com/office/drawing/2014/main" id="{7A0222E8-9FB4-C559-C8E7-5052D81977D8}"/>
                </a:ext>
              </a:extLst>
            </p:cNvPr>
            <p:cNvSpPr txBox="1"/>
            <p:nvPr/>
          </p:nvSpPr>
          <p:spPr>
            <a:xfrm>
              <a:off x="12715497" y="4108163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B10</a:t>
              </a:r>
            </a:p>
          </p:txBody>
        </p:sp>
        <p:sp>
          <p:nvSpPr>
            <p:cNvPr id="298" name="TextBox 297">
              <a:extLst>
                <a:ext uri="{FF2B5EF4-FFF2-40B4-BE49-F238E27FC236}">
                  <a16:creationId xmlns:a16="http://schemas.microsoft.com/office/drawing/2014/main" id="{DBC210EE-4FD5-6956-C91F-FCEE52A950FC}"/>
                </a:ext>
              </a:extLst>
            </p:cNvPr>
            <p:cNvSpPr txBox="1"/>
            <p:nvPr/>
          </p:nvSpPr>
          <p:spPr>
            <a:xfrm>
              <a:off x="13835291" y="4112752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B11</a:t>
              </a:r>
            </a:p>
          </p:txBody>
        </p:sp>
        <p:sp>
          <p:nvSpPr>
            <p:cNvPr id="299" name="TextBox 298">
              <a:extLst>
                <a:ext uri="{FF2B5EF4-FFF2-40B4-BE49-F238E27FC236}">
                  <a16:creationId xmlns:a16="http://schemas.microsoft.com/office/drawing/2014/main" id="{FA4EB08A-BE4C-9DD9-5183-0CB1D923EC6C}"/>
                </a:ext>
              </a:extLst>
            </p:cNvPr>
            <p:cNvSpPr txBox="1"/>
            <p:nvPr/>
          </p:nvSpPr>
          <p:spPr>
            <a:xfrm>
              <a:off x="14897096" y="4112752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B12</a:t>
              </a:r>
            </a:p>
          </p:txBody>
        </p:sp>
        <p:sp>
          <p:nvSpPr>
            <p:cNvPr id="300" name="TextBox 299">
              <a:extLst>
                <a:ext uri="{FF2B5EF4-FFF2-40B4-BE49-F238E27FC236}">
                  <a16:creationId xmlns:a16="http://schemas.microsoft.com/office/drawing/2014/main" id="{9FC043E2-D286-4FCD-FE0B-B9D4F043E80A}"/>
                </a:ext>
              </a:extLst>
            </p:cNvPr>
            <p:cNvSpPr txBox="1"/>
            <p:nvPr/>
          </p:nvSpPr>
          <p:spPr>
            <a:xfrm>
              <a:off x="15963756" y="4112752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B13</a:t>
              </a:r>
            </a:p>
          </p:txBody>
        </p:sp>
        <p:cxnSp>
          <p:nvCxnSpPr>
            <p:cNvPr id="370" name="Curved Connector 369">
              <a:extLst>
                <a:ext uri="{FF2B5EF4-FFF2-40B4-BE49-F238E27FC236}">
                  <a16:creationId xmlns:a16="http://schemas.microsoft.com/office/drawing/2014/main" id="{F770DA12-8A00-8462-2276-77838D5C4159}"/>
                </a:ext>
              </a:extLst>
            </p:cNvPr>
            <p:cNvCxnSpPr>
              <a:cxnSpLocks/>
              <a:stCxn id="367" idx="2"/>
              <a:endCxn id="338" idx="0"/>
            </p:cNvCxnSpPr>
            <p:nvPr/>
          </p:nvCxnSpPr>
          <p:spPr>
            <a:xfrm rot="5400000">
              <a:off x="2034577" y="37740"/>
              <a:ext cx="1848123" cy="5510884"/>
            </a:xfrm>
            <a:prstGeom prst="curvedConnector3">
              <a:avLst/>
            </a:prstGeom>
            <a:ln w="28575">
              <a:solidFill>
                <a:schemeClr val="tx1"/>
              </a:solidFill>
              <a:prstDash val="sysDash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1" name="Curved Connector 370">
              <a:extLst>
                <a:ext uri="{FF2B5EF4-FFF2-40B4-BE49-F238E27FC236}">
                  <a16:creationId xmlns:a16="http://schemas.microsoft.com/office/drawing/2014/main" id="{CE1E082B-E486-D051-28C0-4A74130CC283}"/>
                </a:ext>
              </a:extLst>
            </p:cNvPr>
            <p:cNvCxnSpPr>
              <a:cxnSpLocks/>
              <a:stCxn id="368" idx="2"/>
              <a:endCxn id="337" idx="0"/>
            </p:cNvCxnSpPr>
            <p:nvPr/>
          </p:nvCxnSpPr>
          <p:spPr>
            <a:xfrm rot="16200000" flipH="1">
              <a:off x="9356307" y="77344"/>
              <a:ext cx="1820635" cy="5425146"/>
            </a:xfrm>
            <a:prstGeom prst="curvedConnector3">
              <a:avLst>
                <a:gd name="adj1" fmla="val 50000"/>
              </a:avLst>
            </a:prstGeom>
            <a:ln w="28575">
              <a:solidFill>
                <a:schemeClr val="tx1"/>
              </a:solidFill>
              <a:prstDash val="sysDash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93" name="TextBox 392">
              <a:extLst>
                <a:ext uri="{FF2B5EF4-FFF2-40B4-BE49-F238E27FC236}">
                  <a16:creationId xmlns:a16="http://schemas.microsoft.com/office/drawing/2014/main" id="{D42B1870-1611-E601-8405-D1736C1AEC3D}"/>
                </a:ext>
              </a:extLst>
            </p:cNvPr>
            <p:cNvSpPr txBox="1"/>
            <p:nvPr/>
          </p:nvSpPr>
          <p:spPr>
            <a:xfrm>
              <a:off x="1982194" y="3286217"/>
              <a:ext cx="2266967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600" dirty="0"/>
                <a:t>a</a:t>
              </a:r>
              <a:r>
                <a:rPr lang="en-US" sz="3600" baseline="-25000" dirty="0"/>
                <a:t>1</a:t>
              </a:r>
              <a:r>
                <a:rPr lang="en-US" sz="3600" dirty="0"/>
                <a:t> = (7, 11)</a:t>
              </a:r>
            </a:p>
          </p:txBody>
        </p:sp>
        <p:sp>
          <p:nvSpPr>
            <p:cNvPr id="396" name="TextBox 395">
              <a:extLst>
                <a:ext uri="{FF2B5EF4-FFF2-40B4-BE49-F238E27FC236}">
                  <a16:creationId xmlns:a16="http://schemas.microsoft.com/office/drawing/2014/main" id="{CD121AEC-29B3-4495-0A8D-29E77A1E758F}"/>
                </a:ext>
              </a:extLst>
            </p:cNvPr>
            <p:cNvSpPr txBox="1"/>
            <p:nvPr/>
          </p:nvSpPr>
          <p:spPr>
            <a:xfrm>
              <a:off x="9142940" y="3217629"/>
              <a:ext cx="2266967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600" dirty="0"/>
                <a:t>a</a:t>
              </a:r>
              <a:r>
                <a:rPr lang="en-US" sz="3600" baseline="-25000" dirty="0"/>
                <a:t>2</a:t>
              </a:r>
              <a:r>
                <a:rPr lang="en-US" sz="3600" dirty="0"/>
                <a:t> = (7, 13)</a:t>
              </a:r>
            </a:p>
          </p:txBody>
        </p: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C30B8588-25CF-61FB-1F5B-B6632B15CBE6}"/>
                </a:ext>
              </a:extLst>
            </p:cNvPr>
            <p:cNvSpPr/>
            <p:nvPr/>
          </p:nvSpPr>
          <p:spPr>
            <a:xfrm>
              <a:off x="8940597" y="6873960"/>
              <a:ext cx="8077200" cy="18796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6AFAC7EC-1F86-4B30-1886-9FA980865E92}"/>
                </a:ext>
              </a:extLst>
            </p:cNvPr>
            <p:cNvSpPr/>
            <p:nvPr/>
          </p:nvSpPr>
          <p:spPr>
            <a:xfrm>
              <a:off x="-3835404" y="6890969"/>
              <a:ext cx="8077200" cy="18796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" name="Rounded Rectangle 35">
              <a:extLst>
                <a:ext uri="{FF2B5EF4-FFF2-40B4-BE49-F238E27FC236}">
                  <a16:creationId xmlns:a16="http://schemas.microsoft.com/office/drawing/2014/main" id="{E1F13F6E-8662-0D86-6085-1CC04FFE56E8}"/>
                </a:ext>
              </a:extLst>
            </p:cNvPr>
            <p:cNvSpPr/>
            <p:nvPr/>
          </p:nvSpPr>
          <p:spPr>
            <a:xfrm>
              <a:off x="-3622691" y="7139944"/>
              <a:ext cx="4413929" cy="1216301"/>
            </a:xfrm>
            <a:prstGeom prst="roundRect">
              <a:avLst>
                <a:gd name="adj" fmla="val 36591"/>
              </a:avLst>
            </a:prstGeom>
            <a:solidFill>
              <a:srgbClr val="00B0F0">
                <a:alpha val="25714"/>
              </a:srgbClr>
            </a:solidFill>
            <a:ln w="34925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Rounded Rectangle 36">
              <a:extLst>
                <a:ext uri="{FF2B5EF4-FFF2-40B4-BE49-F238E27FC236}">
                  <a16:creationId xmlns:a16="http://schemas.microsoft.com/office/drawing/2014/main" id="{5F11D298-7FFE-FC0B-69C9-FFB66589884A}"/>
                </a:ext>
              </a:extLst>
            </p:cNvPr>
            <p:cNvSpPr/>
            <p:nvPr/>
          </p:nvSpPr>
          <p:spPr>
            <a:xfrm>
              <a:off x="863397" y="7155882"/>
              <a:ext cx="3208180" cy="1216301"/>
            </a:xfrm>
            <a:prstGeom prst="roundRect">
              <a:avLst>
                <a:gd name="adj" fmla="val 36591"/>
              </a:avLst>
            </a:prstGeom>
            <a:solidFill>
              <a:srgbClr val="00B0F0">
                <a:alpha val="25714"/>
              </a:srgbClr>
            </a:solidFill>
            <a:ln w="34925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" name="Rounded Rectangle 37">
              <a:extLst>
                <a:ext uri="{FF2B5EF4-FFF2-40B4-BE49-F238E27FC236}">
                  <a16:creationId xmlns:a16="http://schemas.microsoft.com/office/drawing/2014/main" id="{79A09BF7-CC16-4488-9D1B-7CA247000293}"/>
                </a:ext>
              </a:extLst>
            </p:cNvPr>
            <p:cNvSpPr/>
            <p:nvPr/>
          </p:nvSpPr>
          <p:spPr>
            <a:xfrm>
              <a:off x="9142940" y="7088091"/>
              <a:ext cx="4413929" cy="1216301"/>
            </a:xfrm>
            <a:prstGeom prst="roundRect">
              <a:avLst>
                <a:gd name="adj" fmla="val 36591"/>
              </a:avLst>
            </a:prstGeom>
            <a:solidFill>
              <a:srgbClr val="00B0F0">
                <a:alpha val="25714"/>
              </a:srgbClr>
            </a:solidFill>
            <a:ln w="34925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" name="Rounded Rectangle 38">
              <a:extLst>
                <a:ext uri="{FF2B5EF4-FFF2-40B4-BE49-F238E27FC236}">
                  <a16:creationId xmlns:a16="http://schemas.microsoft.com/office/drawing/2014/main" id="{4F0CB1A9-6609-4E2B-C91F-C8EF98BE1D0F}"/>
                </a:ext>
              </a:extLst>
            </p:cNvPr>
            <p:cNvSpPr/>
            <p:nvPr/>
          </p:nvSpPr>
          <p:spPr>
            <a:xfrm>
              <a:off x="13629028" y="7104029"/>
              <a:ext cx="3208180" cy="1216301"/>
            </a:xfrm>
            <a:prstGeom prst="roundRect">
              <a:avLst>
                <a:gd name="adj" fmla="val 36591"/>
              </a:avLst>
            </a:prstGeom>
            <a:solidFill>
              <a:srgbClr val="00B0F0">
                <a:alpha val="25714"/>
              </a:srgbClr>
            </a:solidFill>
            <a:ln w="34925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40" name="Graphic 39" descr="Sleep with solid fill">
              <a:extLst>
                <a:ext uri="{FF2B5EF4-FFF2-40B4-BE49-F238E27FC236}">
                  <a16:creationId xmlns:a16="http://schemas.microsoft.com/office/drawing/2014/main" id="{3FD3F3DF-EC35-BF7E-52F5-70B53C559CC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-3336607" y="7497466"/>
              <a:ext cx="634696" cy="634696"/>
            </a:xfrm>
            <a:prstGeom prst="rect">
              <a:avLst/>
            </a:prstGeom>
          </p:spPr>
        </p:pic>
        <p:pic>
          <p:nvPicPr>
            <p:cNvPr id="41" name="Graphic 40" descr="Bed with solid fill">
              <a:extLst>
                <a:ext uri="{FF2B5EF4-FFF2-40B4-BE49-F238E27FC236}">
                  <a16:creationId xmlns:a16="http://schemas.microsoft.com/office/drawing/2014/main" id="{1D5B883A-FE74-392D-FBB5-A9C04AD4173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/>
            <a:stretch/>
          </p:blipFill>
          <p:spPr>
            <a:xfrm>
              <a:off x="-2270775" y="7497466"/>
              <a:ext cx="634696" cy="634696"/>
            </a:xfrm>
            <a:prstGeom prst="rect">
              <a:avLst/>
            </a:prstGeom>
          </p:spPr>
        </p:pic>
        <p:pic>
          <p:nvPicPr>
            <p:cNvPr id="42" name="Graphic 41" descr="Bed with solid fill">
              <a:extLst>
                <a:ext uri="{FF2B5EF4-FFF2-40B4-BE49-F238E27FC236}">
                  <a16:creationId xmlns:a16="http://schemas.microsoft.com/office/drawing/2014/main" id="{94E7CF52-8659-F4E8-F810-0C3E2083949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rcRect/>
            <a:stretch/>
          </p:blipFill>
          <p:spPr>
            <a:xfrm>
              <a:off x="-1161442" y="7497466"/>
              <a:ext cx="634696" cy="634696"/>
            </a:xfrm>
            <a:prstGeom prst="rect">
              <a:avLst/>
            </a:prstGeom>
          </p:spPr>
        </p:pic>
        <p:pic>
          <p:nvPicPr>
            <p:cNvPr id="43" name="Graphic 42" descr="Sleep with solid fill">
              <a:extLst>
                <a:ext uri="{FF2B5EF4-FFF2-40B4-BE49-F238E27FC236}">
                  <a16:creationId xmlns:a16="http://schemas.microsoft.com/office/drawing/2014/main" id="{9BA5B86D-2701-52D1-91BC-2BB07D4B700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rcRect/>
            <a:stretch/>
          </p:blipFill>
          <p:spPr>
            <a:xfrm>
              <a:off x="-95610" y="7497466"/>
              <a:ext cx="634696" cy="634696"/>
            </a:xfrm>
            <a:prstGeom prst="rect">
              <a:avLst/>
            </a:prstGeom>
          </p:spPr>
        </p:pic>
        <p:pic>
          <p:nvPicPr>
            <p:cNvPr id="44" name="Graphic 43" descr="Sleep with solid fill">
              <a:extLst>
                <a:ext uri="{FF2B5EF4-FFF2-40B4-BE49-F238E27FC236}">
                  <a16:creationId xmlns:a16="http://schemas.microsoft.com/office/drawing/2014/main" id="{52872C34-C780-5EF1-D9E1-B68BBC7A90C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1023791" y="7497466"/>
              <a:ext cx="634696" cy="634696"/>
            </a:xfrm>
            <a:prstGeom prst="rect">
              <a:avLst/>
            </a:prstGeom>
          </p:spPr>
        </p:pic>
        <p:pic>
          <p:nvPicPr>
            <p:cNvPr id="45" name="Graphic 44" descr="Sleep with solid fill">
              <a:extLst>
                <a:ext uri="{FF2B5EF4-FFF2-40B4-BE49-F238E27FC236}">
                  <a16:creationId xmlns:a16="http://schemas.microsoft.com/office/drawing/2014/main" id="{23F908CB-7C04-A562-0AAC-0C3A966BB31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rcRect/>
            <a:stretch/>
          </p:blipFill>
          <p:spPr>
            <a:xfrm>
              <a:off x="2089623" y="7497466"/>
              <a:ext cx="634696" cy="634696"/>
            </a:xfrm>
            <a:prstGeom prst="rect">
              <a:avLst/>
            </a:prstGeom>
          </p:spPr>
        </p:pic>
        <p:pic>
          <p:nvPicPr>
            <p:cNvPr id="46" name="Graphic 45" descr="Bed with solid fill">
              <a:extLst>
                <a:ext uri="{FF2B5EF4-FFF2-40B4-BE49-F238E27FC236}">
                  <a16:creationId xmlns:a16="http://schemas.microsoft.com/office/drawing/2014/main" id="{BA1F1768-A68F-F83F-A992-48193C3E96E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/>
            <a:stretch/>
          </p:blipFill>
          <p:spPr>
            <a:xfrm>
              <a:off x="3198956" y="7497466"/>
              <a:ext cx="634696" cy="634696"/>
            </a:xfrm>
            <a:prstGeom prst="rect">
              <a:avLst/>
            </a:prstGeom>
          </p:spPr>
        </p:pic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275FD452-5A57-0D1E-E5D7-465403E7D40D}"/>
                </a:ext>
              </a:extLst>
            </p:cNvPr>
            <p:cNvSpPr txBox="1"/>
            <p:nvPr/>
          </p:nvSpPr>
          <p:spPr>
            <a:xfrm>
              <a:off x="-3268159" y="7333741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B07</a:t>
              </a:r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F819CC8B-0B1F-D91F-DB13-C838EA5352E9}"/>
                </a:ext>
              </a:extLst>
            </p:cNvPr>
            <p:cNvSpPr txBox="1"/>
            <p:nvPr/>
          </p:nvSpPr>
          <p:spPr>
            <a:xfrm>
              <a:off x="-2206354" y="7333741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B08</a:t>
              </a:r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751E530C-FA7B-2D1C-ED5F-251652F395E4}"/>
                </a:ext>
              </a:extLst>
            </p:cNvPr>
            <p:cNvSpPr txBox="1"/>
            <p:nvPr/>
          </p:nvSpPr>
          <p:spPr>
            <a:xfrm>
              <a:off x="-1139694" y="7333741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B09</a:t>
              </a:r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5D6B108B-53A5-CCDB-34B1-9ADC26A19E3A}"/>
                </a:ext>
              </a:extLst>
            </p:cNvPr>
            <p:cNvSpPr txBox="1"/>
            <p:nvPr/>
          </p:nvSpPr>
          <p:spPr>
            <a:xfrm>
              <a:off x="-50134" y="7333741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B10</a:t>
              </a:r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1FD0AF88-E7D2-DDF5-ACF9-52F67DC57843}"/>
                </a:ext>
              </a:extLst>
            </p:cNvPr>
            <p:cNvSpPr txBox="1"/>
            <p:nvPr/>
          </p:nvSpPr>
          <p:spPr>
            <a:xfrm>
              <a:off x="1069660" y="7338330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B11</a:t>
              </a:r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5EC96440-920E-7E19-B83B-07D92AED55A8}"/>
                </a:ext>
              </a:extLst>
            </p:cNvPr>
            <p:cNvSpPr txBox="1"/>
            <p:nvPr/>
          </p:nvSpPr>
          <p:spPr>
            <a:xfrm>
              <a:off x="2131465" y="7338330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B12</a:t>
              </a: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4F5270D2-4E22-64EB-5D0E-B53244FBB615}"/>
                </a:ext>
              </a:extLst>
            </p:cNvPr>
            <p:cNvSpPr txBox="1"/>
            <p:nvPr/>
          </p:nvSpPr>
          <p:spPr>
            <a:xfrm>
              <a:off x="3198125" y="7338330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B13</a:t>
              </a:r>
            </a:p>
          </p:txBody>
        </p:sp>
        <p:pic>
          <p:nvPicPr>
            <p:cNvPr id="54" name="Graphic 53" descr="Sleep with solid fill">
              <a:extLst>
                <a:ext uri="{FF2B5EF4-FFF2-40B4-BE49-F238E27FC236}">
                  <a16:creationId xmlns:a16="http://schemas.microsoft.com/office/drawing/2014/main" id="{D81CE0E0-F7F6-910F-6DAB-2B0BA47E5FB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9429024" y="7445613"/>
              <a:ext cx="634696" cy="634696"/>
            </a:xfrm>
            <a:prstGeom prst="rect">
              <a:avLst/>
            </a:prstGeom>
          </p:spPr>
        </p:pic>
        <p:pic>
          <p:nvPicPr>
            <p:cNvPr id="55" name="Graphic 54" descr="Bed with solid fill">
              <a:extLst>
                <a:ext uri="{FF2B5EF4-FFF2-40B4-BE49-F238E27FC236}">
                  <a16:creationId xmlns:a16="http://schemas.microsoft.com/office/drawing/2014/main" id="{5E835762-C89F-E172-FFD9-DC3E7D9B6F4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/>
            <a:stretch/>
          </p:blipFill>
          <p:spPr>
            <a:xfrm>
              <a:off x="10494856" y="7445613"/>
              <a:ext cx="634696" cy="634696"/>
            </a:xfrm>
            <a:prstGeom prst="rect">
              <a:avLst/>
            </a:prstGeom>
          </p:spPr>
        </p:pic>
        <p:pic>
          <p:nvPicPr>
            <p:cNvPr id="56" name="Graphic 55" descr="Bed with solid fill">
              <a:extLst>
                <a:ext uri="{FF2B5EF4-FFF2-40B4-BE49-F238E27FC236}">
                  <a16:creationId xmlns:a16="http://schemas.microsoft.com/office/drawing/2014/main" id="{3CDD0F15-94CE-CD33-1276-871AD240992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rcRect/>
            <a:stretch/>
          </p:blipFill>
          <p:spPr>
            <a:xfrm>
              <a:off x="11604189" y="7445613"/>
              <a:ext cx="634696" cy="634696"/>
            </a:xfrm>
            <a:prstGeom prst="rect">
              <a:avLst/>
            </a:prstGeom>
          </p:spPr>
        </p:pic>
        <p:pic>
          <p:nvPicPr>
            <p:cNvPr id="57" name="Graphic 56" descr="Sleep with solid fill">
              <a:extLst>
                <a:ext uri="{FF2B5EF4-FFF2-40B4-BE49-F238E27FC236}">
                  <a16:creationId xmlns:a16="http://schemas.microsoft.com/office/drawing/2014/main" id="{484C7BB8-1C0D-3CD0-CE82-FE9B10D7DA2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rcRect/>
            <a:stretch/>
          </p:blipFill>
          <p:spPr>
            <a:xfrm>
              <a:off x="12670021" y="7445613"/>
              <a:ext cx="634696" cy="634696"/>
            </a:xfrm>
            <a:prstGeom prst="rect">
              <a:avLst/>
            </a:prstGeom>
          </p:spPr>
        </p:pic>
        <p:pic>
          <p:nvPicPr>
            <p:cNvPr id="58" name="Graphic 57" descr="Bed with solid fill">
              <a:extLst>
                <a:ext uri="{FF2B5EF4-FFF2-40B4-BE49-F238E27FC236}">
                  <a16:creationId xmlns:a16="http://schemas.microsoft.com/office/drawing/2014/main" id="{84F080ED-3402-76B2-481F-D8C73551F81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/>
            <a:stretch/>
          </p:blipFill>
          <p:spPr>
            <a:xfrm>
              <a:off x="13789422" y="7445613"/>
              <a:ext cx="634696" cy="634696"/>
            </a:xfrm>
            <a:prstGeom prst="rect">
              <a:avLst/>
            </a:prstGeom>
          </p:spPr>
        </p:pic>
        <p:pic>
          <p:nvPicPr>
            <p:cNvPr id="59" name="Graphic 58" descr="Sleep with solid fill">
              <a:extLst>
                <a:ext uri="{FF2B5EF4-FFF2-40B4-BE49-F238E27FC236}">
                  <a16:creationId xmlns:a16="http://schemas.microsoft.com/office/drawing/2014/main" id="{636A7A96-BB66-E4B8-B9EE-FBF40512C72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rcRect/>
            <a:stretch/>
          </p:blipFill>
          <p:spPr>
            <a:xfrm>
              <a:off x="14855254" y="7445613"/>
              <a:ext cx="634696" cy="634696"/>
            </a:xfrm>
            <a:prstGeom prst="rect">
              <a:avLst/>
            </a:prstGeom>
          </p:spPr>
        </p:pic>
        <p:pic>
          <p:nvPicPr>
            <p:cNvPr id="60" name="Graphic 59" descr="Sleep with solid fill">
              <a:extLst>
                <a:ext uri="{FF2B5EF4-FFF2-40B4-BE49-F238E27FC236}">
                  <a16:creationId xmlns:a16="http://schemas.microsoft.com/office/drawing/2014/main" id="{0B6AD558-483F-DD21-0A0B-64486DDAFB6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15964587" y="7445613"/>
              <a:ext cx="634696" cy="634696"/>
            </a:xfrm>
            <a:prstGeom prst="rect">
              <a:avLst/>
            </a:prstGeom>
          </p:spPr>
        </p:pic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E2C61C4F-0434-F114-BF6B-32DBE53506BC}"/>
                </a:ext>
              </a:extLst>
            </p:cNvPr>
            <p:cNvSpPr txBox="1"/>
            <p:nvPr/>
          </p:nvSpPr>
          <p:spPr>
            <a:xfrm>
              <a:off x="9497472" y="7281888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B07</a:t>
              </a:r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FC0DFEA5-DDA6-8267-70F9-F90A4247FFF9}"/>
                </a:ext>
              </a:extLst>
            </p:cNvPr>
            <p:cNvSpPr txBox="1"/>
            <p:nvPr/>
          </p:nvSpPr>
          <p:spPr>
            <a:xfrm>
              <a:off x="10559277" y="7281888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B08</a:t>
              </a:r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7CC1E523-5752-4757-B9CC-509B99ECD685}"/>
                </a:ext>
              </a:extLst>
            </p:cNvPr>
            <p:cNvSpPr txBox="1"/>
            <p:nvPr/>
          </p:nvSpPr>
          <p:spPr>
            <a:xfrm>
              <a:off x="11625937" y="7281888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B09</a:t>
              </a:r>
            </a:p>
          </p:txBody>
        </p:sp>
        <p:sp>
          <p:nvSpPr>
            <p:cNvPr id="192" name="TextBox 191">
              <a:extLst>
                <a:ext uri="{FF2B5EF4-FFF2-40B4-BE49-F238E27FC236}">
                  <a16:creationId xmlns:a16="http://schemas.microsoft.com/office/drawing/2014/main" id="{40DA8FE4-2848-C5FE-1B01-E3919450741D}"/>
                </a:ext>
              </a:extLst>
            </p:cNvPr>
            <p:cNvSpPr txBox="1"/>
            <p:nvPr/>
          </p:nvSpPr>
          <p:spPr>
            <a:xfrm>
              <a:off x="12715497" y="7281888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B10</a:t>
              </a:r>
            </a:p>
          </p:txBody>
        </p:sp>
        <p:sp>
          <p:nvSpPr>
            <p:cNvPr id="193" name="TextBox 192">
              <a:extLst>
                <a:ext uri="{FF2B5EF4-FFF2-40B4-BE49-F238E27FC236}">
                  <a16:creationId xmlns:a16="http://schemas.microsoft.com/office/drawing/2014/main" id="{E156B8F3-1EF4-A179-5BCA-30FDC77E834F}"/>
                </a:ext>
              </a:extLst>
            </p:cNvPr>
            <p:cNvSpPr txBox="1"/>
            <p:nvPr/>
          </p:nvSpPr>
          <p:spPr>
            <a:xfrm>
              <a:off x="13835291" y="7286477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B11</a:t>
              </a:r>
            </a:p>
          </p:txBody>
        </p:sp>
        <p:sp>
          <p:nvSpPr>
            <p:cNvPr id="194" name="TextBox 193">
              <a:extLst>
                <a:ext uri="{FF2B5EF4-FFF2-40B4-BE49-F238E27FC236}">
                  <a16:creationId xmlns:a16="http://schemas.microsoft.com/office/drawing/2014/main" id="{14B89536-4583-1E4C-A48D-BB35EAC7EBD5}"/>
                </a:ext>
              </a:extLst>
            </p:cNvPr>
            <p:cNvSpPr txBox="1"/>
            <p:nvPr/>
          </p:nvSpPr>
          <p:spPr>
            <a:xfrm>
              <a:off x="14897096" y="7286477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B12</a:t>
              </a:r>
            </a:p>
          </p:txBody>
        </p:sp>
        <p:sp>
          <p:nvSpPr>
            <p:cNvPr id="195" name="TextBox 194">
              <a:extLst>
                <a:ext uri="{FF2B5EF4-FFF2-40B4-BE49-F238E27FC236}">
                  <a16:creationId xmlns:a16="http://schemas.microsoft.com/office/drawing/2014/main" id="{93F059BD-A04A-2083-7283-BCE8D956AB15}"/>
                </a:ext>
              </a:extLst>
            </p:cNvPr>
            <p:cNvSpPr txBox="1"/>
            <p:nvPr/>
          </p:nvSpPr>
          <p:spPr>
            <a:xfrm>
              <a:off x="15963756" y="7286477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B13</a:t>
              </a:r>
            </a:p>
          </p:txBody>
        </p:sp>
        <p:sp>
          <p:nvSpPr>
            <p:cNvPr id="196" name="TextBox 195">
              <a:extLst>
                <a:ext uri="{FF2B5EF4-FFF2-40B4-BE49-F238E27FC236}">
                  <a16:creationId xmlns:a16="http://schemas.microsoft.com/office/drawing/2014/main" id="{9B22E4D0-8BB9-B1D8-CFE5-B96212F6DDF1}"/>
                </a:ext>
              </a:extLst>
            </p:cNvPr>
            <p:cNvSpPr txBox="1"/>
            <p:nvPr/>
          </p:nvSpPr>
          <p:spPr>
            <a:xfrm>
              <a:off x="1705070" y="6441760"/>
              <a:ext cx="2513830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600" dirty="0"/>
                <a:t>a</a:t>
              </a:r>
              <a:r>
                <a:rPr lang="en-US" sz="3600" baseline="-25000" dirty="0"/>
                <a:t>3</a:t>
              </a:r>
              <a:r>
                <a:rPr lang="en-US" sz="3600" dirty="0"/>
                <a:t> = (10, 11)</a:t>
              </a:r>
            </a:p>
          </p:txBody>
        </p:sp>
        <p:sp>
          <p:nvSpPr>
            <p:cNvPr id="197" name="TextBox 196">
              <a:extLst>
                <a:ext uri="{FF2B5EF4-FFF2-40B4-BE49-F238E27FC236}">
                  <a16:creationId xmlns:a16="http://schemas.microsoft.com/office/drawing/2014/main" id="{F7BD277A-264D-CDBF-E863-B9B53F21981D}"/>
                </a:ext>
              </a:extLst>
            </p:cNvPr>
            <p:cNvSpPr txBox="1"/>
            <p:nvPr/>
          </p:nvSpPr>
          <p:spPr>
            <a:xfrm>
              <a:off x="9255469" y="6457698"/>
              <a:ext cx="2513830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600" dirty="0"/>
                <a:t>a</a:t>
              </a:r>
              <a:r>
                <a:rPr lang="en-US" sz="3600" baseline="-25000" dirty="0"/>
                <a:t>4</a:t>
              </a:r>
              <a:r>
                <a:rPr lang="en-US" sz="3600" dirty="0"/>
                <a:t> = (10, 13)</a:t>
              </a:r>
            </a:p>
          </p:txBody>
        </p:sp>
        <p:sp>
          <p:nvSpPr>
            <p:cNvPr id="199" name="Rectangle 198">
              <a:extLst>
                <a:ext uri="{FF2B5EF4-FFF2-40B4-BE49-F238E27FC236}">
                  <a16:creationId xmlns:a16="http://schemas.microsoft.com/office/drawing/2014/main" id="{6418230A-3203-06AC-543D-B8E2DACF1085}"/>
                </a:ext>
              </a:extLst>
            </p:cNvPr>
            <p:cNvSpPr/>
            <p:nvPr/>
          </p:nvSpPr>
          <p:spPr>
            <a:xfrm>
              <a:off x="6193228" y="-10479"/>
              <a:ext cx="416646" cy="18796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0" name="Rectangle 199">
              <a:extLst>
                <a:ext uri="{FF2B5EF4-FFF2-40B4-BE49-F238E27FC236}">
                  <a16:creationId xmlns:a16="http://schemas.microsoft.com/office/drawing/2014/main" id="{0CE0DD0D-79E8-3E3A-D729-49D44D9F5377}"/>
                </a:ext>
              </a:extLst>
            </p:cNvPr>
            <p:cNvSpPr/>
            <p:nvPr/>
          </p:nvSpPr>
          <p:spPr>
            <a:xfrm>
              <a:off x="6618159" y="-10479"/>
              <a:ext cx="416646" cy="18796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01" name="Curved Connector 200">
              <a:extLst>
                <a:ext uri="{FF2B5EF4-FFF2-40B4-BE49-F238E27FC236}">
                  <a16:creationId xmlns:a16="http://schemas.microsoft.com/office/drawing/2014/main" id="{69CB5571-87F0-77BD-71DB-AB8B22AD76B8}"/>
                </a:ext>
              </a:extLst>
            </p:cNvPr>
            <p:cNvCxnSpPr>
              <a:cxnSpLocks/>
              <a:stCxn id="200" idx="2"/>
              <a:endCxn id="34" idx="1"/>
            </p:cNvCxnSpPr>
            <p:nvPr/>
          </p:nvCxnSpPr>
          <p:spPr>
            <a:xfrm rot="16200000" flipH="1">
              <a:off x="4911220" y="3784382"/>
              <a:ext cx="5944639" cy="2114115"/>
            </a:xfrm>
            <a:prstGeom prst="curvedConnector2">
              <a:avLst/>
            </a:prstGeom>
            <a:ln w="28575">
              <a:solidFill>
                <a:schemeClr val="tx1"/>
              </a:solidFill>
              <a:prstDash val="sysDash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4" name="Curved Connector 203">
              <a:extLst>
                <a:ext uri="{FF2B5EF4-FFF2-40B4-BE49-F238E27FC236}">
                  <a16:creationId xmlns:a16="http://schemas.microsoft.com/office/drawing/2014/main" id="{239E04E5-DD99-382F-95D8-00899A286C07}"/>
                </a:ext>
              </a:extLst>
            </p:cNvPr>
            <p:cNvCxnSpPr>
              <a:cxnSpLocks/>
              <a:stCxn id="199" idx="2"/>
              <a:endCxn id="35" idx="3"/>
            </p:cNvCxnSpPr>
            <p:nvPr/>
          </p:nvCxnSpPr>
          <p:spPr>
            <a:xfrm rot="5400000">
              <a:off x="2340850" y="3770068"/>
              <a:ext cx="5961648" cy="2159755"/>
            </a:xfrm>
            <a:prstGeom prst="curvedConnector2">
              <a:avLst/>
            </a:prstGeom>
            <a:ln w="28575">
              <a:solidFill>
                <a:schemeClr val="tx1"/>
              </a:solidFill>
              <a:prstDash val="sysDash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6425354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1BF1E9-55BF-5AB6-2CB1-A3D6BD8690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6" name="Group 235">
            <a:extLst>
              <a:ext uri="{FF2B5EF4-FFF2-40B4-BE49-F238E27FC236}">
                <a16:creationId xmlns:a16="http://schemas.microsoft.com/office/drawing/2014/main" id="{3EE945A8-BD10-05A2-3F7E-DF13B63670C7}"/>
              </a:ext>
            </a:extLst>
          </p:cNvPr>
          <p:cNvGrpSpPr/>
          <p:nvPr/>
        </p:nvGrpSpPr>
        <p:grpSpPr>
          <a:xfrm>
            <a:off x="-1168710" y="946448"/>
            <a:ext cx="15349915" cy="9048426"/>
            <a:chOff x="-1168710" y="946448"/>
            <a:chExt cx="15349915" cy="9048426"/>
          </a:xfrm>
        </p:grpSpPr>
        <p:sp>
          <p:nvSpPr>
            <p:cNvPr id="222" name="Rectangle 221">
              <a:extLst>
                <a:ext uri="{FF2B5EF4-FFF2-40B4-BE49-F238E27FC236}">
                  <a16:creationId xmlns:a16="http://schemas.microsoft.com/office/drawing/2014/main" id="{93C4B155-2A7F-5B2E-F03A-85A8C684933E}"/>
                </a:ext>
              </a:extLst>
            </p:cNvPr>
            <p:cNvSpPr/>
            <p:nvPr/>
          </p:nvSpPr>
          <p:spPr>
            <a:xfrm>
              <a:off x="7117820" y="8270799"/>
              <a:ext cx="7063385" cy="1654885"/>
            </a:xfrm>
            <a:prstGeom prst="rect">
              <a:avLst/>
            </a:prstGeom>
            <a:noFill/>
            <a:ln w="19050"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33EAA336-D726-0871-5126-529AEFFE63F6}"/>
                </a:ext>
              </a:extLst>
            </p:cNvPr>
            <p:cNvSpPr txBox="1"/>
            <p:nvPr/>
          </p:nvSpPr>
          <p:spPr>
            <a:xfrm>
              <a:off x="5059165" y="1420328"/>
              <a:ext cx="269125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Is a fixed point of T</a:t>
              </a:r>
              <a:r>
                <a:rPr lang="en-US" baseline="-25000" dirty="0"/>
                <a:t>1</a:t>
              </a:r>
              <a:r>
                <a:rPr lang="en-US" dirty="0"/>
                <a:t> or T</a:t>
              </a:r>
              <a:r>
                <a:rPr lang="en-US" baseline="-25000" dirty="0"/>
                <a:t>3</a:t>
              </a:r>
              <a:r>
                <a:rPr lang="en-US" dirty="0"/>
                <a:t>?</a:t>
              </a:r>
            </a:p>
          </p:txBody>
        </p:sp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9C24B657-11F0-B616-209D-9FDA2AAC08CF}"/>
                </a:ext>
              </a:extLst>
            </p:cNvPr>
            <p:cNvSpPr txBox="1"/>
            <p:nvPr/>
          </p:nvSpPr>
          <p:spPr>
            <a:xfrm>
              <a:off x="456210" y="3540243"/>
              <a:ext cx="177965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Neither T</a:t>
              </a:r>
              <a:r>
                <a:rPr lang="en-US" baseline="-25000" dirty="0"/>
                <a:t>1</a:t>
              </a:r>
              <a:r>
                <a:rPr lang="en-US" dirty="0"/>
                <a:t> nor T</a:t>
              </a:r>
              <a:r>
                <a:rPr lang="en-US" baseline="-25000" dirty="0"/>
                <a:t>3</a:t>
              </a:r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62B97477-1DA3-F9C8-9F19-F8375288B3AB}"/>
                </a:ext>
              </a:extLst>
            </p:cNvPr>
            <p:cNvSpPr txBox="1"/>
            <p:nvPr/>
          </p:nvSpPr>
          <p:spPr>
            <a:xfrm>
              <a:off x="3981382" y="3540243"/>
              <a:ext cx="137088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T</a:t>
              </a:r>
              <a:r>
                <a:rPr lang="en-US" baseline="-25000" dirty="0"/>
                <a:t>1</a:t>
              </a:r>
              <a:r>
                <a:rPr lang="en-US" dirty="0"/>
                <a:t> but not T</a:t>
              </a:r>
              <a:r>
                <a:rPr lang="en-US" baseline="-25000" dirty="0"/>
                <a:t>3</a:t>
              </a:r>
            </a:p>
          </p:txBody>
        </p:sp>
        <p:sp>
          <p:nvSpPr>
            <p:cNvPr id="79" name="TextBox 78">
              <a:extLst>
                <a:ext uri="{FF2B5EF4-FFF2-40B4-BE49-F238E27FC236}">
                  <a16:creationId xmlns:a16="http://schemas.microsoft.com/office/drawing/2014/main" id="{D79E0951-301B-E7FA-48FB-1CFF69E9E31C}"/>
                </a:ext>
              </a:extLst>
            </p:cNvPr>
            <p:cNvSpPr txBox="1"/>
            <p:nvPr/>
          </p:nvSpPr>
          <p:spPr>
            <a:xfrm>
              <a:off x="7382499" y="3534667"/>
              <a:ext cx="137088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T</a:t>
              </a:r>
              <a:r>
                <a:rPr lang="en-US" baseline="-25000" dirty="0"/>
                <a:t>3</a:t>
              </a:r>
              <a:r>
                <a:rPr lang="en-US" dirty="0"/>
                <a:t> but not T</a:t>
              </a:r>
              <a:r>
                <a:rPr lang="en-US" baseline="-25000" dirty="0"/>
                <a:t>1</a:t>
              </a:r>
            </a:p>
          </p:txBody>
        </p:sp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2DA9AAEF-1946-E689-D904-81B6CA1121FE}"/>
                </a:ext>
              </a:extLst>
            </p:cNvPr>
            <p:cNvSpPr txBox="1"/>
            <p:nvPr/>
          </p:nvSpPr>
          <p:spPr>
            <a:xfrm>
              <a:off x="10941974" y="3542703"/>
              <a:ext cx="65274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Both</a:t>
              </a:r>
              <a:endParaRPr lang="en-US" baseline="-25000" dirty="0"/>
            </a:p>
          </p:txBody>
        </p:sp>
        <p:sp>
          <p:nvSpPr>
            <p:cNvPr id="81" name="TextBox 80">
              <a:extLst>
                <a:ext uri="{FF2B5EF4-FFF2-40B4-BE49-F238E27FC236}">
                  <a16:creationId xmlns:a16="http://schemas.microsoft.com/office/drawing/2014/main" id="{7C950A0C-7BE5-040D-7507-BCAF23D7E362}"/>
                </a:ext>
              </a:extLst>
            </p:cNvPr>
            <p:cNvSpPr txBox="1"/>
            <p:nvPr/>
          </p:nvSpPr>
          <p:spPr>
            <a:xfrm>
              <a:off x="10211787" y="4666390"/>
              <a:ext cx="220233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Is a fixed point of T</a:t>
              </a:r>
              <a:r>
                <a:rPr lang="en-US" baseline="-25000" dirty="0"/>
                <a:t>5</a:t>
              </a:r>
              <a:r>
                <a:rPr lang="en-US" dirty="0"/>
                <a:t>?</a:t>
              </a:r>
            </a:p>
          </p:txBody>
        </p:sp>
        <p:sp>
          <p:nvSpPr>
            <p:cNvPr id="82" name="TextBox 81">
              <a:extLst>
                <a:ext uri="{FF2B5EF4-FFF2-40B4-BE49-F238E27FC236}">
                  <a16:creationId xmlns:a16="http://schemas.microsoft.com/office/drawing/2014/main" id="{AD20BA42-B191-EA23-B16E-73DE5B02E394}"/>
                </a:ext>
              </a:extLst>
            </p:cNvPr>
            <p:cNvSpPr txBox="1"/>
            <p:nvPr/>
          </p:nvSpPr>
          <p:spPr>
            <a:xfrm>
              <a:off x="309507" y="4584747"/>
              <a:ext cx="220233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Is a fixed point of T</a:t>
              </a:r>
              <a:r>
                <a:rPr lang="en-US" baseline="-25000" dirty="0"/>
                <a:t>5</a:t>
              </a:r>
              <a:r>
                <a:rPr lang="en-US" dirty="0"/>
                <a:t>?</a:t>
              </a:r>
            </a:p>
          </p:txBody>
        </p:sp>
        <p:sp>
          <p:nvSpPr>
            <p:cNvPr id="119" name="TextBox 118">
              <a:extLst>
                <a:ext uri="{FF2B5EF4-FFF2-40B4-BE49-F238E27FC236}">
                  <a16:creationId xmlns:a16="http://schemas.microsoft.com/office/drawing/2014/main" id="{6FB980BA-3612-3EE3-F757-AF81CF5DA355}"/>
                </a:ext>
              </a:extLst>
            </p:cNvPr>
            <p:cNvSpPr txBox="1"/>
            <p:nvPr/>
          </p:nvSpPr>
          <p:spPr>
            <a:xfrm>
              <a:off x="-411298" y="6227028"/>
              <a:ext cx="52764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Yes</a:t>
              </a:r>
              <a:endParaRPr lang="en-US" baseline="-25000" dirty="0"/>
            </a:p>
          </p:txBody>
        </p:sp>
        <p:sp>
          <p:nvSpPr>
            <p:cNvPr id="120" name="TextBox 119">
              <a:extLst>
                <a:ext uri="{FF2B5EF4-FFF2-40B4-BE49-F238E27FC236}">
                  <a16:creationId xmlns:a16="http://schemas.microsoft.com/office/drawing/2014/main" id="{898B2A6B-E448-AC10-1AD3-710E4CB2D357}"/>
                </a:ext>
              </a:extLst>
            </p:cNvPr>
            <p:cNvSpPr txBox="1"/>
            <p:nvPr/>
          </p:nvSpPr>
          <p:spPr>
            <a:xfrm>
              <a:off x="2833741" y="6227028"/>
              <a:ext cx="47481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No</a:t>
              </a:r>
              <a:endParaRPr lang="en-US" baseline="-25000" dirty="0"/>
            </a:p>
          </p:txBody>
        </p:sp>
        <p:sp>
          <p:nvSpPr>
            <p:cNvPr id="121" name="TextBox 120">
              <a:extLst>
                <a:ext uri="{FF2B5EF4-FFF2-40B4-BE49-F238E27FC236}">
                  <a16:creationId xmlns:a16="http://schemas.microsoft.com/office/drawing/2014/main" id="{7669C507-9B74-28E3-0E5C-58F70FE537D1}"/>
                </a:ext>
              </a:extLst>
            </p:cNvPr>
            <p:cNvSpPr txBox="1"/>
            <p:nvPr/>
          </p:nvSpPr>
          <p:spPr>
            <a:xfrm>
              <a:off x="9485334" y="6308671"/>
              <a:ext cx="52764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Yes</a:t>
              </a:r>
              <a:endParaRPr lang="en-US" baseline="-25000" dirty="0"/>
            </a:p>
          </p:txBody>
        </p:sp>
        <p:sp>
          <p:nvSpPr>
            <p:cNvPr id="122" name="TextBox 121">
              <a:extLst>
                <a:ext uri="{FF2B5EF4-FFF2-40B4-BE49-F238E27FC236}">
                  <a16:creationId xmlns:a16="http://schemas.microsoft.com/office/drawing/2014/main" id="{B05AC92E-83ED-CB5C-8D3D-ED6BDCD66E26}"/>
                </a:ext>
              </a:extLst>
            </p:cNvPr>
            <p:cNvSpPr txBox="1"/>
            <p:nvPr/>
          </p:nvSpPr>
          <p:spPr>
            <a:xfrm>
              <a:off x="12730373" y="6308671"/>
              <a:ext cx="47481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No</a:t>
              </a:r>
              <a:endParaRPr lang="en-US" baseline="-25000" dirty="0"/>
            </a:p>
          </p:txBody>
        </p:sp>
        <p:sp>
          <p:nvSpPr>
            <p:cNvPr id="123" name="TextBox 122">
              <a:extLst>
                <a:ext uri="{FF2B5EF4-FFF2-40B4-BE49-F238E27FC236}">
                  <a16:creationId xmlns:a16="http://schemas.microsoft.com/office/drawing/2014/main" id="{B403A596-4AB4-B906-F337-C66EC0AD5FA0}"/>
                </a:ext>
              </a:extLst>
            </p:cNvPr>
            <p:cNvSpPr txBox="1"/>
            <p:nvPr/>
          </p:nvSpPr>
          <p:spPr>
            <a:xfrm>
              <a:off x="1855676" y="7286911"/>
              <a:ext cx="259026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Is a fixed point of T</a:t>
              </a:r>
              <a:r>
                <a:rPr lang="en-US" baseline="-25000" dirty="0"/>
                <a:t>1</a:t>
              </a:r>
              <a:r>
                <a:rPr lang="en-US" dirty="0"/>
                <a:t> ∘ T</a:t>
              </a:r>
              <a:r>
                <a:rPr lang="en-US" baseline="-25000" dirty="0"/>
                <a:t>5</a:t>
              </a:r>
              <a:r>
                <a:rPr lang="en-US" dirty="0"/>
                <a:t>?</a:t>
              </a:r>
            </a:p>
          </p:txBody>
        </p:sp>
        <p:sp>
          <p:nvSpPr>
            <p:cNvPr id="142" name="TextBox 141">
              <a:extLst>
                <a:ext uri="{FF2B5EF4-FFF2-40B4-BE49-F238E27FC236}">
                  <a16:creationId xmlns:a16="http://schemas.microsoft.com/office/drawing/2014/main" id="{C43B9AA2-2AF5-770F-7A11-87C6B982BAA5}"/>
                </a:ext>
              </a:extLst>
            </p:cNvPr>
            <p:cNvSpPr txBox="1"/>
            <p:nvPr/>
          </p:nvSpPr>
          <p:spPr>
            <a:xfrm>
              <a:off x="1231443" y="9098242"/>
              <a:ext cx="52764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Yes</a:t>
              </a:r>
              <a:endParaRPr lang="en-US" baseline="-25000" dirty="0"/>
            </a:p>
          </p:txBody>
        </p:sp>
        <p:sp>
          <p:nvSpPr>
            <p:cNvPr id="143" name="TextBox 142">
              <a:extLst>
                <a:ext uri="{FF2B5EF4-FFF2-40B4-BE49-F238E27FC236}">
                  <a16:creationId xmlns:a16="http://schemas.microsoft.com/office/drawing/2014/main" id="{CE60B2ED-46AC-B82E-25A9-3AC60CC7544D}"/>
                </a:ext>
              </a:extLst>
            </p:cNvPr>
            <p:cNvSpPr txBox="1"/>
            <p:nvPr/>
          </p:nvSpPr>
          <p:spPr>
            <a:xfrm>
              <a:off x="4476482" y="9098242"/>
              <a:ext cx="47481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No</a:t>
              </a:r>
              <a:endParaRPr lang="en-US" baseline="-25000" dirty="0"/>
            </a:p>
          </p:txBody>
        </p:sp>
        <p:cxnSp>
          <p:nvCxnSpPr>
            <p:cNvPr id="145" name="Straight Arrow Connector 144">
              <a:extLst>
                <a:ext uri="{FF2B5EF4-FFF2-40B4-BE49-F238E27FC236}">
                  <a16:creationId xmlns:a16="http://schemas.microsoft.com/office/drawing/2014/main" id="{C1D3CDC6-8DB6-A603-2A46-A022E2714E0F}"/>
                </a:ext>
              </a:extLst>
            </p:cNvPr>
            <p:cNvCxnSpPr>
              <a:cxnSpLocks/>
              <a:endCxn id="77" idx="0"/>
            </p:cNvCxnSpPr>
            <p:nvPr/>
          </p:nvCxnSpPr>
          <p:spPr>
            <a:xfrm flipH="1">
              <a:off x="1346037" y="1886830"/>
              <a:ext cx="3954167" cy="1653413"/>
            </a:xfrm>
            <a:prstGeom prst="straightConnector1">
              <a:avLst/>
            </a:prstGeom>
            <a:ln w="22225">
              <a:solidFill>
                <a:schemeClr val="tx1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6" name="Straight Arrow Connector 145">
              <a:extLst>
                <a:ext uri="{FF2B5EF4-FFF2-40B4-BE49-F238E27FC236}">
                  <a16:creationId xmlns:a16="http://schemas.microsoft.com/office/drawing/2014/main" id="{EBE4E6D7-234B-87B4-CE60-03229AAD6B6C}"/>
                </a:ext>
              </a:extLst>
            </p:cNvPr>
            <p:cNvCxnSpPr>
              <a:cxnSpLocks/>
              <a:endCxn id="80" idx="0"/>
            </p:cNvCxnSpPr>
            <p:nvPr/>
          </p:nvCxnSpPr>
          <p:spPr>
            <a:xfrm>
              <a:off x="7540857" y="1879288"/>
              <a:ext cx="3727489" cy="1663415"/>
            </a:xfrm>
            <a:prstGeom prst="straightConnector1">
              <a:avLst/>
            </a:prstGeom>
            <a:ln w="22225">
              <a:solidFill>
                <a:schemeClr val="tx1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9" name="Straight Arrow Connector 148">
              <a:extLst>
                <a:ext uri="{FF2B5EF4-FFF2-40B4-BE49-F238E27FC236}">
                  <a16:creationId xmlns:a16="http://schemas.microsoft.com/office/drawing/2014/main" id="{7AA55C03-7694-44E0-0C40-5A09A9BDB2D5}"/>
                </a:ext>
              </a:extLst>
            </p:cNvPr>
            <p:cNvCxnSpPr>
              <a:cxnSpLocks/>
              <a:endCxn id="78" idx="0"/>
            </p:cNvCxnSpPr>
            <p:nvPr/>
          </p:nvCxnSpPr>
          <p:spPr>
            <a:xfrm flipH="1">
              <a:off x="4666826" y="1879782"/>
              <a:ext cx="1443299" cy="1660461"/>
            </a:xfrm>
            <a:prstGeom prst="straightConnector1">
              <a:avLst/>
            </a:prstGeom>
            <a:ln w="22225">
              <a:solidFill>
                <a:schemeClr val="tx1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4" name="Straight Arrow Connector 153">
              <a:extLst>
                <a:ext uri="{FF2B5EF4-FFF2-40B4-BE49-F238E27FC236}">
                  <a16:creationId xmlns:a16="http://schemas.microsoft.com/office/drawing/2014/main" id="{D080D902-6D5E-7F71-3C67-2406546268A0}"/>
                </a:ext>
              </a:extLst>
            </p:cNvPr>
            <p:cNvCxnSpPr>
              <a:cxnSpLocks/>
              <a:endCxn id="79" idx="0"/>
            </p:cNvCxnSpPr>
            <p:nvPr/>
          </p:nvCxnSpPr>
          <p:spPr>
            <a:xfrm>
              <a:off x="6795569" y="1879782"/>
              <a:ext cx="1272374" cy="1654885"/>
            </a:xfrm>
            <a:prstGeom prst="straightConnector1">
              <a:avLst/>
            </a:prstGeom>
            <a:ln w="22225">
              <a:solidFill>
                <a:schemeClr val="tx1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1" name="Straight Arrow Connector 160">
              <a:extLst>
                <a:ext uri="{FF2B5EF4-FFF2-40B4-BE49-F238E27FC236}">
                  <a16:creationId xmlns:a16="http://schemas.microsoft.com/office/drawing/2014/main" id="{4DF4CD0C-8C26-2028-703D-29BBF451EE49}"/>
                </a:ext>
              </a:extLst>
            </p:cNvPr>
            <p:cNvCxnSpPr>
              <a:cxnSpLocks/>
              <a:endCxn id="119" idx="0"/>
            </p:cNvCxnSpPr>
            <p:nvPr/>
          </p:nvCxnSpPr>
          <p:spPr>
            <a:xfrm flipH="1">
              <a:off x="-147475" y="5008963"/>
              <a:ext cx="1274935" cy="1218065"/>
            </a:xfrm>
            <a:prstGeom prst="straightConnector1">
              <a:avLst/>
            </a:prstGeom>
            <a:ln w="22225">
              <a:solidFill>
                <a:schemeClr val="tx1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4" name="Straight Arrow Connector 163">
              <a:extLst>
                <a:ext uri="{FF2B5EF4-FFF2-40B4-BE49-F238E27FC236}">
                  <a16:creationId xmlns:a16="http://schemas.microsoft.com/office/drawing/2014/main" id="{E0087506-85A0-C18F-3194-25E5B8ACE307}"/>
                </a:ext>
              </a:extLst>
            </p:cNvPr>
            <p:cNvCxnSpPr>
              <a:cxnSpLocks/>
              <a:endCxn id="120" idx="0"/>
            </p:cNvCxnSpPr>
            <p:nvPr/>
          </p:nvCxnSpPr>
          <p:spPr>
            <a:xfrm>
              <a:off x="1773684" y="5008963"/>
              <a:ext cx="1297462" cy="1218065"/>
            </a:xfrm>
            <a:prstGeom prst="straightConnector1">
              <a:avLst/>
            </a:prstGeom>
            <a:ln w="22225">
              <a:solidFill>
                <a:schemeClr val="tx1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0" name="Straight Arrow Connector 169">
              <a:extLst>
                <a:ext uri="{FF2B5EF4-FFF2-40B4-BE49-F238E27FC236}">
                  <a16:creationId xmlns:a16="http://schemas.microsoft.com/office/drawing/2014/main" id="{9A69909C-F678-C557-4423-0D9C45D94165}"/>
                </a:ext>
              </a:extLst>
            </p:cNvPr>
            <p:cNvCxnSpPr>
              <a:cxnSpLocks/>
              <a:endCxn id="121" idx="0"/>
            </p:cNvCxnSpPr>
            <p:nvPr/>
          </p:nvCxnSpPr>
          <p:spPr>
            <a:xfrm flipH="1">
              <a:off x="9749157" y="5090606"/>
              <a:ext cx="1399478" cy="1218065"/>
            </a:xfrm>
            <a:prstGeom prst="straightConnector1">
              <a:avLst/>
            </a:prstGeom>
            <a:ln w="22225">
              <a:solidFill>
                <a:schemeClr val="tx1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1" name="Straight Arrow Connector 170">
              <a:extLst>
                <a:ext uri="{FF2B5EF4-FFF2-40B4-BE49-F238E27FC236}">
                  <a16:creationId xmlns:a16="http://schemas.microsoft.com/office/drawing/2014/main" id="{D17C25AF-CEDE-A62B-587C-C4AA47AAFFBA}"/>
                </a:ext>
              </a:extLst>
            </p:cNvPr>
            <p:cNvCxnSpPr>
              <a:cxnSpLocks/>
              <a:endCxn id="122" idx="0"/>
            </p:cNvCxnSpPr>
            <p:nvPr/>
          </p:nvCxnSpPr>
          <p:spPr>
            <a:xfrm>
              <a:off x="11594717" y="5090606"/>
              <a:ext cx="1373061" cy="1218065"/>
            </a:xfrm>
            <a:prstGeom prst="straightConnector1">
              <a:avLst/>
            </a:prstGeom>
            <a:ln w="22225">
              <a:solidFill>
                <a:schemeClr val="tx1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8" name="Straight Arrow Connector 177">
              <a:extLst>
                <a:ext uri="{FF2B5EF4-FFF2-40B4-BE49-F238E27FC236}">
                  <a16:creationId xmlns:a16="http://schemas.microsoft.com/office/drawing/2014/main" id="{729DAC07-D938-2688-707C-021A058DC6AB}"/>
                </a:ext>
              </a:extLst>
            </p:cNvPr>
            <p:cNvCxnSpPr>
              <a:cxnSpLocks/>
              <a:endCxn id="142" idx="0"/>
            </p:cNvCxnSpPr>
            <p:nvPr/>
          </p:nvCxnSpPr>
          <p:spPr>
            <a:xfrm flipH="1">
              <a:off x="1495266" y="7712226"/>
              <a:ext cx="1270491" cy="1386016"/>
            </a:xfrm>
            <a:prstGeom prst="straightConnector1">
              <a:avLst/>
            </a:prstGeom>
            <a:ln w="22225">
              <a:solidFill>
                <a:schemeClr val="tx1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9" name="Straight Arrow Connector 178">
              <a:extLst>
                <a:ext uri="{FF2B5EF4-FFF2-40B4-BE49-F238E27FC236}">
                  <a16:creationId xmlns:a16="http://schemas.microsoft.com/office/drawing/2014/main" id="{A4F6CBE7-91EC-0E3D-1A48-CED9C959DE55}"/>
                </a:ext>
              </a:extLst>
            </p:cNvPr>
            <p:cNvCxnSpPr>
              <a:cxnSpLocks/>
              <a:endCxn id="143" idx="0"/>
            </p:cNvCxnSpPr>
            <p:nvPr/>
          </p:nvCxnSpPr>
          <p:spPr>
            <a:xfrm>
              <a:off x="3469813" y="7712226"/>
              <a:ext cx="1244074" cy="1386016"/>
            </a:xfrm>
            <a:prstGeom prst="straightConnector1">
              <a:avLst/>
            </a:prstGeom>
            <a:ln w="22225">
              <a:solidFill>
                <a:schemeClr val="tx1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90" name="Rounded Rectangle 189">
              <a:extLst>
                <a:ext uri="{FF2B5EF4-FFF2-40B4-BE49-F238E27FC236}">
                  <a16:creationId xmlns:a16="http://schemas.microsoft.com/office/drawing/2014/main" id="{F0ECEEDE-CB00-580C-D779-35CB11389799}"/>
                </a:ext>
              </a:extLst>
            </p:cNvPr>
            <p:cNvSpPr/>
            <p:nvPr/>
          </p:nvSpPr>
          <p:spPr>
            <a:xfrm>
              <a:off x="7387746" y="8595545"/>
              <a:ext cx="4254192" cy="940967"/>
            </a:xfrm>
            <a:prstGeom prst="roundRect">
              <a:avLst/>
            </a:prstGeom>
            <a:solidFill>
              <a:schemeClr val="bg2"/>
            </a:solidFill>
            <a:ln w="2222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/>
            </a:p>
          </p:txBody>
        </p:sp>
        <p:sp>
          <p:nvSpPr>
            <p:cNvPr id="197" name="Oval 196">
              <a:extLst>
                <a:ext uri="{FF2B5EF4-FFF2-40B4-BE49-F238E27FC236}">
                  <a16:creationId xmlns:a16="http://schemas.microsoft.com/office/drawing/2014/main" id="{E5016161-360C-309B-E1F3-E1ACCAF33FA3}"/>
                </a:ext>
              </a:extLst>
            </p:cNvPr>
            <p:cNvSpPr/>
            <p:nvPr/>
          </p:nvSpPr>
          <p:spPr>
            <a:xfrm>
              <a:off x="7537154" y="8687694"/>
              <a:ext cx="684999" cy="689246"/>
            </a:xfrm>
            <a:prstGeom prst="ellipse">
              <a:avLst/>
            </a:prstGeom>
            <a:solidFill>
              <a:schemeClr val="bg2"/>
            </a:solidFill>
            <a:ln w="2222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/>
            </a:p>
          </p:txBody>
        </p:sp>
        <p:sp>
          <p:nvSpPr>
            <p:cNvPr id="205" name="Oval 204">
              <a:extLst>
                <a:ext uri="{FF2B5EF4-FFF2-40B4-BE49-F238E27FC236}">
                  <a16:creationId xmlns:a16="http://schemas.microsoft.com/office/drawing/2014/main" id="{7A41D075-CE16-5107-F667-22526F4EAAE6}"/>
                </a:ext>
              </a:extLst>
            </p:cNvPr>
            <p:cNvSpPr/>
            <p:nvPr/>
          </p:nvSpPr>
          <p:spPr>
            <a:xfrm>
              <a:off x="8326827" y="8687694"/>
              <a:ext cx="684999" cy="689246"/>
            </a:xfrm>
            <a:prstGeom prst="ellipse">
              <a:avLst/>
            </a:prstGeom>
            <a:solidFill>
              <a:schemeClr val="bg2"/>
            </a:solidFill>
            <a:ln w="2222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/>
            </a:p>
          </p:txBody>
        </p:sp>
        <p:sp>
          <p:nvSpPr>
            <p:cNvPr id="206" name="Oval 205">
              <a:extLst>
                <a:ext uri="{FF2B5EF4-FFF2-40B4-BE49-F238E27FC236}">
                  <a16:creationId xmlns:a16="http://schemas.microsoft.com/office/drawing/2014/main" id="{1C30829F-7B86-E12B-C622-CBD1DD83645F}"/>
                </a:ext>
              </a:extLst>
            </p:cNvPr>
            <p:cNvSpPr/>
            <p:nvPr/>
          </p:nvSpPr>
          <p:spPr>
            <a:xfrm>
              <a:off x="9968651" y="8687694"/>
              <a:ext cx="684999" cy="689246"/>
            </a:xfrm>
            <a:prstGeom prst="ellipse">
              <a:avLst/>
            </a:prstGeom>
            <a:solidFill>
              <a:schemeClr val="bg2"/>
            </a:solidFill>
            <a:ln w="2222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/>
            </a:p>
          </p:txBody>
        </p:sp>
        <p:sp>
          <p:nvSpPr>
            <p:cNvPr id="207" name="Oval 206">
              <a:extLst>
                <a:ext uri="{FF2B5EF4-FFF2-40B4-BE49-F238E27FC236}">
                  <a16:creationId xmlns:a16="http://schemas.microsoft.com/office/drawing/2014/main" id="{A77B2F02-5765-FED8-94E3-734B2F32FFD4}"/>
                </a:ext>
              </a:extLst>
            </p:cNvPr>
            <p:cNvSpPr/>
            <p:nvPr/>
          </p:nvSpPr>
          <p:spPr>
            <a:xfrm>
              <a:off x="9116500" y="8687694"/>
              <a:ext cx="684999" cy="689246"/>
            </a:xfrm>
            <a:prstGeom prst="ellipse">
              <a:avLst/>
            </a:prstGeom>
            <a:solidFill>
              <a:schemeClr val="bg2"/>
            </a:solidFill>
            <a:ln w="2222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/>
            </a:p>
          </p:txBody>
        </p:sp>
        <p:sp>
          <p:nvSpPr>
            <p:cNvPr id="208" name="Oval 207">
              <a:extLst>
                <a:ext uri="{FF2B5EF4-FFF2-40B4-BE49-F238E27FC236}">
                  <a16:creationId xmlns:a16="http://schemas.microsoft.com/office/drawing/2014/main" id="{C37EBCCB-94B2-2036-31B8-B52F3DE42280}"/>
                </a:ext>
              </a:extLst>
            </p:cNvPr>
            <p:cNvSpPr/>
            <p:nvPr/>
          </p:nvSpPr>
          <p:spPr>
            <a:xfrm>
              <a:off x="10766637" y="8687694"/>
              <a:ext cx="684999" cy="689246"/>
            </a:xfrm>
            <a:prstGeom prst="ellipse">
              <a:avLst/>
            </a:prstGeom>
            <a:solidFill>
              <a:schemeClr val="bg2"/>
            </a:solidFill>
            <a:ln w="2222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/>
            </a:p>
          </p:txBody>
        </p:sp>
        <p:sp>
          <p:nvSpPr>
            <p:cNvPr id="211" name="TextBox 210">
              <a:extLst>
                <a:ext uri="{FF2B5EF4-FFF2-40B4-BE49-F238E27FC236}">
                  <a16:creationId xmlns:a16="http://schemas.microsoft.com/office/drawing/2014/main" id="{1C5AFF65-D9DD-9944-0A72-9A46B78112F8}"/>
                </a:ext>
              </a:extLst>
            </p:cNvPr>
            <p:cNvSpPr txBox="1"/>
            <p:nvPr/>
          </p:nvSpPr>
          <p:spPr>
            <a:xfrm>
              <a:off x="9918448" y="8867647"/>
              <a:ext cx="796638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600" dirty="0">
                  <a:solidFill>
                    <a:schemeClr val="tx1"/>
                  </a:solidFill>
                </a:rPr>
                <a:t>T</a:t>
              </a:r>
              <a:r>
                <a:rPr lang="en-US" sz="1600" baseline="-25000" dirty="0">
                  <a:solidFill>
                    <a:schemeClr val="tx1"/>
                  </a:solidFill>
                </a:rPr>
                <a:t>1</a:t>
              </a:r>
              <a:r>
                <a:rPr lang="en-US" sz="1600" dirty="0">
                  <a:solidFill>
                    <a:schemeClr val="tx1"/>
                  </a:solidFill>
                </a:rPr>
                <a:t> ∘ T</a:t>
              </a:r>
              <a:r>
                <a:rPr lang="en-US" sz="1600" baseline="-25000" dirty="0">
                  <a:solidFill>
                    <a:schemeClr val="tx1"/>
                  </a:solidFill>
                </a:rPr>
                <a:t>5</a:t>
              </a:r>
              <a:endParaRPr lang="en-US" sz="1600" baseline="-25000" dirty="0"/>
            </a:p>
          </p:txBody>
        </p:sp>
        <p:sp>
          <p:nvSpPr>
            <p:cNvPr id="212" name="TextBox 211">
              <a:extLst>
                <a:ext uri="{FF2B5EF4-FFF2-40B4-BE49-F238E27FC236}">
                  <a16:creationId xmlns:a16="http://schemas.microsoft.com/office/drawing/2014/main" id="{B463F4F8-1288-6257-F382-B06872FB2040}"/>
                </a:ext>
              </a:extLst>
            </p:cNvPr>
            <p:cNvSpPr txBox="1"/>
            <p:nvPr/>
          </p:nvSpPr>
          <p:spPr>
            <a:xfrm>
              <a:off x="10717782" y="8867647"/>
              <a:ext cx="796638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600" dirty="0">
                  <a:solidFill>
                    <a:schemeClr val="tx1"/>
                  </a:solidFill>
                </a:rPr>
                <a:t>T</a:t>
              </a:r>
              <a:r>
                <a:rPr lang="en-US" sz="1600" baseline="-25000" dirty="0"/>
                <a:t>3</a:t>
              </a:r>
              <a:r>
                <a:rPr lang="en-US" sz="1600" dirty="0">
                  <a:solidFill>
                    <a:schemeClr val="tx1"/>
                  </a:solidFill>
                </a:rPr>
                <a:t> ∘ T</a:t>
              </a:r>
              <a:r>
                <a:rPr lang="en-US" sz="1600" baseline="-25000" dirty="0">
                  <a:solidFill>
                    <a:schemeClr val="tx1"/>
                  </a:solidFill>
                </a:rPr>
                <a:t>5</a:t>
              </a:r>
              <a:endParaRPr lang="en-US" sz="1600" baseline="-25000" dirty="0"/>
            </a:p>
          </p:txBody>
        </p:sp>
        <p:sp>
          <p:nvSpPr>
            <p:cNvPr id="213" name="TextBox 212">
              <a:extLst>
                <a:ext uri="{FF2B5EF4-FFF2-40B4-BE49-F238E27FC236}">
                  <a16:creationId xmlns:a16="http://schemas.microsoft.com/office/drawing/2014/main" id="{732C086B-4413-0501-4613-C4C93A65D112}"/>
                </a:ext>
              </a:extLst>
            </p:cNvPr>
            <p:cNvSpPr txBox="1"/>
            <p:nvPr/>
          </p:nvSpPr>
          <p:spPr>
            <a:xfrm>
              <a:off x="7488917" y="8867647"/>
              <a:ext cx="796638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600" dirty="0">
                  <a:solidFill>
                    <a:schemeClr val="tx1"/>
                  </a:solidFill>
                </a:rPr>
                <a:t>T</a:t>
              </a:r>
              <a:r>
                <a:rPr lang="en-US" sz="1600" baseline="-25000" dirty="0">
                  <a:solidFill>
                    <a:schemeClr val="tx1"/>
                  </a:solidFill>
                </a:rPr>
                <a:t>1</a:t>
              </a:r>
              <a:endParaRPr lang="en-US" sz="1600" baseline="-25000" dirty="0"/>
            </a:p>
          </p:txBody>
        </p:sp>
        <p:sp>
          <p:nvSpPr>
            <p:cNvPr id="214" name="TextBox 213">
              <a:extLst>
                <a:ext uri="{FF2B5EF4-FFF2-40B4-BE49-F238E27FC236}">
                  <a16:creationId xmlns:a16="http://schemas.microsoft.com/office/drawing/2014/main" id="{FD363BB7-0CD7-BA65-202C-1A2468D2DD94}"/>
                </a:ext>
              </a:extLst>
            </p:cNvPr>
            <p:cNvSpPr txBox="1"/>
            <p:nvPr/>
          </p:nvSpPr>
          <p:spPr>
            <a:xfrm>
              <a:off x="8278590" y="8873118"/>
              <a:ext cx="796638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600" dirty="0">
                  <a:solidFill>
                    <a:schemeClr val="tx1"/>
                  </a:solidFill>
                </a:rPr>
                <a:t>T</a:t>
              </a:r>
              <a:r>
                <a:rPr lang="en-US" sz="1600" baseline="-25000" dirty="0">
                  <a:solidFill>
                    <a:schemeClr val="tx1"/>
                  </a:solidFill>
                </a:rPr>
                <a:t>3</a:t>
              </a:r>
              <a:endParaRPr lang="en-US" sz="1600" baseline="-25000" dirty="0"/>
            </a:p>
          </p:txBody>
        </p:sp>
        <p:sp>
          <p:nvSpPr>
            <p:cNvPr id="215" name="TextBox 214">
              <a:extLst>
                <a:ext uri="{FF2B5EF4-FFF2-40B4-BE49-F238E27FC236}">
                  <a16:creationId xmlns:a16="http://schemas.microsoft.com/office/drawing/2014/main" id="{0549EFD8-C758-6BBE-F799-2AE2940C7A74}"/>
                </a:ext>
              </a:extLst>
            </p:cNvPr>
            <p:cNvSpPr txBox="1"/>
            <p:nvPr/>
          </p:nvSpPr>
          <p:spPr>
            <a:xfrm>
              <a:off x="9075228" y="8866865"/>
              <a:ext cx="796638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600" dirty="0">
                  <a:solidFill>
                    <a:schemeClr val="tx1"/>
                  </a:solidFill>
                </a:rPr>
                <a:t>T</a:t>
              </a:r>
              <a:r>
                <a:rPr lang="en-US" sz="1600" baseline="-25000" dirty="0"/>
                <a:t>5</a:t>
              </a:r>
            </a:p>
          </p:txBody>
        </p:sp>
        <p:sp>
          <p:nvSpPr>
            <p:cNvPr id="216" name="Oval 215">
              <a:extLst>
                <a:ext uri="{FF2B5EF4-FFF2-40B4-BE49-F238E27FC236}">
                  <a16:creationId xmlns:a16="http://schemas.microsoft.com/office/drawing/2014/main" id="{9DCE1626-B735-1DD1-6F94-E6FF84025459}"/>
                </a:ext>
              </a:extLst>
            </p:cNvPr>
            <p:cNvSpPr/>
            <p:nvPr/>
          </p:nvSpPr>
          <p:spPr>
            <a:xfrm>
              <a:off x="11853017" y="8459753"/>
              <a:ext cx="267629" cy="267629"/>
            </a:xfrm>
            <a:prstGeom prst="ellipse">
              <a:avLst/>
            </a:prstGeom>
            <a:solidFill>
              <a:schemeClr val="bg2"/>
            </a:solidFill>
            <a:ln w="2222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7" name="Oval 216">
              <a:extLst>
                <a:ext uri="{FF2B5EF4-FFF2-40B4-BE49-F238E27FC236}">
                  <a16:creationId xmlns:a16="http://schemas.microsoft.com/office/drawing/2014/main" id="{0D97623D-61D4-2142-BE71-9472726F2E06}"/>
                </a:ext>
              </a:extLst>
            </p:cNvPr>
            <p:cNvSpPr/>
            <p:nvPr/>
          </p:nvSpPr>
          <p:spPr>
            <a:xfrm>
              <a:off x="11866792" y="8913481"/>
              <a:ext cx="267629" cy="267629"/>
            </a:xfrm>
            <a:prstGeom prst="ellipse">
              <a:avLst/>
            </a:prstGeom>
            <a:solidFill>
              <a:srgbClr val="00B050"/>
            </a:solidFill>
            <a:ln w="2222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18" name="Oval 217">
              <a:extLst>
                <a:ext uri="{FF2B5EF4-FFF2-40B4-BE49-F238E27FC236}">
                  <a16:creationId xmlns:a16="http://schemas.microsoft.com/office/drawing/2014/main" id="{9F983B1A-0EC6-E7D6-F220-DCBAFD3547E4}"/>
                </a:ext>
              </a:extLst>
            </p:cNvPr>
            <p:cNvSpPr/>
            <p:nvPr/>
          </p:nvSpPr>
          <p:spPr>
            <a:xfrm>
              <a:off x="11866791" y="9373054"/>
              <a:ext cx="267629" cy="267629"/>
            </a:xfrm>
            <a:prstGeom prst="ellipse">
              <a:avLst/>
            </a:prstGeom>
            <a:solidFill>
              <a:srgbClr val="FF0000"/>
            </a:solidFill>
            <a:ln w="2222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rgbClr val="FF0000"/>
                </a:solidFill>
              </a:endParaRPr>
            </a:p>
          </p:txBody>
        </p:sp>
        <p:sp>
          <p:nvSpPr>
            <p:cNvPr id="219" name="TextBox 218">
              <a:extLst>
                <a:ext uri="{FF2B5EF4-FFF2-40B4-BE49-F238E27FC236}">
                  <a16:creationId xmlns:a16="http://schemas.microsoft.com/office/drawing/2014/main" id="{6BF6343E-E58E-5272-E7CC-3F48EB1C84E0}"/>
                </a:ext>
              </a:extLst>
            </p:cNvPr>
            <p:cNvSpPr txBox="1"/>
            <p:nvPr/>
          </p:nvSpPr>
          <p:spPr>
            <a:xfrm>
              <a:off x="12156372" y="8408901"/>
              <a:ext cx="167366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No information</a:t>
              </a:r>
            </a:p>
          </p:txBody>
        </p:sp>
        <p:sp>
          <p:nvSpPr>
            <p:cNvPr id="220" name="TextBox 219">
              <a:extLst>
                <a:ext uri="{FF2B5EF4-FFF2-40B4-BE49-F238E27FC236}">
                  <a16:creationId xmlns:a16="http://schemas.microsoft.com/office/drawing/2014/main" id="{95BC2AE5-DB98-9CE6-8630-B1314766CE9C}"/>
                </a:ext>
              </a:extLst>
            </p:cNvPr>
            <p:cNvSpPr txBox="1"/>
            <p:nvPr/>
          </p:nvSpPr>
          <p:spPr>
            <a:xfrm>
              <a:off x="12156372" y="8862629"/>
              <a:ext cx="140083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A fixed point</a:t>
              </a:r>
            </a:p>
          </p:txBody>
        </p:sp>
        <p:sp>
          <p:nvSpPr>
            <p:cNvPr id="221" name="TextBox 220">
              <a:extLst>
                <a:ext uri="{FF2B5EF4-FFF2-40B4-BE49-F238E27FC236}">
                  <a16:creationId xmlns:a16="http://schemas.microsoft.com/office/drawing/2014/main" id="{9331B05D-42D8-9C3C-6A65-57F2FFC7BCD5}"/>
                </a:ext>
              </a:extLst>
            </p:cNvPr>
            <p:cNvSpPr txBox="1"/>
            <p:nvPr/>
          </p:nvSpPr>
          <p:spPr>
            <a:xfrm>
              <a:off x="12156372" y="9322202"/>
              <a:ext cx="179998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Not a fixed point</a:t>
              </a:r>
            </a:p>
          </p:txBody>
        </p: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6A6FB9AD-CEFF-370F-D268-AD54FC435EA4}"/>
                </a:ext>
              </a:extLst>
            </p:cNvPr>
            <p:cNvGrpSpPr/>
            <p:nvPr/>
          </p:nvGrpSpPr>
          <p:grpSpPr>
            <a:xfrm>
              <a:off x="5340031" y="946448"/>
              <a:ext cx="2042468" cy="473633"/>
              <a:chOff x="-4846261" y="583986"/>
              <a:chExt cx="2042468" cy="473633"/>
            </a:xfrm>
          </p:grpSpPr>
          <p:sp>
            <p:nvSpPr>
              <p:cNvPr id="4" name="Rounded Rectangle 3">
                <a:extLst>
                  <a:ext uri="{FF2B5EF4-FFF2-40B4-BE49-F238E27FC236}">
                    <a16:creationId xmlns:a16="http://schemas.microsoft.com/office/drawing/2014/main" id="{4CB7E85A-74DE-8F41-CDE2-E4CE9533CB0B}"/>
                  </a:ext>
                </a:extLst>
              </p:cNvPr>
              <p:cNvSpPr/>
              <p:nvPr/>
            </p:nvSpPr>
            <p:spPr>
              <a:xfrm>
                <a:off x="-4846261" y="583986"/>
                <a:ext cx="2042468" cy="473633"/>
              </a:xfrm>
              <a:prstGeom prst="roundRect">
                <a:avLst/>
              </a:prstGeom>
              <a:solidFill>
                <a:schemeClr val="bg2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" name="Oval 4">
                <a:extLst>
                  <a:ext uri="{FF2B5EF4-FFF2-40B4-BE49-F238E27FC236}">
                    <a16:creationId xmlns:a16="http://schemas.microsoft.com/office/drawing/2014/main" id="{C8850932-98D2-21D3-FA26-A4835580E2EA}"/>
                  </a:ext>
                </a:extLst>
              </p:cNvPr>
              <p:cNvSpPr/>
              <p:nvPr/>
            </p:nvSpPr>
            <p:spPr>
              <a:xfrm>
                <a:off x="-4723598" y="678771"/>
                <a:ext cx="267629" cy="267629"/>
              </a:xfrm>
              <a:prstGeom prst="ellipse">
                <a:avLst/>
              </a:prstGeom>
              <a:solidFill>
                <a:schemeClr val="bg2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8E080A93-7496-02C9-2FD7-433726C1D17A}"/>
                  </a:ext>
                </a:extLst>
              </p:cNvPr>
              <p:cNvSpPr/>
              <p:nvPr/>
            </p:nvSpPr>
            <p:spPr>
              <a:xfrm>
                <a:off x="-4333307" y="678771"/>
                <a:ext cx="267629" cy="267629"/>
              </a:xfrm>
              <a:prstGeom prst="ellipse">
                <a:avLst/>
              </a:prstGeom>
              <a:solidFill>
                <a:schemeClr val="bg2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63AD1EAE-2667-13A3-F743-EC861DAF22BB}"/>
                  </a:ext>
                </a:extLst>
              </p:cNvPr>
              <p:cNvSpPr/>
              <p:nvPr/>
            </p:nvSpPr>
            <p:spPr>
              <a:xfrm>
                <a:off x="-3965321" y="678771"/>
                <a:ext cx="267629" cy="267629"/>
              </a:xfrm>
              <a:prstGeom prst="ellipse">
                <a:avLst/>
              </a:prstGeom>
              <a:solidFill>
                <a:schemeClr val="bg2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D3B3AC56-ED2E-AFCC-5613-1A648E1B92D1}"/>
                  </a:ext>
                </a:extLst>
              </p:cNvPr>
              <p:cNvSpPr/>
              <p:nvPr/>
            </p:nvSpPr>
            <p:spPr>
              <a:xfrm>
                <a:off x="-3574981" y="681233"/>
                <a:ext cx="267629" cy="267629"/>
              </a:xfrm>
              <a:prstGeom prst="ellipse">
                <a:avLst/>
              </a:prstGeom>
              <a:solidFill>
                <a:schemeClr val="bg2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" name="Oval 15">
                <a:extLst>
                  <a:ext uri="{FF2B5EF4-FFF2-40B4-BE49-F238E27FC236}">
                    <a16:creationId xmlns:a16="http://schemas.microsoft.com/office/drawing/2014/main" id="{D9533773-1BD2-B13C-7A54-8BBEF44F6BA0}"/>
                  </a:ext>
                </a:extLst>
              </p:cNvPr>
              <p:cNvSpPr/>
              <p:nvPr/>
            </p:nvSpPr>
            <p:spPr>
              <a:xfrm>
                <a:off x="-3206995" y="681233"/>
                <a:ext cx="267629" cy="267629"/>
              </a:xfrm>
              <a:prstGeom prst="ellipse">
                <a:avLst/>
              </a:prstGeom>
              <a:solidFill>
                <a:schemeClr val="bg2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7F0EF33E-0241-B99A-9745-5B1C303EBD40}"/>
                </a:ext>
              </a:extLst>
            </p:cNvPr>
            <p:cNvGrpSpPr/>
            <p:nvPr/>
          </p:nvGrpSpPr>
          <p:grpSpPr>
            <a:xfrm>
              <a:off x="389440" y="3964459"/>
              <a:ext cx="2042468" cy="473633"/>
              <a:chOff x="-4846261" y="583986"/>
              <a:chExt cx="2042468" cy="473633"/>
            </a:xfrm>
          </p:grpSpPr>
          <p:sp>
            <p:nvSpPr>
              <p:cNvPr id="19" name="Rounded Rectangle 18">
                <a:extLst>
                  <a:ext uri="{FF2B5EF4-FFF2-40B4-BE49-F238E27FC236}">
                    <a16:creationId xmlns:a16="http://schemas.microsoft.com/office/drawing/2014/main" id="{EED0A924-CDAE-B69C-CF49-4BCE900FBDBB}"/>
                  </a:ext>
                </a:extLst>
              </p:cNvPr>
              <p:cNvSpPr/>
              <p:nvPr/>
            </p:nvSpPr>
            <p:spPr>
              <a:xfrm>
                <a:off x="-4846261" y="583986"/>
                <a:ext cx="2042468" cy="473633"/>
              </a:xfrm>
              <a:prstGeom prst="roundRect">
                <a:avLst/>
              </a:prstGeom>
              <a:solidFill>
                <a:schemeClr val="bg2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210238D1-84E7-4D73-E03C-93D2AABD2F4D}"/>
                  </a:ext>
                </a:extLst>
              </p:cNvPr>
              <p:cNvSpPr/>
              <p:nvPr/>
            </p:nvSpPr>
            <p:spPr>
              <a:xfrm>
                <a:off x="-4723598" y="678771"/>
                <a:ext cx="267629" cy="267629"/>
              </a:xfrm>
              <a:prstGeom prst="ellipse">
                <a:avLst/>
              </a:prstGeom>
              <a:solidFill>
                <a:srgbClr val="FF0000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8067705C-D380-DEE2-3328-BAC1561EA6EF}"/>
                  </a:ext>
                </a:extLst>
              </p:cNvPr>
              <p:cNvSpPr/>
              <p:nvPr/>
            </p:nvSpPr>
            <p:spPr>
              <a:xfrm>
                <a:off x="-4333307" y="678771"/>
                <a:ext cx="267629" cy="267629"/>
              </a:xfrm>
              <a:prstGeom prst="ellipse">
                <a:avLst/>
              </a:prstGeom>
              <a:solidFill>
                <a:srgbClr val="FF0000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3008032A-E6D4-03C0-E225-4F459C4408E2}"/>
                  </a:ext>
                </a:extLst>
              </p:cNvPr>
              <p:cNvSpPr/>
              <p:nvPr/>
            </p:nvSpPr>
            <p:spPr>
              <a:xfrm>
                <a:off x="-3965321" y="678771"/>
                <a:ext cx="267629" cy="267629"/>
              </a:xfrm>
              <a:prstGeom prst="ellipse">
                <a:avLst/>
              </a:prstGeom>
              <a:solidFill>
                <a:schemeClr val="bg2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CA5C127E-E199-0BB8-08F3-67019A83E4EC}"/>
                  </a:ext>
                </a:extLst>
              </p:cNvPr>
              <p:cNvSpPr/>
              <p:nvPr/>
            </p:nvSpPr>
            <p:spPr>
              <a:xfrm>
                <a:off x="-3574981" y="681233"/>
                <a:ext cx="267629" cy="267629"/>
              </a:xfrm>
              <a:prstGeom prst="ellipse">
                <a:avLst/>
              </a:prstGeom>
              <a:solidFill>
                <a:schemeClr val="bg2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" name="Oval 23">
                <a:extLst>
                  <a:ext uri="{FF2B5EF4-FFF2-40B4-BE49-F238E27FC236}">
                    <a16:creationId xmlns:a16="http://schemas.microsoft.com/office/drawing/2014/main" id="{8E8E94DC-5271-C51C-C9C5-B7078E3A3D65}"/>
                  </a:ext>
                </a:extLst>
              </p:cNvPr>
              <p:cNvSpPr/>
              <p:nvPr/>
            </p:nvSpPr>
            <p:spPr>
              <a:xfrm>
                <a:off x="-3206995" y="681233"/>
                <a:ext cx="267629" cy="267629"/>
              </a:xfrm>
              <a:prstGeom prst="ellipse">
                <a:avLst/>
              </a:prstGeom>
              <a:solidFill>
                <a:schemeClr val="bg2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F0420CA2-4417-9DDA-A420-D39AA7316D0B}"/>
                </a:ext>
              </a:extLst>
            </p:cNvPr>
            <p:cNvGrpSpPr/>
            <p:nvPr/>
          </p:nvGrpSpPr>
          <p:grpSpPr>
            <a:xfrm>
              <a:off x="3645592" y="3965558"/>
              <a:ext cx="2042468" cy="473633"/>
              <a:chOff x="-4846261" y="583986"/>
              <a:chExt cx="2042468" cy="473633"/>
            </a:xfrm>
          </p:grpSpPr>
          <p:sp>
            <p:nvSpPr>
              <p:cNvPr id="26" name="Rounded Rectangle 25">
                <a:extLst>
                  <a:ext uri="{FF2B5EF4-FFF2-40B4-BE49-F238E27FC236}">
                    <a16:creationId xmlns:a16="http://schemas.microsoft.com/office/drawing/2014/main" id="{025C2D03-F3DF-8E6C-71E8-27D7E6323C47}"/>
                  </a:ext>
                </a:extLst>
              </p:cNvPr>
              <p:cNvSpPr/>
              <p:nvPr/>
            </p:nvSpPr>
            <p:spPr>
              <a:xfrm>
                <a:off x="-4846261" y="583986"/>
                <a:ext cx="2042468" cy="473633"/>
              </a:xfrm>
              <a:prstGeom prst="roundRect">
                <a:avLst/>
              </a:prstGeom>
              <a:solidFill>
                <a:schemeClr val="bg2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7" name="Oval 26">
                <a:extLst>
                  <a:ext uri="{FF2B5EF4-FFF2-40B4-BE49-F238E27FC236}">
                    <a16:creationId xmlns:a16="http://schemas.microsoft.com/office/drawing/2014/main" id="{985730C1-6C56-FEC1-41A0-1A33F746B011}"/>
                  </a:ext>
                </a:extLst>
              </p:cNvPr>
              <p:cNvSpPr/>
              <p:nvPr/>
            </p:nvSpPr>
            <p:spPr>
              <a:xfrm>
                <a:off x="-4723598" y="678771"/>
                <a:ext cx="267629" cy="267629"/>
              </a:xfrm>
              <a:prstGeom prst="ellipse">
                <a:avLst/>
              </a:prstGeom>
              <a:solidFill>
                <a:srgbClr val="00B050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FF9ECF22-9880-8BE9-031D-B84FF85CF7B1}"/>
                  </a:ext>
                </a:extLst>
              </p:cNvPr>
              <p:cNvSpPr/>
              <p:nvPr/>
            </p:nvSpPr>
            <p:spPr>
              <a:xfrm>
                <a:off x="-4333307" y="678771"/>
                <a:ext cx="267629" cy="267629"/>
              </a:xfrm>
              <a:prstGeom prst="ellipse">
                <a:avLst/>
              </a:prstGeom>
              <a:solidFill>
                <a:srgbClr val="FF0000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" name="Oval 28">
                <a:extLst>
                  <a:ext uri="{FF2B5EF4-FFF2-40B4-BE49-F238E27FC236}">
                    <a16:creationId xmlns:a16="http://schemas.microsoft.com/office/drawing/2014/main" id="{D9F9DDF4-66B1-291B-7865-39685EC77173}"/>
                  </a:ext>
                </a:extLst>
              </p:cNvPr>
              <p:cNvSpPr/>
              <p:nvPr/>
            </p:nvSpPr>
            <p:spPr>
              <a:xfrm>
                <a:off x="-3965321" y="678771"/>
                <a:ext cx="267629" cy="267629"/>
              </a:xfrm>
              <a:prstGeom prst="ellipse">
                <a:avLst/>
              </a:prstGeom>
              <a:solidFill>
                <a:srgbClr val="FF0000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8" name="Oval 37">
                <a:extLst>
                  <a:ext uri="{FF2B5EF4-FFF2-40B4-BE49-F238E27FC236}">
                    <a16:creationId xmlns:a16="http://schemas.microsoft.com/office/drawing/2014/main" id="{F36EE89F-A9E2-CE0A-4124-8D908E05E28F}"/>
                  </a:ext>
                </a:extLst>
              </p:cNvPr>
              <p:cNvSpPr/>
              <p:nvPr/>
            </p:nvSpPr>
            <p:spPr>
              <a:xfrm>
                <a:off x="-3574981" y="681233"/>
                <a:ext cx="267629" cy="267629"/>
              </a:xfrm>
              <a:prstGeom prst="ellipse">
                <a:avLst/>
              </a:prstGeom>
              <a:solidFill>
                <a:srgbClr val="FF0000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4" name="Oval 143">
                <a:extLst>
                  <a:ext uri="{FF2B5EF4-FFF2-40B4-BE49-F238E27FC236}">
                    <a16:creationId xmlns:a16="http://schemas.microsoft.com/office/drawing/2014/main" id="{3382AFD5-7381-3132-D54E-57DCC0259AE6}"/>
                  </a:ext>
                </a:extLst>
              </p:cNvPr>
              <p:cNvSpPr/>
              <p:nvPr/>
            </p:nvSpPr>
            <p:spPr>
              <a:xfrm>
                <a:off x="-3206995" y="681233"/>
                <a:ext cx="267629" cy="267629"/>
              </a:xfrm>
              <a:prstGeom prst="ellipse">
                <a:avLst/>
              </a:prstGeom>
              <a:solidFill>
                <a:srgbClr val="FF0000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47" name="Group 146">
              <a:extLst>
                <a:ext uri="{FF2B5EF4-FFF2-40B4-BE49-F238E27FC236}">
                  <a16:creationId xmlns:a16="http://schemas.microsoft.com/office/drawing/2014/main" id="{C7AABAF7-D364-D468-AF58-5C7C6B79732E}"/>
                </a:ext>
              </a:extLst>
            </p:cNvPr>
            <p:cNvGrpSpPr/>
            <p:nvPr/>
          </p:nvGrpSpPr>
          <p:grpSpPr>
            <a:xfrm>
              <a:off x="6944676" y="3996148"/>
              <a:ext cx="2042468" cy="473633"/>
              <a:chOff x="-4846261" y="583986"/>
              <a:chExt cx="2042468" cy="473633"/>
            </a:xfrm>
          </p:grpSpPr>
          <p:sp>
            <p:nvSpPr>
              <p:cNvPr id="148" name="Rounded Rectangle 147">
                <a:extLst>
                  <a:ext uri="{FF2B5EF4-FFF2-40B4-BE49-F238E27FC236}">
                    <a16:creationId xmlns:a16="http://schemas.microsoft.com/office/drawing/2014/main" id="{14E03437-72E6-BBA4-956A-896FA1D9FD8A}"/>
                  </a:ext>
                </a:extLst>
              </p:cNvPr>
              <p:cNvSpPr/>
              <p:nvPr/>
            </p:nvSpPr>
            <p:spPr>
              <a:xfrm>
                <a:off x="-4846261" y="583986"/>
                <a:ext cx="2042468" cy="473633"/>
              </a:xfrm>
              <a:prstGeom prst="roundRect">
                <a:avLst/>
              </a:prstGeom>
              <a:solidFill>
                <a:schemeClr val="bg2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0" name="Oval 149">
                <a:extLst>
                  <a:ext uri="{FF2B5EF4-FFF2-40B4-BE49-F238E27FC236}">
                    <a16:creationId xmlns:a16="http://schemas.microsoft.com/office/drawing/2014/main" id="{B961F2FD-A388-D4F4-3C77-E228B4DFDB49}"/>
                  </a:ext>
                </a:extLst>
              </p:cNvPr>
              <p:cNvSpPr/>
              <p:nvPr/>
            </p:nvSpPr>
            <p:spPr>
              <a:xfrm>
                <a:off x="-4723598" y="678771"/>
                <a:ext cx="267629" cy="267629"/>
              </a:xfrm>
              <a:prstGeom prst="ellipse">
                <a:avLst/>
              </a:prstGeom>
              <a:solidFill>
                <a:srgbClr val="FF0000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1" name="Oval 150">
                <a:extLst>
                  <a:ext uri="{FF2B5EF4-FFF2-40B4-BE49-F238E27FC236}">
                    <a16:creationId xmlns:a16="http://schemas.microsoft.com/office/drawing/2014/main" id="{DF908C2F-AFD7-65E4-0B02-F1A34BA966B7}"/>
                  </a:ext>
                </a:extLst>
              </p:cNvPr>
              <p:cNvSpPr/>
              <p:nvPr/>
            </p:nvSpPr>
            <p:spPr>
              <a:xfrm>
                <a:off x="-4333307" y="678771"/>
                <a:ext cx="267629" cy="267629"/>
              </a:xfrm>
              <a:prstGeom prst="ellipse">
                <a:avLst/>
              </a:prstGeom>
              <a:solidFill>
                <a:srgbClr val="00B050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2" name="Oval 151">
                <a:extLst>
                  <a:ext uri="{FF2B5EF4-FFF2-40B4-BE49-F238E27FC236}">
                    <a16:creationId xmlns:a16="http://schemas.microsoft.com/office/drawing/2014/main" id="{09B93D00-89BE-47C7-BA05-B5259BFA776F}"/>
                  </a:ext>
                </a:extLst>
              </p:cNvPr>
              <p:cNvSpPr/>
              <p:nvPr/>
            </p:nvSpPr>
            <p:spPr>
              <a:xfrm>
                <a:off x="-3965321" y="678771"/>
                <a:ext cx="267629" cy="267629"/>
              </a:xfrm>
              <a:prstGeom prst="ellipse">
                <a:avLst/>
              </a:prstGeom>
              <a:solidFill>
                <a:srgbClr val="FF0000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3" name="Oval 152">
                <a:extLst>
                  <a:ext uri="{FF2B5EF4-FFF2-40B4-BE49-F238E27FC236}">
                    <a16:creationId xmlns:a16="http://schemas.microsoft.com/office/drawing/2014/main" id="{01AD31AE-A698-CCE5-DB1E-148F14509709}"/>
                  </a:ext>
                </a:extLst>
              </p:cNvPr>
              <p:cNvSpPr/>
              <p:nvPr/>
            </p:nvSpPr>
            <p:spPr>
              <a:xfrm>
                <a:off x="-3574981" y="681233"/>
                <a:ext cx="267629" cy="267629"/>
              </a:xfrm>
              <a:prstGeom prst="ellipse">
                <a:avLst/>
              </a:prstGeom>
              <a:solidFill>
                <a:srgbClr val="FF0000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5" name="Oval 154">
                <a:extLst>
                  <a:ext uri="{FF2B5EF4-FFF2-40B4-BE49-F238E27FC236}">
                    <a16:creationId xmlns:a16="http://schemas.microsoft.com/office/drawing/2014/main" id="{3D0BA777-3C6C-173B-CCC8-E99AE3E6C507}"/>
                  </a:ext>
                </a:extLst>
              </p:cNvPr>
              <p:cNvSpPr/>
              <p:nvPr/>
            </p:nvSpPr>
            <p:spPr>
              <a:xfrm>
                <a:off x="-3206995" y="681233"/>
                <a:ext cx="267629" cy="267629"/>
              </a:xfrm>
              <a:prstGeom prst="ellipse">
                <a:avLst/>
              </a:prstGeom>
              <a:solidFill>
                <a:srgbClr val="FF0000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56" name="Group 155">
              <a:extLst>
                <a:ext uri="{FF2B5EF4-FFF2-40B4-BE49-F238E27FC236}">
                  <a16:creationId xmlns:a16="http://schemas.microsoft.com/office/drawing/2014/main" id="{CFE256D3-04E8-442A-1DA6-CA6327002990}"/>
                </a:ext>
              </a:extLst>
            </p:cNvPr>
            <p:cNvGrpSpPr/>
            <p:nvPr/>
          </p:nvGrpSpPr>
          <p:grpSpPr>
            <a:xfrm>
              <a:off x="10211787" y="3966919"/>
              <a:ext cx="2042468" cy="473633"/>
              <a:chOff x="-4846261" y="583986"/>
              <a:chExt cx="2042468" cy="473633"/>
            </a:xfrm>
          </p:grpSpPr>
          <p:sp>
            <p:nvSpPr>
              <p:cNvPr id="157" name="Rounded Rectangle 156">
                <a:extLst>
                  <a:ext uri="{FF2B5EF4-FFF2-40B4-BE49-F238E27FC236}">
                    <a16:creationId xmlns:a16="http://schemas.microsoft.com/office/drawing/2014/main" id="{8B7D9BE0-E83E-D30A-5123-08A47EBC92EC}"/>
                  </a:ext>
                </a:extLst>
              </p:cNvPr>
              <p:cNvSpPr/>
              <p:nvPr/>
            </p:nvSpPr>
            <p:spPr>
              <a:xfrm>
                <a:off x="-4846261" y="583986"/>
                <a:ext cx="2042468" cy="473633"/>
              </a:xfrm>
              <a:prstGeom prst="roundRect">
                <a:avLst/>
              </a:prstGeom>
              <a:solidFill>
                <a:schemeClr val="bg2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8" name="Oval 157">
                <a:extLst>
                  <a:ext uri="{FF2B5EF4-FFF2-40B4-BE49-F238E27FC236}">
                    <a16:creationId xmlns:a16="http://schemas.microsoft.com/office/drawing/2014/main" id="{4A256447-0243-7B31-27E5-498FF1585366}"/>
                  </a:ext>
                </a:extLst>
              </p:cNvPr>
              <p:cNvSpPr/>
              <p:nvPr/>
            </p:nvSpPr>
            <p:spPr>
              <a:xfrm>
                <a:off x="-4723598" y="678771"/>
                <a:ext cx="267629" cy="267629"/>
              </a:xfrm>
              <a:prstGeom prst="ellipse">
                <a:avLst/>
              </a:prstGeom>
              <a:solidFill>
                <a:srgbClr val="00B050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9" name="Oval 158">
                <a:extLst>
                  <a:ext uri="{FF2B5EF4-FFF2-40B4-BE49-F238E27FC236}">
                    <a16:creationId xmlns:a16="http://schemas.microsoft.com/office/drawing/2014/main" id="{90374730-F617-8011-1103-9F905254F4D9}"/>
                  </a:ext>
                </a:extLst>
              </p:cNvPr>
              <p:cNvSpPr/>
              <p:nvPr/>
            </p:nvSpPr>
            <p:spPr>
              <a:xfrm>
                <a:off x="-4333307" y="678771"/>
                <a:ext cx="267629" cy="267629"/>
              </a:xfrm>
              <a:prstGeom prst="ellipse">
                <a:avLst/>
              </a:prstGeom>
              <a:solidFill>
                <a:srgbClr val="00B050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0" name="Oval 159">
                <a:extLst>
                  <a:ext uri="{FF2B5EF4-FFF2-40B4-BE49-F238E27FC236}">
                    <a16:creationId xmlns:a16="http://schemas.microsoft.com/office/drawing/2014/main" id="{E8760936-9F5F-E1F8-EAC3-97B114EFAA97}"/>
                  </a:ext>
                </a:extLst>
              </p:cNvPr>
              <p:cNvSpPr/>
              <p:nvPr/>
            </p:nvSpPr>
            <p:spPr>
              <a:xfrm>
                <a:off x="-3965321" y="678771"/>
                <a:ext cx="267629" cy="267629"/>
              </a:xfrm>
              <a:prstGeom prst="ellipse">
                <a:avLst/>
              </a:prstGeom>
              <a:solidFill>
                <a:schemeClr val="bg2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2" name="Oval 161">
                <a:extLst>
                  <a:ext uri="{FF2B5EF4-FFF2-40B4-BE49-F238E27FC236}">
                    <a16:creationId xmlns:a16="http://schemas.microsoft.com/office/drawing/2014/main" id="{6F20D6C5-B10F-3A1E-E87A-5C72FC433CC3}"/>
                  </a:ext>
                </a:extLst>
              </p:cNvPr>
              <p:cNvSpPr/>
              <p:nvPr/>
            </p:nvSpPr>
            <p:spPr>
              <a:xfrm>
                <a:off x="-3574981" y="681233"/>
                <a:ext cx="267629" cy="267629"/>
              </a:xfrm>
              <a:prstGeom prst="ellipse">
                <a:avLst/>
              </a:prstGeom>
              <a:solidFill>
                <a:schemeClr val="bg2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3" name="Oval 162">
                <a:extLst>
                  <a:ext uri="{FF2B5EF4-FFF2-40B4-BE49-F238E27FC236}">
                    <a16:creationId xmlns:a16="http://schemas.microsoft.com/office/drawing/2014/main" id="{FE7CB567-D3C7-C346-89D6-EC104DF3B76F}"/>
                  </a:ext>
                </a:extLst>
              </p:cNvPr>
              <p:cNvSpPr/>
              <p:nvPr/>
            </p:nvSpPr>
            <p:spPr>
              <a:xfrm>
                <a:off x="-3206995" y="681233"/>
                <a:ext cx="267629" cy="267629"/>
              </a:xfrm>
              <a:prstGeom prst="ellipse">
                <a:avLst/>
              </a:prstGeom>
              <a:solidFill>
                <a:schemeClr val="bg2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65" name="Group 164">
              <a:extLst>
                <a:ext uri="{FF2B5EF4-FFF2-40B4-BE49-F238E27FC236}">
                  <a16:creationId xmlns:a16="http://schemas.microsoft.com/office/drawing/2014/main" id="{04F034E3-7698-1B5E-6EDA-F681C4086854}"/>
                </a:ext>
              </a:extLst>
            </p:cNvPr>
            <p:cNvGrpSpPr/>
            <p:nvPr/>
          </p:nvGrpSpPr>
          <p:grpSpPr>
            <a:xfrm>
              <a:off x="-1168710" y="6666830"/>
              <a:ext cx="2042468" cy="473633"/>
              <a:chOff x="-4846261" y="583986"/>
              <a:chExt cx="2042468" cy="473633"/>
            </a:xfrm>
          </p:grpSpPr>
          <p:sp>
            <p:nvSpPr>
              <p:cNvPr id="166" name="Rounded Rectangle 165">
                <a:extLst>
                  <a:ext uri="{FF2B5EF4-FFF2-40B4-BE49-F238E27FC236}">
                    <a16:creationId xmlns:a16="http://schemas.microsoft.com/office/drawing/2014/main" id="{B35C3A83-819A-EA16-C0EF-88C72653F875}"/>
                  </a:ext>
                </a:extLst>
              </p:cNvPr>
              <p:cNvSpPr/>
              <p:nvPr/>
            </p:nvSpPr>
            <p:spPr>
              <a:xfrm>
                <a:off x="-4846261" y="583986"/>
                <a:ext cx="2042468" cy="473633"/>
              </a:xfrm>
              <a:prstGeom prst="roundRect">
                <a:avLst/>
              </a:prstGeom>
              <a:solidFill>
                <a:schemeClr val="bg2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7" name="Oval 166">
                <a:extLst>
                  <a:ext uri="{FF2B5EF4-FFF2-40B4-BE49-F238E27FC236}">
                    <a16:creationId xmlns:a16="http://schemas.microsoft.com/office/drawing/2014/main" id="{FDF9DB3B-7B7F-3209-700E-67C71442664A}"/>
                  </a:ext>
                </a:extLst>
              </p:cNvPr>
              <p:cNvSpPr/>
              <p:nvPr/>
            </p:nvSpPr>
            <p:spPr>
              <a:xfrm>
                <a:off x="-4723598" y="678771"/>
                <a:ext cx="267629" cy="267629"/>
              </a:xfrm>
              <a:prstGeom prst="ellipse">
                <a:avLst/>
              </a:prstGeom>
              <a:solidFill>
                <a:srgbClr val="FF0000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8" name="Oval 167">
                <a:extLst>
                  <a:ext uri="{FF2B5EF4-FFF2-40B4-BE49-F238E27FC236}">
                    <a16:creationId xmlns:a16="http://schemas.microsoft.com/office/drawing/2014/main" id="{B9231D36-A325-5C20-189D-5C05CD599144}"/>
                  </a:ext>
                </a:extLst>
              </p:cNvPr>
              <p:cNvSpPr/>
              <p:nvPr/>
            </p:nvSpPr>
            <p:spPr>
              <a:xfrm>
                <a:off x="-4333307" y="678771"/>
                <a:ext cx="267629" cy="267629"/>
              </a:xfrm>
              <a:prstGeom prst="ellipse">
                <a:avLst/>
              </a:prstGeom>
              <a:solidFill>
                <a:srgbClr val="FF0000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9" name="Oval 168">
                <a:extLst>
                  <a:ext uri="{FF2B5EF4-FFF2-40B4-BE49-F238E27FC236}">
                    <a16:creationId xmlns:a16="http://schemas.microsoft.com/office/drawing/2014/main" id="{1F75044C-7CDF-331D-6184-4A919717E53F}"/>
                  </a:ext>
                </a:extLst>
              </p:cNvPr>
              <p:cNvSpPr/>
              <p:nvPr/>
            </p:nvSpPr>
            <p:spPr>
              <a:xfrm>
                <a:off x="-3965321" y="678771"/>
                <a:ext cx="267629" cy="267629"/>
              </a:xfrm>
              <a:prstGeom prst="ellipse">
                <a:avLst/>
              </a:prstGeom>
              <a:solidFill>
                <a:srgbClr val="00B050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2" name="Oval 171">
                <a:extLst>
                  <a:ext uri="{FF2B5EF4-FFF2-40B4-BE49-F238E27FC236}">
                    <a16:creationId xmlns:a16="http://schemas.microsoft.com/office/drawing/2014/main" id="{7A0FDFD3-1771-DA7A-5B06-F4369831F8D3}"/>
                  </a:ext>
                </a:extLst>
              </p:cNvPr>
              <p:cNvSpPr/>
              <p:nvPr/>
            </p:nvSpPr>
            <p:spPr>
              <a:xfrm>
                <a:off x="-3574981" y="681233"/>
                <a:ext cx="267629" cy="267629"/>
              </a:xfrm>
              <a:prstGeom prst="ellipse">
                <a:avLst/>
              </a:prstGeom>
              <a:solidFill>
                <a:srgbClr val="FF0000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3" name="Oval 172">
                <a:extLst>
                  <a:ext uri="{FF2B5EF4-FFF2-40B4-BE49-F238E27FC236}">
                    <a16:creationId xmlns:a16="http://schemas.microsoft.com/office/drawing/2014/main" id="{A6EED840-CD01-64F5-4C8D-8CA632D33101}"/>
                  </a:ext>
                </a:extLst>
              </p:cNvPr>
              <p:cNvSpPr/>
              <p:nvPr/>
            </p:nvSpPr>
            <p:spPr>
              <a:xfrm>
                <a:off x="-3206995" y="681233"/>
                <a:ext cx="267629" cy="267629"/>
              </a:xfrm>
              <a:prstGeom prst="ellipse">
                <a:avLst/>
              </a:prstGeom>
              <a:solidFill>
                <a:srgbClr val="FF0000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74" name="Group 173">
              <a:extLst>
                <a:ext uri="{FF2B5EF4-FFF2-40B4-BE49-F238E27FC236}">
                  <a16:creationId xmlns:a16="http://schemas.microsoft.com/office/drawing/2014/main" id="{6288357B-2D2D-3718-98E2-5DEA7A119A50}"/>
                </a:ext>
              </a:extLst>
            </p:cNvPr>
            <p:cNvGrpSpPr/>
            <p:nvPr/>
          </p:nvGrpSpPr>
          <p:grpSpPr>
            <a:xfrm>
              <a:off x="2049912" y="6652343"/>
              <a:ext cx="2042468" cy="473633"/>
              <a:chOff x="-4846261" y="583986"/>
              <a:chExt cx="2042468" cy="473633"/>
            </a:xfrm>
          </p:grpSpPr>
          <p:sp>
            <p:nvSpPr>
              <p:cNvPr id="175" name="Rounded Rectangle 174">
                <a:extLst>
                  <a:ext uri="{FF2B5EF4-FFF2-40B4-BE49-F238E27FC236}">
                    <a16:creationId xmlns:a16="http://schemas.microsoft.com/office/drawing/2014/main" id="{D8862FBF-5D19-8CCD-1795-EF7E665D8E70}"/>
                  </a:ext>
                </a:extLst>
              </p:cNvPr>
              <p:cNvSpPr/>
              <p:nvPr/>
            </p:nvSpPr>
            <p:spPr>
              <a:xfrm>
                <a:off x="-4846261" y="583986"/>
                <a:ext cx="2042468" cy="473633"/>
              </a:xfrm>
              <a:prstGeom prst="roundRect">
                <a:avLst/>
              </a:prstGeom>
              <a:solidFill>
                <a:schemeClr val="bg2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6" name="Oval 175">
                <a:extLst>
                  <a:ext uri="{FF2B5EF4-FFF2-40B4-BE49-F238E27FC236}">
                    <a16:creationId xmlns:a16="http://schemas.microsoft.com/office/drawing/2014/main" id="{34F0122E-5996-C600-6774-4CFD8C87BCE1}"/>
                  </a:ext>
                </a:extLst>
              </p:cNvPr>
              <p:cNvSpPr/>
              <p:nvPr/>
            </p:nvSpPr>
            <p:spPr>
              <a:xfrm>
                <a:off x="-4723598" y="678771"/>
                <a:ext cx="267629" cy="267629"/>
              </a:xfrm>
              <a:prstGeom prst="ellipse">
                <a:avLst/>
              </a:prstGeom>
              <a:solidFill>
                <a:srgbClr val="FF0000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7" name="Oval 176">
                <a:extLst>
                  <a:ext uri="{FF2B5EF4-FFF2-40B4-BE49-F238E27FC236}">
                    <a16:creationId xmlns:a16="http://schemas.microsoft.com/office/drawing/2014/main" id="{3E7413BA-F4F7-5078-3B3C-EFB51B4FDDEF}"/>
                  </a:ext>
                </a:extLst>
              </p:cNvPr>
              <p:cNvSpPr/>
              <p:nvPr/>
            </p:nvSpPr>
            <p:spPr>
              <a:xfrm>
                <a:off x="-4333307" y="678771"/>
                <a:ext cx="267629" cy="267629"/>
              </a:xfrm>
              <a:prstGeom prst="ellipse">
                <a:avLst/>
              </a:prstGeom>
              <a:solidFill>
                <a:srgbClr val="FF0000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0" name="Oval 179">
                <a:extLst>
                  <a:ext uri="{FF2B5EF4-FFF2-40B4-BE49-F238E27FC236}">
                    <a16:creationId xmlns:a16="http://schemas.microsoft.com/office/drawing/2014/main" id="{CE010673-FC1D-5526-8D1B-413AC21E2793}"/>
                  </a:ext>
                </a:extLst>
              </p:cNvPr>
              <p:cNvSpPr/>
              <p:nvPr/>
            </p:nvSpPr>
            <p:spPr>
              <a:xfrm>
                <a:off x="-3965321" y="678771"/>
                <a:ext cx="267629" cy="267629"/>
              </a:xfrm>
              <a:prstGeom prst="ellipse">
                <a:avLst/>
              </a:prstGeom>
              <a:solidFill>
                <a:srgbClr val="FF0000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1" name="Oval 180">
                <a:extLst>
                  <a:ext uri="{FF2B5EF4-FFF2-40B4-BE49-F238E27FC236}">
                    <a16:creationId xmlns:a16="http://schemas.microsoft.com/office/drawing/2014/main" id="{6701A573-85FA-4B54-ED9C-84DBFBECE80A}"/>
                  </a:ext>
                </a:extLst>
              </p:cNvPr>
              <p:cNvSpPr/>
              <p:nvPr/>
            </p:nvSpPr>
            <p:spPr>
              <a:xfrm>
                <a:off x="-3574981" y="681233"/>
                <a:ext cx="267629" cy="267629"/>
              </a:xfrm>
              <a:prstGeom prst="ellipse">
                <a:avLst/>
              </a:prstGeom>
              <a:solidFill>
                <a:schemeClr val="bg2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2" name="Oval 181">
                <a:extLst>
                  <a:ext uri="{FF2B5EF4-FFF2-40B4-BE49-F238E27FC236}">
                    <a16:creationId xmlns:a16="http://schemas.microsoft.com/office/drawing/2014/main" id="{231C180D-1B0E-B2C5-D484-89D5C70D93D0}"/>
                  </a:ext>
                </a:extLst>
              </p:cNvPr>
              <p:cNvSpPr/>
              <p:nvPr/>
            </p:nvSpPr>
            <p:spPr>
              <a:xfrm>
                <a:off x="-3206995" y="681233"/>
                <a:ext cx="267629" cy="267629"/>
              </a:xfrm>
              <a:prstGeom prst="ellipse">
                <a:avLst/>
              </a:prstGeom>
              <a:solidFill>
                <a:schemeClr val="bg2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83" name="Group 182">
              <a:extLst>
                <a:ext uri="{FF2B5EF4-FFF2-40B4-BE49-F238E27FC236}">
                  <a16:creationId xmlns:a16="http://schemas.microsoft.com/office/drawing/2014/main" id="{B874B7DE-7D17-7594-8765-3F8B21F0BFDA}"/>
                </a:ext>
              </a:extLst>
            </p:cNvPr>
            <p:cNvGrpSpPr/>
            <p:nvPr/>
          </p:nvGrpSpPr>
          <p:grpSpPr>
            <a:xfrm>
              <a:off x="8727922" y="6698343"/>
              <a:ext cx="2042468" cy="473633"/>
              <a:chOff x="-4846261" y="583986"/>
              <a:chExt cx="2042468" cy="473633"/>
            </a:xfrm>
          </p:grpSpPr>
          <p:sp>
            <p:nvSpPr>
              <p:cNvPr id="184" name="Rounded Rectangle 183">
                <a:extLst>
                  <a:ext uri="{FF2B5EF4-FFF2-40B4-BE49-F238E27FC236}">
                    <a16:creationId xmlns:a16="http://schemas.microsoft.com/office/drawing/2014/main" id="{50BBB71D-3E87-2891-71F1-831B7548FABA}"/>
                  </a:ext>
                </a:extLst>
              </p:cNvPr>
              <p:cNvSpPr/>
              <p:nvPr/>
            </p:nvSpPr>
            <p:spPr>
              <a:xfrm>
                <a:off x="-4846261" y="583986"/>
                <a:ext cx="2042468" cy="473633"/>
              </a:xfrm>
              <a:prstGeom prst="roundRect">
                <a:avLst/>
              </a:prstGeom>
              <a:solidFill>
                <a:schemeClr val="bg2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5" name="Oval 184">
                <a:extLst>
                  <a:ext uri="{FF2B5EF4-FFF2-40B4-BE49-F238E27FC236}">
                    <a16:creationId xmlns:a16="http://schemas.microsoft.com/office/drawing/2014/main" id="{7B8421C5-4A27-34F7-F412-F6B7E8E3478B}"/>
                  </a:ext>
                </a:extLst>
              </p:cNvPr>
              <p:cNvSpPr/>
              <p:nvPr/>
            </p:nvSpPr>
            <p:spPr>
              <a:xfrm>
                <a:off x="-4723598" y="678771"/>
                <a:ext cx="267629" cy="267629"/>
              </a:xfrm>
              <a:prstGeom prst="ellipse">
                <a:avLst/>
              </a:prstGeom>
              <a:solidFill>
                <a:srgbClr val="00B050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6" name="Oval 185">
                <a:extLst>
                  <a:ext uri="{FF2B5EF4-FFF2-40B4-BE49-F238E27FC236}">
                    <a16:creationId xmlns:a16="http://schemas.microsoft.com/office/drawing/2014/main" id="{34E12A0E-42DD-460E-4507-E1BEBE26347A}"/>
                  </a:ext>
                </a:extLst>
              </p:cNvPr>
              <p:cNvSpPr/>
              <p:nvPr/>
            </p:nvSpPr>
            <p:spPr>
              <a:xfrm>
                <a:off x="-4333307" y="678771"/>
                <a:ext cx="267629" cy="267629"/>
              </a:xfrm>
              <a:prstGeom prst="ellipse">
                <a:avLst/>
              </a:prstGeom>
              <a:solidFill>
                <a:srgbClr val="00B050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7" name="Oval 186">
                <a:extLst>
                  <a:ext uri="{FF2B5EF4-FFF2-40B4-BE49-F238E27FC236}">
                    <a16:creationId xmlns:a16="http://schemas.microsoft.com/office/drawing/2014/main" id="{906C8111-2B1D-E073-0718-762635FBED05}"/>
                  </a:ext>
                </a:extLst>
              </p:cNvPr>
              <p:cNvSpPr/>
              <p:nvPr/>
            </p:nvSpPr>
            <p:spPr>
              <a:xfrm>
                <a:off x="-3965321" y="678771"/>
                <a:ext cx="267629" cy="267629"/>
              </a:xfrm>
              <a:prstGeom prst="ellipse">
                <a:avLst/>
              </a:prstGeom>
              <a:solidFill>
                <a:srgbClr val="00B050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8" name="Oval 187">
                <a:extLst>
                  <a:ext uri="{FF2B5EF4-FFF2-40B4-BE49-F238E27FC236}">
                    <a16:creationId xmlns:a16="http://schemas.microsoft.com/office/drawing/2014/main" id="{0EF14BA9-80F1-F9BF-408E-2D7CF7B4C17E}"/>
                  </a:ext>
                </a:extLst>
              </p:cNvPr>
              <p:cNvSpPr/>
              <p:nvPr/>
            </p:nvSpPr>
            <p:spPr>
              <a:xfrm>
                <a:off x="-3574981" y="681233"/>
                <a:ext cx="267629" cy="267629"/>
              </a:xfrm>
              <a:prstGeom prst="ellipse">
                <a:avLst/>
              </a:prstGeom>
              <a:solidFill>
                <a:srgbClr val="00B050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9" name="Oval 188">
                <a:extLst>
                  <a:ext uri="{FF2B5EF4-FFF2-40B4-BE49-F238E27FC236}">
                    <a16:creationId xmlns:a16="http://schemas.microsoft.com/office/drawing/2014/main" id="{578EAFA5-091D-92F9-62C7-739962777885}"/>
                  </a:ext>
                </a:extLst>
              </p:cNvPr>
              <p:cNvSpPr/>
              <p:nvPr/>
            </p:nvSpPr>
            <p:spPr>
              <a:xfrm>
                <a:off x="-3206995" y="681233"/>
                <a:ext cx="267629" cy="267629"/>
              </a:xfrm>
              <a:prstGeom prst="ellipse">
                <a:avLst/>
              </a:prstGeom>
              <a:solidFill>
                <a:srgbClr val="00B050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91" name="Group 190">
              <a:extLst>
                <a:ext uri="{FF2B5EF4-FFF2-40B4-BE49-F238E27FC236}">
                  <a16:creationId xmlns:a16="http://schemas.microsoft.com/office/drawing/2014/main" id="{D4FCF598-A02B-7464-4635-C166E5214A9D}"/>
                </a:ext>
              </a:extLst>
            </p:cNvPr>
            <p:cNvGrpSpPr/>
            <p:nvPr/>
          </p:nvGrpSpPr>
          <p:grpSpPr>
            <a:xfrm>
              <a:off x="11934019" y="6688236"/>
              <a:ext cx="2042468" cy="473633"/>
              <a:chOff x="-4846261" y="583986"/>
              <a:chExt cx="2042468" cy="473633"/>
            </a:xfrm>
          </p:grpSpPr>
          <p:sp>
            <p:nvSpPr>
              <p:cNvPr id="192" name="Rounded Rectangle 191">
                <a:extLst>
                  <a:ext uri="{FF2B5EF4-FFF2-40B4-BE49-F238E27FC236}">
                    <a16:creationId xmlns:a16="http://schemas.microsoft.com/office/drawing/2014/main" id="{E8B367A6-4DEE-76D6-FB1B-F63C5285EC1F}"/>
                  </a:ext>
                </a:extLst>
              </p:cNvPr>
              <p:cNvSpPr/>
              <p:nvPr/>
            </p:nvSpPr>
            <p:spPr>
              <a:xfrm>
                <a:off x="-4846261" y="583986"/>
                <a:ext cx="2042468" cy="473633"/>
              </a:xfrm>
              <a:prstGeom prst="roundRect">
                <a:avLst/>
              </a:prstGeom>
              <a:solidFill>
                <a:schemeClr val="bg2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3" name="Oval 192">
                <a:extLst>
                  <a:ext uri="{FF2B5EF4-FFF2-40B4-BE49-F238E27FC236}">
                    <a16:creationId xmlns:a16="http://schemas.microsoft.com/office/drawing/2014/main" id="{5E0606BF-DD1B-1536-8293-5713D2645BAF}"/>
                  </a:ext>
                </a:extLst>
              </p:cNvPr>
              <p:cNvSpPr/>
              <p:nvPr/>
            </p:nvSpPr>
            <p:spPr>
              <a:xfrm>
                <a:off x="-4723598" y="678771"/>
                <a:ext cx="267629" cy="267629"/>
              </a:xfrm>
              <a:prstGeom prst="ellipse">
                <a:avLst/>
              </a:prstGeom>
              <a:solidFill>
                <a:srgbClr val="00B050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4" name="Oval 193">
                <a:extLst>
                  <a:ext uri="{FF2B5EF4-FFF2-40B4-BE49-F238E27FC236}">
                    <a16:creationId xmlns:a16="http://schemas.microsoft.com/office/drawing/2014/main" id="{82B82AC5-396F-EF35-5D1B-F1845A0997C2}"/>
                  </a:ext>
                </a:extLst>
              </p:cNvPr>
              <p:cNvSpPr/>
              <p:nvPr/>
            </p:nvSpPr>
            <p:spPr>
              <a:xfrm>
                <a:off x="-4333307" y="678771"/>
                <a:ext cx="267629" cy="267629"/>
              </a:xfrm>
              <a:prstGeom prst="ellipse">
                <a:avLst/>
              </a:prstGeom>
              <a:solidFill>
                <a:srgbClr val="00B050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5" name="Oval 194">
                <a:extLst>
                  <a:ext uri="{FF2B5EF4-FFF2-40B4-BE49-F238E27FC236}">
                    <a16:creationId xmlns:a16="http://schemas.microsoft.com/office/drawing/2014/main" id="{B7099D5B-1102-E229-842E-CB5A7BE04E22}"/>
                  </a:ext>
                </a:extLst>
              </p:cNvPr>
              <p:cNvSpPr/>
              <p:nvPr/>
            </p:nvSpPr>
            <p:spPr>
              <a:xfrm>
                <a:off x="-3965321" y="678771"/>
                <a:ext cx="267629" cy="267629"/>
              </a:xfrm>
              <a:prstGeom prst="ellipse">
                <a:avLst/>
              </a:prstGeom>
              <a:solidFill>
                <a:srgbClr val="FF0000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6" name="Oval 195">
                <a:extLst>
                  <a:ext uri="{FF2B5EF4-FFF2-40B4-BE49-F238E27FC236}">
                    <a16:creationId xmlns:a16="http://schemas.microsoft.com/office/drawing/2014/main" id="{3CB6FB05-1DB2-FAD8-5C19-C65DB4DCA68A}"/>
                  </a:ext>
                </a:extLst>
              </p:cNvPr>
              <p:cNvSpPr/>
              <p:nvPr/>
            </p:nvSpPr>
            <p:spPr>
              <a:xfrm>
                <a:off x="-3574981" y="681233"/>
                <a:ext cx="267629" cy="267629"/>
              </a:xfrm>
              <a:prstGeom prst="ellipse">
                <a:avLst/>
              </a:prstGeom>
              <a:solidFill>
                <a:srgbClr val="FF0000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8" name="Oval 197">
                <a:extLst>
                  <a:ext uri="{FF2B5EF4-FFF2-40B4-BE49-F238E27FC236}">
                    <a16:creationId xmlns:a16="http://schemas.microsoft.com/office/drawing/2014/main" id="{8FE30223-6800-FA0B-11FF-45EAD84C3D3C}"/>
                  </a:ext>
                </a:extLst>
              </p:cNvPr>
              <p:cNvSpPr/>
              <p:nvPr/>
            </p:nvSpPr>
            <p:spPr>
              <a:xfrm>
                <a:off x="-3206995" y="681233"/>
                <a:ext cx="267629" cy="267629"/>
              </a:xfrm>
              <a:prstGeom prst="ellipse">
                <a:avLst/>
              </a:prstGeom>
              <a:solidFill>
                <a:srgbClr val="FF0000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99" name="Group 198">
              <a:extLst>
                <a:ext uri="{FF2B5EF4-FFF2-40B4-BE49-F238E27FC236}">
                  <a16:creationId xmlns:a16="http://schemas.microsoft.com/office/drawing/2014/main" id="{23A791D0-023D-DA79-39D8-276C86E04384}"/>
                </a:ext>
              </a:extLst>
            </p:cNvPr>
            <p:cNvGrpSpPr/>
            <p:nvPr/>
          </p:nvGrpSpPr>
          <p:grpSpPr>
            <a:xfrm>
              <a:off x="482980" y="9521241"/>
              <a:ext cx="2042468" cy="473633"/>
              <a:chOff x="-4846261" y="583986"/>
              <a:chExt cx="2042468" cy="473633"/>
            </a:xfrm>
          </p:grpSpPr>
          <p:sp>
            <p:nvSpPr>
              <p:cNvPr id="200" name="Rounded Rectangle 199">
                <a:extLst>
                  <a:ext uri="{FF2B5EF4-FFF2-40B4-BE49-F238E27FC236}">
                    <a16:creationId xmlns:a16="http://schemas.microsoft.com/office/drawing/2014/main" id="{6DFB6D19-466B-C081-E990-43869FC8F4C7}"/>
                  </a:ext>
                </a:extLst>
              </p:cNvPr>
              <p:cNvSpPr/>
              <p:nvPr/>
            </p:nvSpPr>
            <p:spPr>
              <a:xfrm>
                <a:off x="-4846261" y="583986"/>
                <a:ext cx="2042468" cy="473633"/>
              </a:xfrm>
              <a:prstGeom prst="roundRect">
                <a:avLst/>
              </a:prstGeom>
              <a:solidFill>
                <a:schemeClr val="bg2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1" name="Oval 200">
                <a:extLst>
                  <a:ext uri="{FF2B5EF4-FFF2-40B4-BE49-F238E27FC236}">
                    <a16:creationId xmlns:a16="http://schemas.microsoft.com/office/drawing/2014/main" id="{9D2D3F9C-289B-3AAD-B08A-682B0604D567}"/>
                  </a:ext>
                </a:extLst>
              </p:cNvPr>
              <p:cNvSpPr/>
              <p:nvPr/>
            </p:nvSpPr>
            <p:spPr>
              <a:xfrm>
                <a:off x="-4723598" y="678771"/>
                <a:ext cx="267629" cy="267629"/>
              </a:xfrm>
              <a:prstGeom prst="ellipse">
                <a:avLst/>
              </a:prstGeom>
              <a:solidFill>
                <a:srgbClr val="FF0000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2" name="Oval 201">
                <a:extLst>
                  <a:ext uri="{FF2B5EF4-FFF2-40B4-BE49-F238E27FC236}">
                    <a16:creationId xmlns:a16="http://schemas.microsoft.com/office/drawing/2014/main" id="{D353144F-5464-991D-D996-15AB1303801E}"/>
                  </a:ext>
                </a:extLst>
              </p:cNvPr>
              <p:cNvSpPr/>
              <p:nvPr/>
            </p:nvSpPr>
            <p:spPr>
              <a:xfrm>
                <a:off x="-4333307" y="678771"/>
                <a:ext cx="267629" cy="267629"/>
              </a:xfrm>
              <a:prstGeom prst="ellipse">
                <a:avLst/>
              </a:prstGeom>
              <a:solidFill>
                <a:srgbClr val="FF0000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4" name="Oval 223">
                <a:extLst>
                  <a:ext uri="{FF2B5EF4-FFF2-40B4-BE49-F238E27FC236}">
                    <a16:creationId xmlns:a16="http://schemas.microsoft.com/office/drawing/2014/main" id="{425BC304-D610-9AC8-F90F-2559558B6C75}"/>
                  </a:ext>
                </a:extLst>
              </p:cNvPr>
              <p:cNvSpPr/>
              <p:nvPr/>
            </p:nvSpPr>
            <p:spPr>
              <a:xfrm>
                <a:off x="-3965321" y="678771"/>
                <a:ext cx="267629" cy="267629"/>
              </a:xfrm>
              <a:prstGeom prst="ellipse">
                <a:avLst/>
              </a:prstGeom>
              <a:solidFill>
                <a:srgbClr val="FF0000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5" name="Oval 224">
                <a:extLst>
                  <a:ext uri="{FF2B5EF4-FFF2-40B4-BE49-F238E27FC236}">
                    <a16:creationId xmlns:a16="http://schemas.microsoft.com/office/drawing/2014/main" id="{5C793F61-E9EE-96BC-A056-7E1E488275A5}"/>
                  </a:ext>
                </a:extLst>
              </p:cNvPr>
              <p:cNvSpPr/>
              <p:nvPr/>
            </p:nvSpPr>
            <p:spPr>
              <a:xfrm>
                <a:off x="-3574981" y="681233"/>
                <a:ext cx="267629" cy="267629"/>
              </a:xfrm>
              <a:prstGeom prst="ellipse">
                <a:avLst/>
              </a:prstGeom>
              <a:solidFill>
                <a:srgbClr val="00B050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6" name="Oval 225">
                <a:extLst>
                  <a:ext uri="{FF2B5EF4-FFF2-40B4-BE49-F238E27FC236}">
                    <a16:creationId xmlns:a16="http://schemas.microsoft.com/office/drawing/2014/main" id="{77E4A063-101E-BFF2-80C6-4FA1D1AED630}"/>
                  </a:ext>
                </a:extLst>
              </p:cNvPr>
              <p:cNvSpPr/>
              <p:nvPr/>
            </p:nvSpPr>
            <p:spPr>
              <a:xfrm>
                <a:off x="-3206995" y="681233"/>
                <a:ext cx="267629" cy="267629"/>
              </a:xfrm>
              <a:prstGeom prst="ellipse">
                <a:avLst/>
              </a:prstGeom>
              <a:solidFill>
                <a:srgbClr val="00B050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27" name="Group 226">
              <a:extLst>
                <a:ext uri="{FF2B5EF4-FFF2-40B4-BE49-F238E27FC236}">
                  <a16:creationId xmlns:a16="http://schemas.microsoft.com/office/drawing/2014/main" id="{E11C6681-74B4-5BFD-D6F3-5D3C44E62450}"/>
                </a:ext>
              </a:extLst>
            </p:cNvPr>
            <p:cNvGrpSpPr/>
            <p:nvPr/>
          </p:nvGrpSpPr>
          <p:grpSpPr>
            <a:xfrm>
              <a:off x="3692653" y="9494051"/>
              <a:ext cx="2042468" cy="473633"/>
              <a:chOff x="-4846261" y="583986"/>
              <a:chExt cx="2042468" cy="473633"/>
            </a:xfrm>
          </p:grpSpPr>
          <p:sp>
            <p:nvSpPr>
              <p:cNvPr id="228" name="Rounded Rectangle 227">
                <a:extLst>
                  <a:ext uri="{FF2B5EF4-FFF2-40B4-BE49-F238E27FC236}">
                    <a16:creationId xmlns:a16="http://schemas.microsoft.com/office/drawing/2014/main" id="{A74679C8-387A-08CF-E47D-4D5AA111C6A8}"/>
                  </a:ext>
                </a:extLst>
              </p:cNvPr>
              <p:cNvSpPr/>
              <p:nvPr/>
            </p:nvSpPr>
            <p:spPr>
              <a:xfrm>
                <a:off x="-4846261" y="583986"/>
                <a:ext cx="2042468" cy="473633"/>
              </a:xfrm>
              <a:prstGeom prst="roundRect">
                <a:avLst/>
              </a:prstGeom>
              <a:solidFill>
                <a:schemeClr val="bg2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9" name="Oval 228">
                <a:extLst>
                  <a:ext uri="{FF2B5EF4-FFF2-40B4-BE49-F238E27FC236}">
                    <a16:creationId xmlns:a16="http://schemas.microsoft.com/office/drawing/2014/main" id="{F345627E-7287-DFD7-7212-E5B445731393}"/>
                  </a:ext>
                </a:extLst>
              </p:cNvPr>
              <p:cNvSpPr/>
              <p:nvPr/>
            </p:nvSpPr>
            <p:spPr>
              <a:xfrm>
                <a:off x="-4723598" y="678771"/>
                <a:ext cx="267629" cy="267629"/>
              </a:xfrm>
              <a:prstGeom prst="ellipse">
                <a:avLst/>
              </a:prstGeom>
              <a:solidFill>
                <a:srgbClr val="FF0000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0" name="Oval 229">
                <a:extLst>
                  <a:ext uri="{FF2B5EF4-FFF2-40B4-BE49-F238E27FC236}">
                    <a16:creationId xmlns:a16="http://schemas.microsoft.com/office/drawing/2014/main" id="{90938086-6D67-6184-0802-7C394D58143F}"/>
                  </a:ext>
                </a:extLst>
              </p:cNvPr>
              <p:cNvSpPr/>
              <p:nvPr/>
            </p:nvSpPr>
            <p:spPr>
              <a:xfrm>
                <a:off x="-4333307" y="678771"/>
                <a:ext cx="267629" cy="267629"/>
              </a:xfrm>
              <a:prstGeom prst="ellipse">
                <a:avLst/>
              </a:prstGeom>
              <a:solidFill>
                <a:srgbClr val="FF0000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1" name="Oval 230">
                <a:extLst>
                  <a:ext uri="{FF2B5EF4-FFF2-40B4-BE49-F238E27FC236}">
                    <a16:creationId xmlns:a16="http://schemas.microsoft.com/office/drawing/2014/main" id="{86812ACB-7825-8D0A-B8F2-020CE6429F04}"/>
                  </a:ext>
                </a:extLst>
              </p:cNvPr>
              <p:cNvSpPr/>
              <p:nvPr/>
            </p:nvSpPr>
            <p:spPr>
              <a:xfrm>
                <a:off x="-3965321" y="678771"/>
                <a:ext cx="267629" cy="267629"/>
              </a:xfrm>
              <a:prstGeom prst="ellipse">
                <a:avLst/>
              </a:prstGeom>
              <a:solidFill>
                <a:srgbClr val="FF0000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2" name="Oval 231">
                <a:extLst>
                  <a:ext uri="{FF2B5EF4-FFF2-40B4-BE49-F238E27FC236}">
                    <a16:creationId xmlns:a16="http://schemas.microsoft.com/office/drawing/2014/main" id="{88999B70-CD0F-3643-F48D-800C46241A83}"/>
                  </a:ext>
                </a:extLst>
              </p:cNvPr>
              <p:cNvSpPr/>
              <p:nvPr/>
            </p:nvSpPr>
            <p:spPr>
              <a:xfrm>
                <a:off x="-3574981" y="681233"/>
                <a:ext cx="267629" cy="267629"/>
              </a:xfrm>
              <a:prstGeom prst="ellipse">
                <a:avLst/>
              </a:prstGeom>
              <a:solidFill>
                <a:srgbClr val="FF0000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3" name="Oval 232">
                <a:extLst>
                  <a:ext uri="{FF2B5EF4-FFF2-40B4-BE49-F238E27FC236}">
                    <a16:creationId xmlns:a16="http://schemas.microsoft.com/office/drawing/2014/main" id="{93B6CBC1-2AD6-0FE4-FF5B-C6022168E1A8}"/>
                  </a:ext>
                </a:extLst>
              </p:cNvPr>
              <p:cNvSpPr/>
              <p:nvPr/>
            </p:nvSpPr>
            <p:spPr>
              <a:xfrm>
                <a:off x="-3206995" y="681233"/>
                <a:ext cx="267629" cy="267629"/>
              </a:xfrm>
              <a:prstGeom prst="ellipse">
                <a:avLst/>
              </a:prstGeom>
              <a:solidFill>
                <a:srgbClr val="FF0000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235" name="TextBox 234">
              <a:extLst>
                <a:ext uri="{FF2B5EF4-FFF2-40B4-BE49-F238E27FC236}">
                  <a16:creationId xmlns:a16="http://schemas.microsoft.com/office/drawing/2014/main" id="{77D7C0AB-C5FA-CF36-50C6-FFFC45935BEB}"/>
                </a:ext>
              </a:extLst>
            </p:cNvPr>
            <p:cNvSpPr txBox="1"/>
            <p:nvPr/>
          </p:nvSpPr>
          <p:spPr>
            <a:xfrm>
              <a:off x="7448723" y="8087622"/>
              <a:ext cx="575607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accent1">
                  <a:shade val="15000"/>
                </a:schemeClr>
              </a:solidFill>
              <a:prstDash val="sysDash"/>
            </a:ln>
          </p:spPr>
          <p:txBody>
            <a:bodyPr wrap="none" rtlCol="0">
              <a:spAutoFit/>
            </a:bodyPr>
            <a:lstStyle/>
            <a:p>
              <a:r>
                <a:rPr lang="en-US" sz="2000" dirty="0"/>
                <a:t>Key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54127366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2764</TotalTime>
  <Words>204</Words>
  <Application>Microsoft Macintosh PowerPoint</Application>
  <PresentationFormat>Widescreen</PresentationFormat>
  <Paragraphs>118</Paragraphs>
  <Slides>7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Aptos</vt:lpstr>
      <vt:lpstr>Aptos Display</vt:lpstr>
      <vt:lpstr>Arial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Geraint Palmer-Liyu</dc:creator>
  <cp:lastModifiedBy>Geraint Palmer-Liyu</cp:lastModifiedBy>
  <cp:revision>22</cp:revision>
  <dcterms:created xsi:type="dcterms:W3CDTF">2026-05-07T13:21:37Z</dcterms:created>
  <dcterms:modified xsi:type="dcterms:W3CDTF">2026-08-10T11:34:31Z</dcterms:modified>
</cp:coreProperties>
</file>