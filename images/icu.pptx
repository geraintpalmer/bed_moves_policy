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82"/>
  </p:normalViewPr>
  <p:slideViewPr>
    <p:cSldViewPr snapToGrid="0">
      <p:cViewPr>
        <p:scale>
          <a:sx n="103" d="100"/>
          <a:sy n="103" d="100"/>
        </p:scale>
        <p:origin x="560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FDD478E-B191-BEBF-B7F5-500E150B8800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1172582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BEF9433-03AC-D6B3-A3B6-38D7FD92F7F8}"/>
                </a:ext>
              </a:extLst>
            </p:cNvPr>
            <p:cNvCxnSpPr/>
            <p:nvPr/>
          </p:nvCxnSpPr>
          <p:spPr>
            <a:xfrm>
              <a:off x="3239846" y="1916653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E0D07E9-5C9D-B412-BCED-1F0849BA94C1}"/>
                </a:ext>
              </a:extLst>
            </p:cNvPr>
            <p:cNvCxnSpPr/>
            <p:nvPr/>
          </p:nvCxnSpPr>
          <p:spPr>
            <a:xfrm>
              <a:off x="6253780" y="1909480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6B6FB1-6B06-D93C-DA48-2B45E93F2615}"/>
                </a:ext>
              </a:extLst>
            </p:cNvPr>
            <p:cNvCxnSpPr/>
            <p:nvPr/>
          </p:nvCxnSpPr>
          <p:spPr>
            <a:xfrm>
              <a:off x="9267714" y="1895134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29217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29217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76830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768306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65370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61784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61784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22861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22861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961950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961950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073560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073560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4912649"/>
              <a:ext cx="634696" cy="634696"/>
            </a:xfrm>
            <a:prstGeom prst="rect">
              <a:avLst/>
            </a:prstGeom>
          </p:spPr>
        </p:pic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85ED1AE-129F-F15E-72DA-824C1F89B163}"/>
                </a:ext>
              </a:extLst>
            </p:cNvPr>
            <p:cNvCxnSpPr/>
            <p:nvPr/>
          </p:nvCxnSpPr>
          <p:spPr>
            <a:xfrm>
              <a:off x="3239846" y="2754416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056368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79285C56-49F7-4A42-B644-B32941F2B6CC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64471" y="4402744"/>
              <a:ext cx="8726283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8726283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Group 237">
            <a:extLst>
              <a:ext uri="{FF2B5EF4-FFF2-40B4-BE49-F238E27FC236}">
                <a16:creationId xmlns:a16="http://schemas.microsoft.com/office/drawing/2014/main" id="{B52557F3-EB90-2A9C-43C7-ABD8A4B9D17D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34029" y="1367293"/>
              <a:ext cx="8964403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34029" y="3635462"/>
              <a:ext cx="8964403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07934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373766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483099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548931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353803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15608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482268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571828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0644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25114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82675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91352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307934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373766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483099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353803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415608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482268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58049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5991811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2195</TotalTime>
  <Words>74</Words>
  <Application>Microsoft Macintosh PowerPoint</Application>
  <PresentationFormat>Widescreen</PresentationFormat>
  <Paragraphs>51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7</cp:revision>
  <dcterms:created xsi:type="dcterms:W3CDTF">2026-05-07T13:21:37Z</dcterms:created>
  <dcterms:modified xsi:type="dcterms:W3CDTF">2026-05-11T16:47:26Z</dcterms:modified>
</cp:coreProperties>
</file>