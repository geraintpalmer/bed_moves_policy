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69"/>
    <p:restoredTop sz="95511"/>
  </p:normalViewPr>
  <p:slideViewPr>
    <p:cSldViewPr snapToGrid="0">
      <p:cViewPr>
        <p:scale>
          <a:sx n="64" d="100"/>
          <a:sy n="64" d="100"/>
        </p:scale>
        <p:origin x="1768" y="1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2.png"/><Relationship Id="rId5" Type="http://schemas.openxmlformats.org/officeDocument/2006/relationships/image" Target="../media/image2.svg"/><Relationship Id="rId10" Type="http://schemas.openxmlformats.org/officeDocument/2006/relationships/image" Target="../media/image11.svg"/><Relationship Id="rId4" Type="http://schemas.openxmlformats.org/officeDocument/2006/relationships/image" Target="../media/image8.svg"/><Relationship Id="rId9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3.svg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67B37151-7E1B-ABAC-85B2-A8D6273AA92E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74373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74373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813462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813462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5029684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5029684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32107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321078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5160167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</p:cNvCxnSpPr>
            <p:nvPr/>
          </p:nvCxnSpPr>
          <p:spPr>
            <a:xfrm>
              <a:off x="225912" y="3803847"/>
              <a:ext cx="1866864" cy="81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</p:cNvCxnSpPr>
            <p:nvPr/>
          </p:nvCxnSpPr>
          <p:spPr>
            <a:xfrm>
              <a:off x="9267714" y="4122861"/>
              <a:ext cx="189734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46" y="4690380"/>
              <a:ext cx="1866470" cy="17876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780" y="4184442"/>
              <a:ext cx="1866864" cy="2074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135155F-FDB0-DFEE-0F54-FF0D62DFCAF6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761E35C-EBFD-3737-12A0-192593EF7A58}"/>
                </a:ext>
              </a:extLst>
            </p:cNvPr>
            <p:cNvSpPr/>
            <p:nvPr/>
          </p:nvSpPr>
          <p:spPr>
            <a:xfrm>
              <a:off x="5015752" y="436105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4EAD0853-0B61-56E8-F5DF-732583AFBAA1}"/>
                </a:ext>
              </a:extLst>
            </p:cNvPr>
            <p:cNvSpPr/>
            <p:nvPr/>
          </p:nvSpPr>
          <p:spPr>
            <a:xfrm>
              <a:off x="5044867" y="2769053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BD1AB9F-99B8-489C-7E92-38C8B550159A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7" y="3614372"/>
              <a:ext cx="4305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255766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75668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1500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550833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665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421537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8334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55000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63956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74181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9284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50409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86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07225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573057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682390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553094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61489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68155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57340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191102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150">
            <a:extLst>
              <a:ext uri="{FF2B5EF4-FFF2-40B4-BE49-F238E27FC236}">
                <a16:creationId xmlns:a16="http://schemas.microsoft.com/office/drawing/2014/main" id="{FEFE4444-288E-9F92-35A8-814AA1E39F34}"/>
              </a:ext>
            </a:extLst>
          </p:cNvPr>
          <p:cNvGrpSpPr/>
          <p:nvPr/>
        </p:nvGrpSpPr>
        <p:grpSpPr>
          <a:xfrm>
            <a:off x="84476" y="371799"/>
            <a:ext cx="16750422" cy="2107707"/>
            <a:chOff x="84476" y="371799"/>
            <a:chExt cx="16750422" cy="2107707"/>
          </a:xfrm>
        </p:grpSpPr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A1540FC9-4ADD-FA5C-B4EC-26C61119D191}"/>
                </a:ext>
              </a:extLst>
            </p:cNvPr>
            <p:cNvSpPr/>
            <p:nvPr/>
          </p:nvSpPr>
          <p:spPr>
            <a:xfrm>
              <a:off x="84476" y="371799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9386ABEC-692D-DC16-8CE3-86DB51B9C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64115" y="707385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ACA9114A-50E6-3F9C-30AA-3DBF656020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429947" y="707385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7DE5CD83-1C46-15D6-E3D4-8B78B0E9C2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539280" y="707385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3DBDBF98-3A79-BE94-10D9-322440320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605112" y="707385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Bed with solid fill">
              <a:extLst>
                <a:ext uri="{FF2B5EF4-FFF2-40B4-BE49-F238E27FC236}">
                  <a16:creationId xmlns:a16="http://schemas.microsoft.com/office/drawing/2014/main" id="{6A3E6F40-46C5-104D-FC8F-7013A1D55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724513" y="707385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A2CBB878-C5EA-7016-C24D-469F11982F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790345" y="707385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Sleep with solid fill">
              <a:extLst>
                <a:ext uri="{FF2B5EF4-FFF2-40B4-BE49-F238E27FC236}">
                  <a16:creationId xmlns:a16="http://schemas.microsoft.com/office/drawing/2014/main" id="{64EEB7D8-0889-631D-27B0-BC3E38B61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899678" y="707385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824215A-B707-C9E4-B869-D290CF992198}"/>
                </a:ext>
              </a:extLst>
            </p:cNvPr>
            <p:cNvSpPr txBox="1"/>
            <p:nvPr/>
          </p:nvSpPr>
          <p:spPr>
            <a:xfrm>
              <a:off x="432563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FC54B12-C692-C3CD-B236-6FC8526CD127}"/>
                </a:ext>
              </a:extLst>
            </p:cNvPr>
            <p:cNvSpPr txBox="1"/>
            <p:nvPr/>
          </p:nvSpPr>
          <p:spPr>
            <a:xfrm>
              <a:off x="149436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210A5F0-2679-8FA5-1250-14A64408EBFF}"/>
                </a:ext>
              </a:extLst>
            </p:cNvPr>
            <p:cNvSpPr txBox="1"/>
            <p:nvPr/>
          </p:nvSpPr>
          <p:spPr>
            <a:xfrm>
              <a:off x="256102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A98972F-F41D-8BD9-BBC9-C1C4A8A2A62E}"/>
                </a:ext>
              </a:extLst>
            </p:cNvPr>
            <p:cNvSpPr txBox="1"/>
            <p:nvPr/>
          </p:nvSpPr>
          <p:spPr>
            <a:xfrm>
              <a:off x="365058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1E2729E-D7BA-7607-952E-0FF750B6D6AC}"/>
                </a:ext>
              </a:extLst>
            </p:cNvPr>
            <p:cNvSpPr txBox="1"/>
            <p:nvPr/>
          </p:nvSpPr>
          <p:spPr>
            <a:xfrm>
              <a:off x="4770382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A72836C-15DC-874D-45B2-5AAFC07F9060}"/>
                </a:ext>
              </a:extLst>
            </p:cNvPr>
            <p:cNvSpPr txBox="1"/>
            <p:nvPr/>
          </p:nvSpPr>
          <p:spPr>
            <a:xfrm>
              <a:off x="583218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DB17C08-71EF-190D-507B-A75ACA877BB6}"/>
                </a:ext>
              </a:extLst>
            </p:cNvPr>
            <p:cNvSpPr txBox="1"/>
            <p:nvPr/>
          </p:nvSpPr>
          <p:spPr>
            <a:xfrm>
              <a:off x="689884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A170DE1D-421D-2C53-6861-877010554EFC}"/>
                </a:ext>
              </a:extLst>
            </p:cNvPr>
            <p:cNvSpPr/>
            <p:nvPr/>
          </p:nvSpPr>
          <p:spPr>
            <a:xfrm rot="16200000">
              <a:off x="3199409" y="32415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05921564-1889-9429-8749-01ADFF536291}"/>
                </a:ext>
              </a:extLst>
            </p:cNvPr>
            <p:cNvSpPr/>
            <p:nvPr/>
          </p:nvSpPr>
          <p:spPr>
            <a:xfrm rot="16200000">
              <a:off x="1566183" y="89154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CB2C7BDE-2E65-7ED0-1ABF-8AC256E520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65647" y="1577292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DA556557-4A21-B133-BC24-B60D9DAA6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29947" y="1577292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6477F368-C4F4-683A-BC4C-444F355172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66321" y="1577292"/>
              <a:ext cx="636856" cy="636856"/>
            </a:xfrm>
            <a:prstGeom prst="rect">
              <a:avLst/>
            </a:prstGeom>
          </p:spPr>
        </p:pic>
        <p:sp>
          <p:nvSpPr>
            <p:cNvPr id="50" name="Left Bracket 49">
              <a:extLst>
                <a:ext uri="{FF2B5EF4-FFF2-40B4-BE49-F238E27FC236}">
                  <a16:creationId xmlns:a16="http://schemas.microsoft.com/office/drawing/2014/main" id="{1C651EA5-DDEA-6F80-A382-B3F7904FEE48}"/>
                </a:ext>
              </a:extLst>
            </p:cNvPr>
            <p:cNvSpPr/>
            <p:nvPr/>
          </p:nvSpPr>
          <p:spPr>
            <a:xfrm rot="16200000">
              <a:off x="5923026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Left Bracket 50">
              <a:extLst>
                <a:ext uri="{FF2B5EF4-FFF2-40B4-BE49-F238E27FC236}">
                  <a16:creationId xmlns:a16="http://schemas.microsoft.com/office/drawing/2014/main" id="{3F391361-F5A2-AD35-2AE1-7E4A3C51D4BE}"/>
                </a:ext>
              </a:extLst>
            </p:cNvPr>
            <p:cNvSpPr/>
            <p:nvPr/>
          </p:nvSpPr>
          <p:spPr>
            <a:xfrm rot="16200000">
              <a:off x="6999675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2" name="Graphic 51" descr="Doctor male with solid fill">
              <a:extLst>
                <a:ext uri="{FF2B5EF4-FFF2-40B4-BE49-F238E27FC236}">
                  <a16:creationId xmlns:a16="http://schemas.microsoft.com/office/drawing/2014/main" id="{1B08D3DB-F643-53FF-40D1-29AD16AA17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72004" y="1588917"/>
              <a:ext cx="636856" cy="636856"/>
            </a:xfrm>
            <a:prstGeom prst="rect">
              <a:avLst/>
            </a:prstGeom>
          </p:spPr>
        </p:pic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2AD281CF-5C4E-BD61-EF88-5F6EE52F32D1}"/>
                </a:ext>
              </a:extLst>
            </p:cNvPr>
            <p:cNvSpPr/>
            <p:nvPr/>
          </p:nvSpPr>
          <p:spPr>
            <a:xfrm>
              <a:off x="9043546" y="382354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3" name="Graphic 122" descr="Sleep with solid fill">
              <a:extLst>
                <a:ext uri="{FF2B5EF4-FFF2-40B4-BE49-F238E27FC236}">
                  <a16:creationId xmlns:a16="http://schemas.microsoft.com/office/drawing/2014/main" id="{A04AD26A-82E5-E2AB-2942-A5BC344E20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323185" y="717940"/>
              <a:ext cx="634696" cy="634696"/>
            </a:xfrm>
            <a:prstGeom prst="rect">
              <a:avLst/>
            </a:prstGeom>
          </p:spPr>
        </p:pic>
        <p:pic>
          <p:nvPicPr>
            <p:cNvPr id="124" name="Graphic 123" descr="Sleep with solid fill">
              <a:extLst>
                <a:ext uri="{FF2B5EF4-FFF2-40B4-BE49-F238E27FC236}">
                  <a16:creationId xmlns:a16="http://schemas.microsoft.com/office/drawing/2014/main" id="{E5C33630-689E-FA0E-98B1-6B33DBB3C0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389017" y="717940"/>
              <a:ext cx="634696" cy="634696"/>
            </a:xfrm>
            <a:prstGeom prst="rect">
              <a:avLst/>
            </a:prstGeom>
          </p:spPr>
        </p:pic>
        <p:pic>
          <p:nvPicPr>
            <p:cNvPr id="125" name="Graphic 124" descr="Bed with solid fill">
              <a:extLst>
                <a:ext uri="{FF2B5EF4-FFF2-40B4-BE49-F238E27FC236}">
                  <a16:creationId xmlns:a16="http://schemas.microsoft.com/office/drawing/2014/main" id="{9D5800A1-C62C-FF09-BD70-4648019B43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498350" y="717940"/>
              <a:ext cx="634696" cy="634696"/>
            </a:xfrm>
            <a:prstGeom prst="rect">
              <a:avLst/>
            </a:prstGeom>
          </p:spPr>
        </p:pic>
        <p:pic>
          <p:nvPicPr>
            <p:cNvPr id="126" name="Graphic 125" descr="Sleep with solid fill">
              <a:extLst>
                <a:ext uri="{FF2B5EF4-FFF2-40B4-BE49-F238E27FC236}">
                  <a16:creationId xmlns:a16="http://schemas.microsoft.com/office/drawing/2014/main" id="{204D9E95-8CF9-E29A-3131-97DD0A74A6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2564182" y="717940"/>
              <a:ext cx="634696" cy="634696"/>
            </a:xfrm>
            <a:prstGeom prst="rect">
              <a:avLst/>
            </a:prstGeom>
          </p:spPr>
        </p:pic>
        <p:pic>
          <p:nvPicPr>
            <p:cNvPr id="127" name="Graphic 126" descr="Sleep with solid fill">
              <a:extLst>
                <a:ext uri="{FF2B5EF4-FFF2-40B4-BE49-F238E27FC236}">
                  <a16:creationId xmlns:a16="http://schemas.microsoft.com/office/drawing/2014/main" id="{3ADD6AC0-AC70-8A86-F894-EF802C6F0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3683583" y="717940"/>
              <a:ext cx="634696" cy="634696"/>
            </a:xfrm>
            <a:prstGeom prst="rect">
              <a:avLst/>
            </a:prstGeom>
          </p:spPr>
        </p:pic>
        <p:pic>
          <p:nvPicPr>
            <p:cNvPr id="128" name="Graphic 127" descr="Sleep with solid fill">
              <a:extLst>
                <a:ext uri="{FF2B5EF4-FFF2-40B4-BE49-F238E27FC236}">
                  <a16:creationId xmlns:a16="http://schemas.microsoft.com/office/drawing/2014/main" id="{E56DBECC-1042-1B20-57D3-E112E86D2D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4749415" y="717940"/>
              <a:ext cx="634696" cy="634696"/>
            </a:xfrm>
            <a:prstGeom prst="rect">
              <a:avLst/>
            </a:prstGeom>
          </p:spPr>
        </p:pic>
        <p:pic>
          <p:nvPicPr>
            <p:cNvPr id="129" name="Graphic 128" descr="Bed with solid fill">
              <a:extLst>
                <a:ext uri="{FF2B5EF4-FFF2-40B4-BE49-F238E27FC236}">
                  <a16:creationId xmlns:a16="http://schemas.microsoft.com/office/drawing/2014/main" id="{72E44A4C-2670-CBCE-C1D5-84D98A8CA9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858748" y="717940"/>
              <a:ext cx="634696" cy="63469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D4384E5-8837-BEA9-9895-600762788AA3}"/>
                </a:ext>
              </a:extLst>
            </p:cNvPr>
            <p:cNvSpPr txBox="1"/>
            <p:nvPr/>
          </p:nvSpPr>
          <p:spPr>
            <a:xfrm>
              <a:off x="9391633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20B53ED-B65C-00C1-3819-0D779E72A287}"/>
                </a:ext>
              </a:extLst>
            </p:cNvPr>
            <p:cNvSpPr txBox="1"/>
            <p:nvPr/>
          </p:nvSpPr>
          <p:spPr>
            <a:xfrm>
              <a:off x="1045343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0D76A9A-0B46-7AC9-1EF3-ADDB3B6D34F9}"/>
                </a:ext>
              </a:extLst>
            </p:cNvPr>
            <p:cNvSpPr txBox="1"/>
            <p:nvPr/>
          </p:nvSpPr>
          <p:spPr>
            <a:xfrm>
              <a:off x="1152009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C9A6E232-7D86-0921-3055-1AB5C464A4C5}"/>
                </a:ext>
              </a:extLst>
            </p:cNvPr>
            <p:cNvSpPr txBox="1"/>
            <p:nvPr/>
          </p:nvSpPr>
          <p:spPr>
            <a:xfrm>
              <a:off x="1260965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48EF9BE3-C761-E7EB-0D98-2BCFCAEB9A0B}"/>
                </a:ext>
              </a:extLst>
            </p:cNvPr>
            <p:cNvSpPr txBox="1"/>
            <p:nvPr/>
          </p:nvSpPr>
          <p:spPr>
            <a:xfrm>
              <a:off x="13729452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9B0C0E-EC46-745B-415D-C289DF5F77E6}"/>
                </a:ext>
              </a:extLst>
            </p:cNvPr>
            <p:cNvSpPr txBox="1"/>
            <p:nvPr/>
          </p:nvSpPr>
          <p:spPr>
            <a:xfrm>
              <a:off x="1479125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88F23AE-403F-FA68-AFFA-04EDD53B0DCC}"/>
                </a:ext>
              </a:extLst>
            </p:cNvPr>
            <p:cNvSpPr txBox="1"/>
            <p:nvPr/>
          </p:nvSpPr>
          <p:spPr>
            <a:xfrm>
              <a:off x="1585791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37" name="Left Bracket 136">
              <a:extLst>
                <a:ext uri="{FF2B5EF4-FFF2-40B4-BE49-F238E27FC236}">
                  <a16:creationId xmlns:a16="http://schemas.microsoft.com/office/drawing/2014/main" id="{F4D21987-36AC-84E9-EEC6-FF13513A5E0F}"/>
                </a:ext>
              </a:extLst>
            </p:cNvPr>
            <p:cNvSpPr/>
            <p:nvPr/>
          </p:nvSpPr>
          <p:spPr>
            <a:xfrm rot="16200000">
              <a:off x="13276901" y="346332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Left Bracket 137">
              <a:extLst>
                <a:ext uri="{FF2B5EF4-FFF2-40B4-BE49-F238E27FC236}">
                  <a16:creationId xmlns:a16="http://schemas.microsoft.com/office/drawing/2014/main" id="{54A99B00-6DDC-81D6-A6FC-0F3EBC30FE47}"/>
                </a:ext>
              </a:extLst>
            </p:cNvPr>
            <p:cNvSpPr/>
            <p:nvPr/>
          </p:nvSpPr>
          <p:spPr>
            <a:xfrm rot="16200000">
              <a:off x="10525253" y="9021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9" name="Graphic 138" descr="Doctor male with solid fill">
              <a:extLst>
                <a:ext uri="{FF2B5EF4-FFF2-40B4-BE49-F238E27FC236}">
                  <a16:creationId xmlns:a16="http://schemas.microsoft.com/office/drawing/2014/main" id="{039E4A87-493F-3C25-B1BD-AC0C02FEC4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43139" y="1599471"/>
              <a:ext cx="636856" cy="636856"/>
            </a:xfrm>
            <a:prstGeom prst="rect">
              <a:avLst/>
            </a:prstGeom>
          </p:spPr>
        </p:pic>
        <p:pic>
          <p:nvPicPr>
            <p:cNvPr id="140" name="Graphic 139" descr="Doctor female with solid fill">
              <a:extLst>
                <a:ext uri="{FF2B5EF4-FFF2-40B4-BE49-F238E27FC236}">
                  <a16:creationId xmlns:a16="http://schemas.microsoft.com/office/drawing/2014/main" id="{7AFFC943-A35F-DB5A-0782-3F8228616B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89017" y="1587847"/>
              <a:ext cx="636856" cy="636856"/>
            </a:xfrm>
            <a:prstGeom prst="rect">
              <a:avLst/>
            </a:prstGeom>
          </p:spPr>
        </p:pic>
        <p:pic>
          <p:nvPicPr>
            <p:cNvPr id="141" name="Graphic 140" descr="Doctor female with solid fill">
              <a:extLst>
                <a:ext uri="{FF2B5EF4-FFF2-40B4-BE49-F238E27FC236}">
                  <a16:creationId xmlns:a16="http://schemas.microsoft.com/office/drawing/2014/main" id="{F89F9C15-6FCE-2348-F955-9C2213C094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725391" y="1587847"/>
              <a:ext cx="636856" cy="636856"/>
            </a:xfrm>
            <a:prstGeom prst="rect">
              <a:avLst/>
            </a:prstGeom>
          </p:spPr>
        </p:pic>
        <p:sp>
          <p:nvSpPr>
            <p:cNvPr id="142" name="Left Bracket 141">
              <a:extLst>
                <a:ext uri="{FF2B5EF4-FFF2-40B4-BE49-F238E27FC236}">
                  <a16:creationId xmlns:a16="http://schemas.microsoft.com/office/drawing/2014/main" id="{6190EF7B-D9B9-3B7E-4206-1AE47AFA0CBA}"/>
                </a:ext>
              </a:extLst>
            </p:cNvPr>
            <p:cNvSpPr/>
            <p:nvPr/>
          </p:nvSpPr>
          <p:spPr>
            <a:xfrm rot="16200000">
              <a:off x="14882096" y="8976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Left Bracket 142">
              <a:extLst>
                <a:ext uri="{FF2B5EF4-FFF2-40B4-BE49-F238E27FC236}">
                  <a16:creationId xmlns:a16="http://schemas.microsoft.com/office/drawing/2014/main" id="{3A2E2A98-A02D-9E38-6F03-743B5043FE1A}"/>
                </a:ext>
              </a:extLst>
            </p:cNvPr>
            <p:cNvSpPr/>
            <p:nvPr/>
          </p:nvSpPr>
          <p:spPr>
            <a:xfrm rot="16200000">
              <a:off x="9467346" y="89767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4" name="Graphic 143" descr="Doctor male with solid fill">
              <a:extLst>
                <a:ext uri="{FF2B5EF4-FFF2-40B4-BE49-F238E27FC236}">
                  <a16:creationId xmlns:a16="http://schemas.microsoft.com/office/drawing/2014/main" id="{21832ED5-DFE3-3B09-5031-0D5EF240E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339675" y="1599471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/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96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9600" dirty="0"/>
                </a:p>
              </p:txBody>
            </p:sp>
          </mc:Choice>
          <mc:Fallback xmlns=""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blipFill>
                  <a:blip r:embed="rId11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855237" y="3675232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roup 404">
            <a:extLst>
              <a:ext uri="{FF2B5EF4-FFF2-40B4-BE49-F238E27FC236}">
                <a16:creationId xmlns:a16="http://schemas.microsoft.com/office/drawing/2014/main" id="{86971060-49B2-7A99-5E28-88B7219789F2}"/>
              </a:ext>
            </a:extLst>
          </p:cNvPr>
          <p:cNvGrpSpPr/>
          <p:nvPr/>
        </p:nvGrpSpPr>
        <p:grpSpPr>
          <a:xfrm>
            <a:off x="-3445945" y="-10479"/>
            <a:ext cx="18999225" cy="5658105"/>
            <a:chOff x="-3445945" y="-10479"/>
            <a:chExt cx="18999225" cy="5658105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7476080" y="3768026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445945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556309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6515317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233232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1252856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7678423" y="3982157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2164511" y="3998095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Sleep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Sleep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Sleep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Sleep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-2947148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Sleep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1881316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Sleep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771983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93849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413250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479082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Sleep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588415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2878700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1816895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750235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339325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459119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520924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587584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964507" y="4339679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Sleep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030339" y="4339679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Sleep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139672" y="4339679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205504" y="4339679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Sleep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2324905" y="4339679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3390737" y="4339679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4500070" y="4339679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8032955" y="417595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9094760" y="417595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0161420" y="417595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1250980" y="417595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2370774" y="418054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3432579" y="418054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4499239" y="418054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390173" y="71603"/>
              <a:ext cx="1848123" cy="5443158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8327686" y="581032"/>
              <a:ext cx="1888426" cy="448556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391158" y="2967224"/>
              <a:ext cx="21018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 = (8, 12)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8371523" y="2998530"/>
              <a:ext cx="21018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 = (8, 14)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18E1D77A-D35E-53BD-B06F-9D4FD86ADB9D}"/>
                    </a:ext>
                  </a:extLst>
                </p:cNvPr>
                <p:cNvSpPr txBox="1"/>
                <p:nvPr/>
              </p:nvSpPr>
              <p:spPr>
                <a:xfrm>
                  <a:off x="5765091" y="4103046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>
            <p:sp>
              <p:nvSpPr>
                <p:cNvPr id="404" name="TextBox 403">
                  <a:extLst>
                    <a:ext uri="{FF2B5EF4-FFF2-40B4-BE49-F238E27FC236}">
                      <a16:creationId xmlns:a16="http://schemas.microsoft.com/office/drawing/2014/main" id="{18E1D77A-D35E-53BD-B06F-9D4FD86ADB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5091" y="4103046"/>
                  <a:ext cx="844783" cy="1107996"/>
                </a:xfrm>
                <a:prstGeom prst="rect">
                  <a:avLst/>
                </a:prstGeom>
                <a:blipFill>
                  <a:blip r:embed="rId7"/>
                  <a:stretch>
                    <a:fillRect l="-10448" r="-89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2629</TotalTime>
  <Words>136</Words>
  <Application>Microsoft Macintosh PowerPoint</Application>
  <PresentationFormat>Widescreen</PresentationFormat>
  <Paragraphs>101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12</cp:revision>
  <dcterms:created xsi:type="dcterms:W3CDTF">2026-05-07T13:21:37Z</dcterms:created>
  <dcterms:modified xsi:type="dcterms:W3CDTF">2026-05-22T11:37:17Z</dcterms:modified>
</cp:coreProperties>
</file>