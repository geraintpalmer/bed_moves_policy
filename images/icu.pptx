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2"/>
  </p:normalViewPr>
  <p:slideViewPr>
    <p:cSldViewPr snapToGrid="0">
      <p:cViewPr>
        <p:scale>
          <a:sx n="100" d="100"/>
          <a:sy n="100" d="100"/>
        </p:scale>
        <p:origin x="90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2DE4D5E-57BB-AC43-1053-B566DBBAA88C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52F20055-F786-E773-F52A-1C7146149B6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0D554BFB-E3C6-E3C9-740C-E06504937DEC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8FFE7B53-D28E-CDC6-1C2C-5A86E5B6E2D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EE1F89-D019-8E7E-CC55-2567202B6A9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37B6F6-3142-6107-53DB-4F17E0B5F2B1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74083D-A6A6-359F-55E6-94839F03070E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C9CBB-941E-E271-2170-6593C098ADB6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BEF9433-03AC-D6B3-A3B6-38D7FD92F7F8}"/>
              </a:ext>
            </a:extLst>
          </p:cNvPr>
          <p:cNvCxnSpPr/>
          <p:nvPr/>
        </p:nvCxnSpPr>
        <p:spPr>
          <a:xfrm>
            <a:off x="3239846" y="1916653"/>
            <a:ext cx="2667896" cy="0"/>
          </a:xfrm>
          <a:prstGeom prst="line">
            <a:avLst/>
          </a:prstGeom>
          <a:ln w="3492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0D07E9-5C9D-B412-BCED-1F0849BA94C1}"/>
              </a:ext>
            </a:extLst>
          </p:cNvPr>
          <p:cNvCxnSpPr/>
          <p:nvPr/>
        </p:nvCxnSpPr>
        <p:spPr>
          <a:xfrm>
            <a:off x="6253780" y="1909480"/>
            <a:ext cx="2667896" cy="0"/>
          </a:xfrm>
          <a:prstGeom prst="line">
            <a:avLst/>
          </a:prstGeom>
          <a:ln w="3492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6B6FB1-6B06-D93C-DA48-2B45E93F2615}"/>
              </a:ext>
            </a:extLst>
          </p:cNvPr>
          <p:cNvCxnSpPr/>
          <p:nvPr/>
        </p:nvCxnSpPr>
        <p:spPr>
          <a:xfrm>
            <a:off x="9267714" y="1895134"/>
            <a:ext cx="2667896" cy="0"/>
          </a:xfrm>
          <a:prstGeom prst="line">
            <a:avLst/>
          </a:prstGeom>
          <a:ln w="3492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FBEF3889-0D1A-A48A-FF05-07C6710102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0C30D739-8C69-6D75-2839-A9CE16256E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C3315AB8-5857-66EF-AC9C-731A31F7C6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CDDE2129-A6A9-D115-59D4-13173CF8DD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AE93AA88-5FE7-A84B-8EF3-DD4F40DF6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5934E941-0BE2-65FD-6BFE-D07642B5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FE3EE6B8-E09C-535D-5FD7-73FC869A5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50E8B439-85FE-D665-AC20-81E9C6BA73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2B70B3A1-B1B2-909D-A783-66CDF98ADD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D95F6D61-AA43-F992-CB00-A74820EA41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AC4B699B-1EB0-FD3E-EDE1-C7B19E530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B8E2AE39-B58E-011E-1C50-05AD2C99B1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1BA287FF-2D89-F29C-4811-7265ADB8A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1DF27AE5-FD61-7D18-7E91-A0FCFDD1CF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3BB0E143-4233-B87F-F953-B50153B05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14385CE5-6CAE-EF3D-790F-0FA6584C0D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BFE33B39-C141-DDB8-53B2-AC070118DE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A60ADB2D-DF81-42F4-0947-DBA4B9CC1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78" name="Graphic 77" descr="Sleep with solid fill">
            <a:extLst>
              <a:ext uri="{FF2B5EF4-FFF2-40B4-BE49-F238E27FC236}">
                <a16:creationId xmlns:a16="http://schemas.microsoft.com/office/drawing/2014/main" id="{4684E287-1BD1-73D2-19E3-D96DE3E3F3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F3F2BA80-0346-263C-DE00-1C717BE9D7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C744BE2E-4598-7EBC-A822-CBC8A91BC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D572FB8-31AE-B9A7-B19F-5C5A03687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4ACAD09A-895A-6293-F6E5-B647D1685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03C4CFED-82F3-5A4E-9331-B982B1D14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C617B602-9E9F-6CE4-A7CB-DBBC60A0D8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78BE82EC-111C-A974-F5A2-3976C9CEB1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214902D7-E366-BF7C-9866-BFB16C5D85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9C91A0BD-49B0-5FBB-C169-F67AC835BD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37523937-B4F4-ABE8-9034-FDA2465474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D68E1448-7789-7B20-612A-9F4DB3BD8F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4141B252-B1AE-1D46-F74E-9913BF2629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3144BFB6-1B0E-D445-BB23-C9FF85111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5324D9F-76A6-A02C-F6B6-E6CDF3AB91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55C6267F-A4C7-4B47-6E5E-425C50DC5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F85ED1AE-129F-F15E-72DA-824C1F89B163}"/>
              </a:ext>
            </a:extLst>
          </p:cNvPr>
          <p:cNvCxnSpPr/>
          <p:nvPr/>
        </p:nvCxnSpPr>
        <p:spPr>
          <a:xfrm>
            <a:off x="3239846" y="2754416"/>
            <a:ext cx="2667896" cy="0"/>
          </a:xfrm>
          <a:prstGeom prst="line">
            <a:avLst/>
          </a:prstGeom>
          <a:ln w="3492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5EE19132-F4E8-A5E2-7569-6E627930A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  <p:sp>
        <p:nvSpPr>
          <p:cNvPr id="207" name="Freeform 206">
            <a:extLst>
              <a:ext uri="{FF2B5EF4-FFF2-40B4-BE49-F238E27FC236}">
                <a16:creationId xmlns:a16="http://schemas.microsoft.com/office/drawing/2014/main" id="{9F2104EA-5DE6-F0C6-740F-EE8520EFB8BF}"/>
              </a:ext>
            </a:extLst>
          </p:cNvPr>
          <p:cNvSpPr/>
          <p:nvPr/>
        </p:nvSpPr>
        <p:spPr>
          <a:xfrm>
            <a:off x="4573794" y="5547344"/>
            <a:ext cx="1117001" cy="634696"/>
          </a:xfrm>
          <a:custGeom>
            <a:avLst/>
            <a:gdLst>
              <a:gd name="csX0" fmla="*/ 563405 w 1117001"/>
              <a:gd name="csY0" fmla="*/ 334849 h 634696"/>
              <a:gd name="csX1" fmla="*/ 384722 w 1117001"/>
              <a:gd name="csY1" fmla="*/ 429950 h 634696"/>
              <a:gd name="csX2" fmla="*/ 576560 w 1117001"/>
              <a:gd name="csY2" fmla="*/ 530838 h 634696"/>
              <a:gd name="csX3" fmla="*/ 755242 w 1117001"/>
              <a:gd name="csY3" fmla="*/ 435737 h 634696"/>
              <a:gd name="csX4" fmla="*/ 786557 w 1117001"/>
              <a:gd name="csY4" fmla="*/ 216082 h 634696"/>
              <a:gd name="csX5" fmla="*/ 612223 w 1117001"/>
              <a:gd name="csY5" fmla="*/ 308867 h 634696"/>
              <a:gd name="csX6" fmla="*/ 804060 w 1117001"/>
              <a:gd name="csY6" fmla="*/ 409755 h 634696"/>
              <a:gd name="csX7" fmla="*/ 978394 w 1117001"/>
              <a:gd name="csY7" fmla="*/ 316969 h 634696"/>
              <a:gd name="csX8" fmla="*/ 308326 w 1117001"/>
              <a:gd name="csY8" fmla="*/ 200703 h 634696"/>
              <a:gd name="csX9" fmla="*/ 129644 w 1117001"/>
              <a:gd name="csY9" fmla="*/ 295803 h 634696"/>
              <a:gd name="csX10" fmla="*/ 335776 w 1117001"/>
              <a:gd name="csY10" fmla="*/ 404209 h 634696"/>
              <a:gd name="csX11" fmla="*/ 514459 w 1117001"/>
              <a:gd name="csY11" fmla="*/ 309108 h 634696"/>
              <a:gd name="csX12" fmla="*/ 531478 w 1117001"/>
              <a:gd name="csY12" fmla="*/ 81935 h 634696"/>
              <a:gd name="csX13" fmla="*/ 357145 w 1117001"/>
              <a:gd name="csY13" fmla="*/ 174721 h 634696"/>
              <a:gd name="csX14" fmla="*/ 563277 w 1117001"/>
              <a:gd name="csY14" fmla="*/ 283126 h 634696"/>
              <a:gd name="csX15" fmla="*/ 737611 w 1117001"/>
              <a:gd name="csY15" fmla="*/ 190341 h 634696"/>
              <a:gd name="csX16" fmla="*/ 0 w 1117001"/>
              <a:gd name="csY16" fmla="*/ 0 h 634696"/>
              <a:gd name="csX17" fmla="*/ 24916 w 1117001"/>
              <a:gd name="csY17" fmla="*/ 0 h 634696"/>
              <a:gd name="csX18" fmla="*/ 69966 w 1117001"/>
              <a:gd name="csY18" fmla="*/ 23692 h 634696"/>
              <a:gd name="csX19" fmla="*/ 114480 w 1117001"/>
              <a:gd name="csY19" fmla="*/ 0 h 634696"/>
              <a:gd name="csX20" fmla="*/ 211790 w 1117001"/>
              <a:gd name="csY20" fmla="*/ 0 h 634696"/>
              <a:gd name="csX21" fmla="*/ 118911 w 1117001"/>
              <a:gd name="csY21" fmla="*/ 49432 h 634696"/>
              <a:gd name="csX22" fmla="*/ 308199 w 1117001"/>
              <a:gd name="csY22" fmla="*/ 148980 h 634696"/>
              <a:gd name="csX23" fmla="*/ 482532 w 1117001"/>
              <a:gd name="csY23" fmla="*/ 56194 h 634696"/>
              <a:gd name="csX24" fmla="*/ 375680 w 1117001"/>
              <a:gd name="csY24" fmla="*/ 0 h 634696"/>
              <a:gd name="csX25" fmla="*/ 473903 w 1117001"/>
              <a:gd name="csY25" fmla="*/ 0 h 634696"/>
              <a:gd name="csX26" fmla="*/ 531351 w 1117001"/>
              <a:gd name="csY26" fmla="*/ 30212 h 634696"/>
              <a:gd name="csX27" fmla="*/ 588116 w 1117001"/>
              <a:gd name="csY27" fmla="*/ 0 h 634696"/>
              <a:gd name="csX28" fmla="*/ 685424 w 1117001"/>
              <a:gd name="csY28" fmla="*/ 0 h 634696"/>
              <a:gd name="csX29" fmla="*/ 580296 w 1117001"/>
              <a:gd name="csY29" fmla="*/ 55952 h 634696"/>
              <a:gd name="csX30" fmla="*/ 786428 w 1117001"/>
              <a:gd name="csY30" fmla="*/ 164358 h 634696"/>
              <a:gd name="csX31" fmla="*/ 948253 w 1117001"/>
              <a:gd name="csY31" fmla="*/ 78231 h 634696"/>
              <a:gd name="csX32" fmla="*/ 799496 w 1117001"/>
              <a:gd name="csY32" fmla="*/ 0 h 634696"/>
              <a:gd name="csX33" fmla="*/ 897720 w 1117001"/>
              <a:gd name="csY33" fmla="*/ 0 h 634696"/>
              <a:gd name="csX34" fmla="*/ 997070 w 1117001"/>
              <a:gd name="csY34" fmla="*/ 52249 h 634696"/>
              <a:gd name="csX35" fmla="*/ 1095240 w 1117001"/>
              <a:gd name="csY35" fmla="*/ 0 h 634696"/>
              <a:gd name="csX36" fmla="*/ 1117001 w 1117001"/>
              <a:gd name="csY36" fmla="*/ 0 h 634696"/>
              <a:gd name="csX37" fmla="*/ 1117001 w 1117001"/>
              <a:gd name="csY37" fmla="*/ 40209 h 634696"/>
              <a:gd name="csX38" fmla="*/ 1046016 w 1117001"/>
              <a:gd name="csY38" fmla="*/ 77990 h 634696"/>
              <a:gd name="csX39" fmla="*/ 1117001 w 1117001"/>
              <a:gd name="csY39" fmla="*/ 115321 h 634696"/>
              <a:gd name="csX40" fmla="*/ 1117001 w 1117001"/>
              <a:gd name="csY40" fmla="*/ 166977 h 634696"/>
              <a:gd name="csX41" fmla="*/ 997198 w 1117001"/>
              <a:gd name="csY41" fmla="*/ 103972 h 634696"/>
              <a:gd name="csX42" fmla="*/ 835374 w 1117001"/>
              <a:gd name="csY42" fmla="*/ 190099 h 634696"/>
              <a:gd name="csX43" fmla="*/ 1027212 w 1117001"/>
              <a:gd name="csY43" fmla="*/ 290987 h 634696"/>
              <a:gd name="csX44" fmla="*/ 1117001 w 1117001"/>
              <a:gd name="csY44" fmla="*/ 243199 h 634696"/>
              <a:gd name="csX45" fmla="*/ 1117001 w 1117001"/>
              <a:gd name="csY45" fmla="*/ 294989 h 634696"/>
              <a:gd name="csX46" fmla="*/ 1076157 w 1117001"/>
              <a:gd name="csY46" fmla="*/ 316728 h 634696"/>
              <a:gd name="csX47" fmla="*/ 1117001 w 1117001"/>
              <a:gd name="csY47" fmla="*/ 338208 h 634696"/>
              <a:gd name="csX48" fmla="*/ 1117001 w 1117001"/>
              <a:gd name="csY48" fmla="*/ 389864 h 634696"/>
              <a:gd name="csX49" fmla="*/ 1027340 w 1117001"/>
              <a:gd name="csY49" fmla="*/ 342710 h 634696"/>
              <a:gd name="csX50" fmla="*/ 853006 w 1117001"/>
              <a:gd name="csY50" fmla="*/ 435496 h 634696"/>
              <a:gd name="csX51" fmla="*/ 1046510 w 1117001"/>
              <a:gd name="csY51" fmla="*/ 537261 h 634696"/>
              <a:gd name="csX52" fmla="*/ 1117001 w 1117001"/>
              <a:gd name="csY52" fmla="*/ 499743 h 634696"/>
              <a:gd name="csX53" fmla="*/ 1117001 w 1117001"/>
              <a:gd name="csY53" fmla="*/ 551534 h 634696"/>
              <a:gd name="csX54" fmla="*/ 1095456 w 1117001"/>
              <a:gd name="csY54" fmla="*/ 563001 h 634696"/>
              <a:gd name="csX55" fmla="*/ 1117001 w 1117001"/>
              <a:gd name="csY55" fmla="*/ 574332 h 634696"/>
              <a:gd name="csX56" fmla="*/ 1117001 w 1117001"/>
              <a:gd name="csY56" fmla="*/ 625988 h 634696"/>
              <a:gd name="csX57" fmla="*/ 1046638 w 1117001"/>
              <a:gd name="csY57" fmla="*/ 588984 h 634696"/>
              <a:gd name="csX58" fmla="*/ 960749 w 1117001"/>
              <a:gd name="csY58" fmla="*/ 634696 h 634696"/>
              <a:gd name="csX59" fmla="*/ 863439 w 1117001"/>
              <a:gd name="csY59" fmla="*/ 634696 h 634696"/>
              <a:gd name="csX60" fmla="*/ 997693 w 1117001"/>
              <a:gd name="csY60" fmla="*/ 563243 h 634696"/>
              <a:gd name="csX61" fmla="*/ 804188 w 1117001"/>
              <a:gd name="csY61" fmla="*/ 461478 h 634696"/>
              <a:gd name="csX62" fmla="*/ 625505 w 1117001"/>
              <a:gd name="csY62" fmla="*/ 556578 h 634696"/>
              <a:gd name="csX63" fmla="*/ 774045 w 1117001"/>
              <a:gd name="csY63" fmla="*/ 634696 h 634696"/>
              <a:gd name="csX64" fmla="*/ 675822 w 1117001"/>
              <a:gd name="csY64" fmla="*/ 634696 h 634696"/>
              <a:gd name="csX65" fmla="*/ 576687 w 1117001"/>
              <a:gd name="csY65" fmla="*/ 582560 h 634696"/>
              <a:gd name="csX66" fmla="*/ 478730 w 1117001"/>
              <a:gd name="csY66" fmla="*/ 634696 h 634696"/>
              <a:gd name="csX67" fmla="*/ 381420 w 1117001"/>
              <a:gd name="csY67" fmla="*/ 634696 h 634696"/>
              <a:gd name="csX68" fmla="*/ 527741 w 1117001"/>
              <a:gd name="csY68" fmla="*/ 556820 h 634696"/>
              <a:gd name="csX69" fmla="*/ 335904 w 1117001"/>
              <a:gd name="csY69" fmla="*/ 455932 h 634696"/>
              <a:gd name="csX70" fmla="*/ 166829 w 1117001"/>
              <a:gd name="csY70" fmla="*/ 545919 h 634696"/>
              <a:gd name="csX71" fmla="*/ 335639 w 1117001"/>
              <a:gd name="csY71" fmla="*/ 634696 h 634696"/>
              <a:gd name="csX72" fmla="*/ 237416 w 1117001"/>
              <a:gd name="csY72" fmla="*/ 634696 h 634696"/>
              <a:gd name="csX73" fmla="*/ 118011 w 1117001"/>
              <a:gd name="csY73" fmla="*/ 571901 h 634696"/>
              <a:gd name="csX74" fmla="*/ 26 w 1117001"/>
              <a:gd name="csY74" fmla="*/ 634696 h 634696"/>
              <a:gd name="csX75" fmla="*/ 0 w 1117001"/>
              <a:gd name="csY75" fmla="*/ 634696 h 634696"/>
              <a:gd name="csX76" fmla="*/ 0 w 1117001"/>
              <a:gd name="csY76" fmla="*/ 582919 h 634696"/>
              <a:gd name="csX77" fmla="*/ 69066 w 1117001"/>
              <a:gd name="csY77" fmla="*/ 546160 h 634696"/>
              <a:gd name="csX78" fmla="*/ 0 w 1117001"/>
              <a:gd name="csY78" fmla="*/ 509838 h 634696"/>
              <a:gd name="csX79" fmla="*/ 0 w 1117001"/>
              <a:gd name="csY79" fmla="*/ 458183 h 634696"/>
              <a:gd name="csX80" fmla="*/ 117883 w 1117001"/>
              <a:gd name="csY80" fmla="*/ 520178 h 634696"/>
              <a:gd name="csX81" fmla="*/ 286959 w 1117001"/>
              <a:gd name="csY81" fmla="*/ 430191 h 634696"/>
              <a:gd name="csX82" fmla="*/ 80825 w 1117001"/>
              <a:gd name="csY82" fmla="*/ 321785 h 634696"/>
              <a:gd name="csX83" fmla="*/ 0 w 1117001"/>
              <a:gd name="csY83" fmla="*/ 364803 h 634696"/>
              <a:gd name="csX84" fmla="*/ 0 w 1117001"/>
              <a:gd name="csY84" fmla="*/ 313012 h 634696"/>
              <a:gd name="csX85" fmla="*/ 31880 w 1117001"/>
              <a:gd name="csY85" fmla="*/ 296045 h 634696"/>
              <a:gd name="csX86" fmla="*/ 0 w 1117001"/>
              <a:gd name="csY86" fmla="*/ 279279 h 634696"/>
              <a:gd name="csX87" fmla="*/ 0 w 1117001"/>
              <a:gd name="csY87" fmla="*/ 227623 h 634696"/>
              <a:gd name="csX88" fmla="*/ 80698 w 1117001"/>
              <a:gd name="csY88" fmla="*/ 270062 h 634696"/>
              <a:gd name="csX89" fmla="*/ 259380 w 1117001"/>
              <a:gd name="csY89" fmla="*/ 174962 h 634696"/>
              <a:gd name="csX90" fmla="*/ 70093 w 1117001"/>
              <a:gd name="csY90" fmla="*/ 75415 h 634696"/>
              <a:gd name="csX91" fmla="*/ 0 w 1117001"/>
              <a:gd name="csY91" fmla="*/ 112721 h 634696"/>
              <a:gd name="csX92" fmla="*/ 0 w 1117001"/>
              <a:gd name="csY92" fmla="*/ 60929 h 634696"/>
              <a:gd name="csX93" fmla="*/ 21147 w 1117001"/>
              <a:gd name="csY93" fmla="*/ 49674 h 634696"/>
              <a:gd name="csX94" fmla="*/ 0 w 1117001"/>
              <a:gd name="csY94" fmla="*/ 38553 h 634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</a:cxnLst>
            <a:rect l="l" t="t" r="r" b="b"/>
            <a:pathLst>
              <a:path w="1117001" h="634696">
                <a:moveTo>
                  <a:pt x="563405" y="334849"/>
                </a:moveTo>
                <a:lnTo>
                  <a:pt x="384722" y="429950"/>
                </a:lnTo>
                <a:lnTo>
                  <a:pt x="576560" y="530838"/>
                </a:lnTo>
                <a:lnTo>
                  <a:pt x="755242" y="435737"/>
                </a:lnTo>
                <a:close/>
                <a:moveTo>
                  <a:pt x="786557" y="216082"/>
                </a:moveTo>
                <a:lnTo>
                  <a:pt x="612223" y="308867"/>
                </a:lnTo>
                <a:lnTo>
                  <a:pt x="804060" y="409755"/>
                </a:lnTo>
                <a:lnTo>
                  <a:pt x="978394" y="316969"/>
                </a:lnTo>
                <a:close/>
                <a:moveTo>
                  <a:pt x="308326" y="200703"/>
                </a:moveTo>
                <a:lnTo>
                  <a:pt x="129644" y="295803"/>
                </a:lnTo>
                <a:lnTo>
                  <a:pt x="335776" y="404209"/>
                </a:lnTo>
                <a:lnTo>
                  <a:pt x="514459" y="309108"/>
                </a:lnTo>
                <a:close/>
                <a:moveTo>
                  <a:pt x="531478" y="81935"/>
                </a:moveTo>
                <a:lnTo>
                  <a:pt x="357145" y="174721"/>
                </a:lnTo>
                <a:lnTo>
                  <a:pt x="563277" y="283126"/>
                </a:lnTo>
                <a:lnTo>
                  <a:pt x="737611" y="190341"/>
                </a:lnTo>
                <a:close/>
                <a:moveTo>
                  <a:pt x="0" y="0"/>
                </a:moveTo>
                <a:lnTo>
                  <a:pt x="24916" y="0"/>
                </a:lnTo>
                <a:lnTo>
                  <a:pt x="69966" y="23692"/>
                </a:lnTo>
                <a:lnTo>
                  <a:pt x="114480" y="0"/>
                </a:lnTo>
                <a:lnTo>
                  <a:pt x="211790" y="0"/>
                </a:lnTo>
                <a:lnTo>
                  <a:pt x="118911" y="49432"/>
                </a:lnTo>
                <a:lnTo>
                  <a:pt x="308199" y="148980"/>
                </a:lnTo>
                <a:lnTo>
                  <a:pt x="482532" y="56194"/>
                </a:lnTo>
                <a:lnTo>
                  <a:pt x="375680" y="0"/>
                </a:lnTo>
                <a:lnTo>
                  <a:pt x="473903" y="0"/>
                </a:lnTo>
                <a:lnTo>
                  <a:pt x="531351" y="30212"/>
                </a:lnTo>
                <a:lnTo>
                  <a:pt x="588116" y="0"/>
                </a:lnTo>
                <a:lnTo>
                  <a:pt x="685424" y="0"/>
                </a:lnTo>
                <a:lnTo>
                  <a:pt x="580296" y="55952"/>
                </a:lnTo>
                <a:lnTo>
                  <a:pt x="786428" y="164358"/>
                </a:lnTo>
                <a:lnTo>
                  <a:pt x="948253" y="78231"/>
                </a:lnTo>
                <a:lnTo>
                  <a:pt x="799496" y="0"/>
                </a:lnTo>
                <a:lnTo>
                  <a:pt x="897720" y="0"/>
                </a:lnTo>
                <a:lnTo>
                  <a:pt x="997070" y="52249"/>
                </a:lnTo>
                <a:lnTo>
                  <a:pt x="1095240" y="0"/>
                </a:lnTo>
                <a:lnTo>
                  <a:pt x="1117001" y="0"/>
                </a:lnTo>
                <a:lnTo>
                  <a:pt x="1117001" y="40209"/>
                </a:lnTo>
                <a:lnTo>
                  <a:pt x="1046016" y="77990"/>
                </a:lnTo>
                <a:lnTo>
                  <a:pt x="1117001" y="115321"/>
                </a:lnTo>
                <a:lnTo>
                  <a:pt x="1117001" y="166977"/>
                </a:lnTo>
                <a:lnTo>
                  <a:pt x="997198" y="103972"/>
                </a:lnTo>
                <a:lnTo>
                  <a:pt x="835374" y="190099"/>
                </a:lnTo>
                <a:lnTo>
                  <a:pt x="1027212" y="290987"/>
                </a:lnTo>
                <a:lnTo>
                  <a:pt x="1117001" y="243199"/>
                </a:lnTo>
                <a:lnTo>
                  <a:pt x="1117001" y="294989"/>
                </a:lnTo>
                <a:lnTo>
                  <a:pt x="1076157" y="316728"/>
                </a:lnTo>
                <a:lnTo>
                  <a:pt x="1117001" y="338208"/>
                </a:lnTo>
                <a:lnTo>
                  <a:pt x="1117001" y="389864"/>
                </a:lnTo>
                <a:lnTo>
                  <a:pt x="1027340" y="342710"/>
                </a:lnTo>
                <a:lnTo>
                  <a:pt x="853006" y="435496"/>
                </a:lnTo>
                <a:lnTo>
                  <a:pt x="1046510" y="537261"/>
                </a:lnTo>
                <a:lnTo>
                  <a:pt x="1117001" y="499743"/>
                </a:lnTo>
                <a:lnTo>
                  <a:pt x="1117001" y="551534"/>
                </a:lnTo>
                <a:lnTo>
                  <a:pt x="1095456" y="563001"/>
                </a:lnTo>
                <a:lnTo>
                  <a:pt x="1117001" y="574332"/>
                </a:lnTo>
                <a:lnTo>
                  <a:pt x="1117001" y="625988"/>
                </a:lnTo>
                <a:lnTo>
                  <a:pt x="1046638" y="588984"/>
                </a:lnTo>
                <a:lnTo>
                  <a:pt x="960749" y="634696"/>
                </a:lnTo>
                <a:lnTo>
                  <a:pt x="863439" y="634696"/>
                </a:lnTo>
                <a:lnTo>
                  <a:pt x="997693" y="563243"/>
                </a:lnTo>
                <a:lnTo>
                  <a:pt x="804188" y="461478"/>
                </a:lnTo>
                <a:lnTo>
                  <a:pt x="625505" y="556578"/>
                </a:lnTo>
                <a:lnTo>
                  <a:pt x="774045" y="634696"/>
                </a:lnTo>
                <a:lnTo>
                  <a:pt x="675822" y="634696"/>
                </a:lnTo>
                <a:lnTo>
                  <a:pt x="576687" y="582560"/>
                </a:lnTo>
                <a:lnTo>
                  <a:pt x="478730" y="634696"/>
                </a:lnTo>
                <a:lnTo>
                  <a:pt x="381420" y="634696"/>
                </a:lnTo>
                <a:lnTo>
                  <a:pt x="527741" y="556820"/>
                </a:lnTo>
                <a:lnTo>
                  <a:pt x="335904" y="455932"/>
                </a:lnTo>
                <a:lnTo>
                  <a:pt x="166829" y="545919"/>
                </a:lnTo>
                <a:lnTo>
                  <a:pt x="335639" y="634696"/>
                </a:lnTo>
                <a:lnTo>
                  <a:pt x="237416" y="634696"/>
                </a:lnTo>
                <a:lnTo>
                  <a:pt x="118011" y="571901"/>
                </a:lnTo>
                <a:lnTo>
                  <a:pt x="26" y="634696"/>
                </a:lnTo>
                <a:lnTo>
                  <a:pt x="0" y="634696"/>
                </a:lnTo>
                <a:lnTo>
                  <a:pt x="0" y="582919"/>
                </a:lnTo>
                <a:lnTo>
                  <a:pt x="69066" y="546160"/>
                </a:lnTo>
                <a:lnTo>
                  <a:pt x="0" y="509838"/>
                </a:lnTo>
                <a:lnTo>
                  <a:pt x="0" y="458183"/>
                </a:lnTo>
                <a:lnTo>
                  <a:pt x="117883" y="520178"/>
                </a:lnTo>
                <a:lnTo>
                  <a:pt x="286959" y="430191"/>
                </a:lnTo>
                <a:lnTo>
                  <a:pt x="80825" y="321785"/>
                </a:lnTo>
                <a:lnTo>
                  <a:pt x="0" y="364803"/>
                </a:lnTo>
                <a:lnTo>
                  <a:pt x="0" y="313012"/>
                </a:lnTo>
                <a:lnTo>
                  <a:pt x="31880" y="296045"/>
                </a:lnTo>
                <a:lnTo>
                  <a:pt x="0" y="279279"/>
                </a:lnTo>
                <a:lnTo>
                  <a:pt x="0" y="227623"/>
                </a:lnTo>
                <a:lnTo>
                  <a:pt x="80698" y="270062"/>
                </a:lnTo>
                <a:lnTo>
                  <a:pt x="259380" y="174962"/>
                </a:lnTo>
                <a:lnTo>
                  <a:pt x="70093" y="75415"/>
                </a:lnTo>
                <a:lnTo>
                  <a:pt x="0" y="112721"/>
                </a:lnTo>
                <a:lnTo>
                  <a:pt x="0" y="60929"/>
                </a:lnTo>
                <a:lnTo>
                  <a:pt x="21147" y="49674"/>
                </a:lnTo>
                <a:lnTo>
                  <a:pt x="0" y="38553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1581</TotalTime>
  <Words>22</Words>
  <Application>Microsoft Macintosh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2</cp:revision>
  <dcterms:created xsi:type="dcterms:W3CDTF">2026-05-07T13:21:37Z</dcterms:created>
  <dcterms:modified xsi:type="dcterms:W3CDTF">2026-05-08T15:42:56Z</dcterms:modified>
</cp:coreProperties>
</file>