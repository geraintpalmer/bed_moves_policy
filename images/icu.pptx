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60" r:id="rId4"/>
    <p:sldId id="262" r:id="rId5"/>
    <p:sldId id="263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32"/>
    <p:restoredTop sz="95373"/>
  </p:normalViewPr>
  <p:slideViewPr>
    <p:cSldViewPr snapToGrid="0">
      <p:cViewPr>
        <p:scale>
          <a:sx n="73" d="100"/>
          <a:sy n="73" d="100"/>
        </p:scale>
        <p:origin x="180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BEB6-1903-B4BF-7D57-D57AD1BE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F4B89-E594-C0FC-FCED-F7DEFB010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BA25C-9143-3D7E-9E54-E5C421F1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D8E3-4891-3E7D-DA0C-F42A0ADBE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13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F0938-ECDA-DF2D-2F76-A82DEB32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6E0C7-AE41-3D7A-01BA-1B0CC9DF4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AD15E-E199-93B6-8FF2-8D4384C45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D4DFC-A1A4-5BE0-B3F5-1EE70B715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280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AC26B-C74D-A35E-558B-667997C54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6493E-B057-C753-3ED7-4A227D4F5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15E2-DF84-2EEF-4C1A-BEBF916C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C50B0-AA21-29D4-9D95-AF07C06ABE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2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7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2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67B37151-7E1B-ABAC-85B2-A8D6273AA92E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21C98AAB-6CA6-20DB-A41F-3B1994D7723E}"/>
                </a:ext>
              </a:extLst>
            </p:cNvPr>
            <p:cNvSpPr/>
            <p:nvPr/>
          </p:nvSpPr>
          <p:spPr>
            <a:xfrm>
              <a:off x="6241624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BC95A054-F441-EF31-B0FE-A824E31CF48E}"/>
                </a:ext>
              </a:extLst>
            </p:cNvPr>
            <p:cNvSpPr/>
            <p:nvPr/>
          </p:nvSpPr>
          <p:spPr>
            <a:xfrm>
              <a:off x="9249480" y="1158429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C0A9E794-92D6-58C9-F037-AC37A9A59019}"/>
                </a:ext>
              </a:extLst>
            </p:cNvPr>
            <p:cNvSpPr/>
            <p:nvPr/>
          </p:nvSpPr>
          <p:spPr>
            <a:xfrm>
              <a:off x="3239846" y="2073805"/>
              <a:ext cx="2667896" cy="740158"/>
            </a:xfrm>
            <a:prstGeom prst="roundRect">
              <a:avLst>
                <a:gd name="adj" fmla="val 10876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0B45577F-E9D8-9955-87C6-8CDD356067F0}"/>
                </a:ext>
              </a:extLst>
            </p:cNvPr>
            <p:cNvSpPr/>
            <p:nvPr/>
          </p:nvSpPr>
          <p:spPr>
            <a:xfrm>
              <a:off x="3233768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2942492"/>
              <a:ext cx="2667896" cy="345830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2091537"/>
              <a:ext cx="2667896" cy="4309257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2073805"/>
              <a:ext cx="2667896" cy="432698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3974373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3974373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4813462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4813462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1925641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1925641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2764730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2764730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18478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26615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14892"/>
              <a:ext cx="634696" cy="634696"/>
            </a:xfrm>
            <a:prstGeom prst="rect">
              <a:avLst/>
            </a:prstGeom>
          </p:spPr>
        </p:pic>
        <p:pic>
          <p:nvPicPr>
            <p:cNvPr id="63" name="Graphic 62" descr="Sleep with solid fill">
              <a:extLst>
                <a:ext uri="{FF2B5EF4-FFF2-40B4-BE49-F238E27FC236}">
                  <a16:creationId xmlns:a16="http://schemas.microsoft.com/office/drawing/2014/main" id="{B8E2AE39-B58E-011E-1C50-05AD2C99B1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030079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869168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4708256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5547345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190595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190595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5029684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5029684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2395383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3234472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3234472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4321078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4321078"/>
              <a:ext cx="634696" cy="634696"/>
            </a:xfrm>
            <a:prstGeom prst="rect">
              <a:avLst/>
            </a:prstGeom>
          </p:spPr>
        </p:pic>
        <p:pic>
          <p:nvPicPr>
            <p:cNvPr id="117" name="Graphic 116" descr="Sleep with solid fill">
              <a:extLst>
                <a:ext uri="{FF2B5EF4-FFF2-40B4-BE49-F238E27FC236}">
                  <a16:creationId xmlns:a16="http://schemas.microsoft.com/office/drawing/2014/main" id="{55C6267F-A4C7-4B47-6E5E-425C50DC5C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32534" y="5160167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103260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594032" y="5547344"/>
              <a:ext cx="1024569" cy="661275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62E2935-6100-EB7C-8087-4EE2E2063A44}"/>
                </a:ext>
              </a:extLst>
            </p:cNvPr>
            <p:cNvCxnSpPr>
              <a:cxnSpLocks/>
            </p:cNvCxnSpPr>
            <p:nvPr/>
          </p:nvCxnSpPr>
          <p:spPr>
            <a:xfrm>
              <a:off x="225912" y="3803847"/>
              <a:ext cx="1866864" cy="810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5577FF9-BB3E-68FD-ED66-EF09EB425FAB}"/>
                </a:ext>
              </a:extLst>
            </p:cNvPr>
            <p:cNvCxnSpPr>
              <a:cxnSpLocks/>
            </p:cNvCxnSpPr>
            <p:nvPr/>
          </p:nvCxnSpPr>
          <p:spPr>
            <a:xfrm>
              <a:off x="9267714" y="4122861"/>
              <a:ext cx="1897342" cy="0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22427-5507-8097-FC57-9EDC00D8BF7F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46" y="4690380"/>
              <a:ext cx="1866470" cy="17876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E2184ED-F722-140A-3DE8-7AA5D8CD27E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780" y="4184442"/>
              <a:ext cx="1866864" cy="2074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135155F-FDB0-DFEE-0F54-FF0D62DFCAF6}"/>
              </a:ext>
            </a:extLst>
          </p:cNvPr>
          <p:cNvGrpSpPr/>
          <p:nvPr/>
        </p:nvGrpSpPr>
        <p:grpSpPr>
          <a:xfrm>
            <a:off x="338600" y="2325510"/>
            <a:ext cx="11288930" cy="3575753"/>
            <a:chOff x="338600" y="2325510"/>
            <a:chExt cx="11288930" cy="3575753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338600" y="2325510"/>
              <a:ext cx="11288930" cy="357575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74737" y="310522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40048" y="475484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4754391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C816457-5989-DE15-CA8E-C3D23EB321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6258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519315" y="44027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558779" y="2753115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9938704" y="4402744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9938704" y="275311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913311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197511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04177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13133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25113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31293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37959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667056-453B-726E-C18F-B6650F8FA7B1}"/>
                </a:ext>
              </a:extLst>
            </p:cNvPr>
            <p:cNvSpPr txBox="1"/>
            <p:nvPr/>
          </p:nvSpPr>
          <p:spPr>
            <a:xfrm>
              <a:off x="846915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913311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197511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04177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13133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25113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31293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37959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10313631" y="463873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10338443" y="29891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3761E35C-EBFD-3737-12A0-192593EF7A58}"/>
                </a:ext>
              </a:extLst>
            </p:cNvPr>
            <p:cNvSpPr/>
            <p:nvPr/>
          </p:nvSpPr>
          <p:spPr>
            <a:xfrm>
              <a:off x="5015752" y="436105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4EAD0853-0B61-56E8-F5DF-732583AFBAA1}"/>
                </a:ext>
              </a:extLst>
            </p:cNvPr>
            <p:cNvSpPr/>
            <p:nvPr/>
          </p:nvSpPr>
          <p:spPr>
            <a:xfrm>
              <a:off x="5044867" y="2769053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BD1AB9F-99B8-489C-7E92-38C8B550159A}"/>
              </a:ext>
            </a:extLst>
          </p:cNvPr>
          <p:cNvGrpSpPr/>
          <p:nvPr/>
        </p:nvGrpSpPr>
        <p:grpSpPr>
          <a:xfrm>
            <a:off x="410218" y="1098449"/>
            <a:ext cx="11371564" cy="4907241"/>
            <a:chOff x="410218" y="1098449"/>
            <a:chExt cx="11371564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1371564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F7A5CA0-D1B4-5B79-524D-9ED242F9E643}"/>
                </a:ext>
              </a:extLst>
            </p:cNvPr>
            <p:cNvSpPr/>
            <p:nvPr/>
          </p:nvSpPr>
          <p:spPr>
            <a:xfrm>
              <a:off x="5255767" y="3614372"/>
              <a:ext cx="4305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6BC5ABA-6562-07B4-6926-71C292AA4F8B}"/>
                </a:ext>
              </a:extLst>
            </p:cNvPr>
            <p:cNvSpPr/>
            <p:nvPr/>
          </p:nvSpPr>
          <p:spPr>
            <a:xfrm>
              <a:off x="5255766" y="1367293"/>
              <a:ext cx="3360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67897" y="1373741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67897" y="363546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Bed with solid fill">
              <a:extLst>
                <a:ext uri="{FF2B5EF4-FFF2-40B4-BE49-F238E27FC236}">
                  <a16:creationId xmlns:a16="http://schemas.microsoft.com/office/drawing/2014/main" id="{1888C180-1E8E-7FD9-47D1-16C7818F5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375668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41500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550833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616665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0ED7DA9-1B7C-CB72-4D58-08F749EBFEA8}"/>
                </a:ext>
              </a:extLst>
            </p:cNvPr>
            <p:cNvSpPr txBox="1"/>
            <p:nvPr/>
          </p:nvSpPr>
          <p:spPr>
            <a:xfrm>
              <a:off x="5421537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648334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755000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863956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6574181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8792848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50409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86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507225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573057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7682390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553094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61489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768155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304123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057340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9791448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10284599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10394383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6191102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9791448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10284599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10384787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51026" y="4842814"/>
              <a:ext cx="636856" cy="6368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DA9A-4AEF-F740-D1B1-0661DC70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177F633E-11C8-3738-4634-063B4163767D}"/>
              </a:ext>
            </a:extLst>
          </p:cNvPr>
          <p:cNvGrpSpPr/>
          <p:nvPr/>
        </p:nvGrpSpPr>
        <p:grpSpPr>
          <a:xfrm>
            <a:off x="1092593" y="957790"/>
            <a:ext cx="10006814" cy="2175446"/>
            <a:chOff x="855237" y="3675232"/>
            <a:chExt cx="10006814" cy="217544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A14CC8A-CB15-2D4D-8B37-87C9F7116876}"/>
                </a:ext>
              </a:extLst>
            </p:cNvPr>
            <p:cNvSpPr/>
            <p:nvPr/>
          </p:nvSpPr>
          <p:spPr>
            <a:xfrm>
              <a:off x="855237" y="3753526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Bed with solid fill">
              <a:extLst>
                <a:ext uri="{FF2B5EF4-FFF2-40B4-BE49-F238E27FC236}">
                  <a16:creationId xmlns:a16="http://schemas.microsoft.com/office/drawing/2014/main" id="{89198DAA-3B7D-5778-B142-450548E8B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34876" y="4089112"/>
              <a:ext cx="634696" cy="634696"/>
            </a:xfrm>
            <a:prstGeom prst="rect">
              <a:avLst/>
            </a:prstGeom>
          </p:spPr>
        </p:pic>
        <p:pic>
          <p:nvPicPr>
            <p:cNvPr id="4" name="Graphic 3" descr="Sleep with solid fill">
              <a:extLst>
                <a:ext uri="{FF2B5EF4-FFF2-40B4-BE49-F238E27FC236}">
                  <a16:creationId xmlns:a16="http://schemas.microsoft.com/office/drawing/2014/main" id="{7A5F4C1E-BB6A-E4EB-CEBC-513922071D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00708" y="4089112"/>
              <a:ext cx="634696" cy="634696"/>
            </a:xfrm>
            <a:prstGeom prst="rect">
              <a:avLst/>
            </a:prstGeom>
          </p:spPr>
        </p:pic>
        <p:pic>
          <p:nvPicPr>
            <p:cNvPr id="5" name="Graphic 4" descr="Sleep with solid fill">
              <a:extLst>
                <a:ext uri="{FF2B5EF4-FFF2-40B4-BE49-F238E27FC236}">
                  <a16:creationId xmlns:a16="http://schemas.microsoft.com/office/drawing/2014/main" id="{FDE97C45-A821-4DA5-D46C-F6DE626D82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310041" y="4089112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6436BDD8-8A02-9AD0-37E2-59F6A5F485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75873" y="4089112"/>
              <a:ext cx="634696" cy="63469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A1CAFA-3829-27BF-EC04-1AC2C9820DE5}"/>
                </a:ext>
              </a:extLst>
            </p:cNvPr>
            <p:cNvSpPr txBox="1"/>
            <p:nvPr/>
          </p:nvSpPr>
          <p:spPr>
            <a:xfrm>
              <a:off x="1203324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339A65-703C-0012-3519-72D879974D34}"/>
                </a:ext>
              </a:extLst>
            </p:cNvPr>
            <p:cNvSpPr txBox="1"/>
            <p:nvPr/>
          </p:nvSpPr>
          <p:spPr>
            <a:xfrm>
              <a:off x="226512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4CF676A-908A-F2D8-3E9B-7CBE0FF46FF7}"/>
                </a:ext>
              </a:extLst>
            </p:cNvPr>
            <p:cNvSpPr txBox="1"/>
            <p:nvPr/>
          </p:nvSpPr>
          <p:spPr>
            <a:xfrm>
              <a:off x="333178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7E2F9C-CE41-FBA4-A08A-F985BBE3BBDD}"/>
                </a:ext>
              </a:extLst>
            </p:cNvPr>
            <p:cNvSpPr txBox="1"/>
            <p:nvPr/>
          </p:nvSpPr>
          <p:spPr>
            <a:xfrm>
              <a:off x="442134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1" name="Left Bracket 10">
              <a:extLst>
                <a:ext uri="{FF2B5EF4-FFF2-40B4-BE49-F238E27FC236}">
                  <a16:creationId xmlns:a16="http://schemas.microsoft.com/office/drawing/2014/main" id="{03C9E5CB-71A8-F93B-FC8D-3E86BFC6636E}"/>
                </a:ext>
              </a:extLst>
            </p:cNvPr>
            <p:cNvSpPr/>
            <p:nvPr/>
          </p:nvSpPr>
          <p:spPr>
            <a:xfrm rot="16200000">
              <a:off x="3970170" y="3705880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49CDABFC-309B-BD04-A056-C66A4804FE2F}"/>
                </a:ext>
              </a:extLst>
            </p:cNvPr>
            <p:cNvSpPr/>
            <p:nvPr/>
          </p:nvSpPr>
          <p:spPr>
            <a:xfrm rot="16200000">
              <a:off x="2336944" y="427327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Doctor male with solid fill">
              <a:extLst>
                <a:ext uri="{FF2B5EF4-FFF2-40B4-BE49-F238E27FC236}">
                  <a16:creationId xmlns:a16="http://schemas.microsoft.com/office/drawing/2014/main" id="{D7F7D628-A794-DDD3-1EC2-F6D5F9C4D5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36408" y="4959019"/>
              <a:ext cx="636856" cy="636856"/>
            </a:xfrm>
            <a:prstGeom prst="rect">
              <a:avLst/>
            </a:prstGeom>
          </p:spPr>
        </p:pic>
        <p:pic>
          <p:nvPicPr>
            <p:cNvPr id="14" name="Graphic 13" descr="Doctor female with solid fill">
              <a:extLst>
                <a:ext uri="{FF2B5EF4-FFF2-40B4-BE49-F238E27FC236}">
                  <a16:creationId xmlns:a16="http://schemas.microsoft.com/office/drawing/2014/main" id="{A426156A-4081-20CD-CCC2-46A51FA648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00708" y="4959019"/>
              <a:ext cx="636856" cy="636856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6F3DA0C-BBE8-0BC7-2C26-398576EE798D}"/>
                </a:ext>
              </a:extLst>
            </p:cNvPr>
            <p:cNvSpPr/>
            <p:nvPr/>
          </p:nvSpPr>
          <p:spPr>
            <a:xfrm>
              <a:off x="6441231" y="367523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leep with solid fill">
              <a:extLst>
                <a:ext uri="{FF2B5EF4-FFF2-40B4-BE49-F238E27FC236}">
                  <a16:creationId xmlns:a16="http://schemas.microsoft.com/office/drawing/2014/main" id="{F335BE43-8851-5AD4-6571-911072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20870" y="4010818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E3439103-DBC8-E893-AFF9-81F586587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86702" y="4010818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99C2FEA-458B-E744-FE45-91818E01D2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8896035" y="4010818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Bed with solid fill">
              <a:extLst>
                <a:ext uri="{FF2B5EF4-FFF2-40B4-BE49-F238E27FC236}">
                  <a16:creationId xmlns:a16="http://schemas.microsoft.com/office/drawing/2014/main" id="{8C4E4EB5-F427-5331-BEDB-E73245F476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961867" y="4010818"/>
              <a:ext cx="634696" cy="63469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6D3A7E-C03A-6501-BB4F-3BA1025BA944}"/>
                </a:ext>
              </a:extLst>
            </p:cNvPr>
            <p:cNvSpPr txBox="1"/>
            <p:nvPr/>
          </p:nvSpPr>
          <p:spPr>
            <a:xfrm>
              <a:off x="6789318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B9040FB-C23E-E211-5224-07EC2B3AFC44}"/>
                </a:ext>
              </a:extLst>
            </p:cNvPr>
            <p:cNvSpPr txBox="1"/>
            <p:nvPr/>
          </p:nvSpPr>
          <p:spPr>
            <a:xfrm>
              <a:off x="785112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5E2F948-003F-A991-F97D-D7EC95DEBC8B}"/>
                </a:ext>
              </a:extLst>
            </p:cNvPr>
            <p:cNvSpPr txBox="1"/>
            <p:nvPr/>
          </p:nvSpPr>
          <p:spPr>
            <a:xfrm>
              <a:off x="891778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AF3491-AF1F-3134-8947-9DE22B2707F3}"/>
                </a:ext>
              </a:extLst>
            </p:cNvPr>
            <p:cNvSpPr txBox="1"/>
            <p:nvPr/>
          </p:nvSpPr>
          <p:spPr>
            <a:xfrm>
              <a:off x="1000734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3A51DC4E-52DB-1E18-C464-A6B642BA704F}"/>
                </a:ext>
              </a:extLst>
            </p:cNvPr>
            <p:cNvSpPr/>
            <p:nvPr/>
          </p:nvSpPr>
          <p:spPr>
            <a:xfrm rot="16200000">
              <a:off x="7404037" y="3627586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2DEF8DA3-CAC7-EBF9-EA14-44CFE67142DD}"/>
                </a:ext>
              </a:extLst>
            </p:cNvPr>
            <p:cNvSpPr/>
            <p:nvPr/>
          </p:nvSpPr>
          <p:spPr>
            <a:xfrm rot="16200000">
              <a:off x="9048730" y="41949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Graphic 25" descr="Doctor male with solid fill">
              <a:extLst>
                <a:ext uri="{FF2B5EF4-FFF2-40B4-BE49-F238E27FC236}">
                  <a16:creationId xmlns:a16="http://schemas.microsoft.com/office/drawing/2014/main" id="{C0EA918C-6248-8022-85FE-4252B5CC9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316445" y="4880725"/>
              <a:ext cx="636856" cy="636856"/>
            </a:xfrm>
            <a:prstGeom prst="rect">
              <a:avLst/>
            </a:prstGeom>
          </p:spPr>
        </p:pic>
        <p:pic>
          <p:nvPicPr>
            <p:cNvPr id="27" name="Graphic 26" descr="Doctor female with solid fill">
              <a:extLst>
                <a:ext uri="{FF2B5EF4-FFF2-40B4-BE49-F238E27FC236}">
                  <a16:creationId xmlns:a16="http://schemas.microsoft.com/office/drawing/2014/main" id="{1EF3B3A6-8F8C-617D-C464-E6D8CBB3E0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83053" y="4880454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/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72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7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blipFill>
                  <a:blip r:embed="rId12"/>
                  <a:stretch>
                    <a:fillRect l="-8824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5351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7923A-A64A-7447-5203-0016D3EF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roup 213">
            <a:extLst>
              <a:ext uri="{FF2B5EF4-FFF2-40B4-BE49-F238E27FC236}">
                <a16:creationId xmlns:a16="http://schemas.microsoft.com/office/drawing/2014/main" id="{3406806A-B2F0-AF0B-E0F9-CA9B33A87237}"/>
              </a:ext>
            </a:extLst>
          </p:cNvPr>
          <p:cNvGrpSpPr/>
          <p:nvPr/>
        </p:nvGrpSpPr>
        <p:grpSpPr>
          <a:xfrm>
            <a:off x="-3835404" y="-10479"/>
            <a:ext cx="20853201" cy="8781048"/>
            <a:chOff x="-3835404" y="-10479"/>
            <a:chExt cx="20853201" cy="8781048"/>
          </a:xfrm>
        </p:grpSpPr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61F89ED9-9119-E662-712B-B7A671A387F0}"/>
                </a:ext>
              </a:extLst>
            </p:cNvPr>
            <p:cNvSpPr/>
            <p:nvPr/>
          </p:nvSpPr>
          <p:spPr>
            <a:xfrm>
              <a:off x="8940597" y="3700235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0EAA1071-5625-5587-6A42-56E972270A35}"/>
                </a:ext>
              </a:extLst>
            </p:cNvPr>
            <p:cNvSpPr/>
            <p:nvPr/>
          </p:nvSpPr>
          <p:spPr>
            <a:xfrm>
              <a:off x="-3835404" y="3717244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7175FE95-7A57-E4F8-E77E-DF2602A0BA2B}"/>
                </a:ext>
              </a:extLst>
            </p:cNvPr>
            <p:cNvSpPr/>
            <p:nvPr/>
          </p:nvSpPr>
          <p:spPr>
            <a:xfrm>
              <a:off x="5234576" y="-10479"/>
              <a:ext cx="959007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54E8CE25-7E6E-F727-0B17-7BCB16682BAA}"/>
                </a:ext>
              </a:extLst>
            </p:cNvPr>
            <p:cNvSpPr/>
            <p:nvPr/>
          </p:nvSpPr>
          <p:spPr>
            <a:xfrm>
              <a:off x="7040249" y="0"/>
              <a:ext cx="1027604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ounded Rectangle 247">
              <a:extLst>
                <a:ext uri="{FF2B5EF4-FFF2-40B4-BE49-F238E27FC236}">
                  <a16:creationId xmlns:a16="http://schemas.microsoft.com/office/drawing/2014/main" id="{BAAB3F55-0282-BDD5-F488-5EA42E12816F}"/>
                </a:ext>
              </a:extLst>
            </p:cNvPr>
            <p:cNvSpPr/>
            <p:nvPr/>
          </p:nvSpPr>
          <p:spPr>
            <a:xfrm>
              <a:off x="2524898" y="33909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>
              <a:extLst>
                <a:ext uri="{FF2B5EF4-FFF2-40B4-BE49-F238E27FC236}">
                  <a16:creationId xmlns:a16="http://schemas.microsoft.com/office/drawing/2014/main" id="{7A02F870-0B88-DB00-ADBB-6C43903FE80A}"/>
                </a:ext>
              </a:extLst>
            </p:cNvPr>
            <p:cNvSpPr/>
            <p:nvPr/>
          </p:nvSpPr>
          <p:spPr>
            <a:xfrm>
              <a:off x="7010986" y="35503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ounded Rectangle 276">
              <a:extLst>
                <a:ext uri="{FF2B5EF4-FFF2-40B4-BE49-F238E27FC236}">
                  <a16:creationId xmlns:a16="http://schemas.microsoft.com/office/drawing/2014/main" id="{971150EC-FFA1-541A-EBA3-11E7F725F6CE}"/>
                </a:ext>
              </a:extLst>
            </p:cNvPr>
            <p:cNvSpPr/>
            <p:nvPr/>
          </p:nvSpPr>
          <p:spPr>
            <a:xfrm>
              <a:off x="-3622691" y="396621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ounded Rectangle 284">
              <a:extLst>
                <a:ext uri="{FF2B5EF4-FFF2-40B4-BE49-F238E27FC236}">
                  <a16:creationId xmlns:a16="http://schemas.microsoft.com/office/drawing/2014/main" id="{5E95108E-FF31-B567-B4D2-6C30A149F62F}"/>
                </a:ext>
              </a:extLst>
            </p:cNvPr>
            <p:cNvSpPr/>
            <p:nvPr/>
          </p:nvSpPr>
          <p:spPr>
            <a:xfrm>
              <a:off x="863397" y="398215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ounded Rectangle 292">
              <a:extLst>
                <a:ext uri="{FF2B5EF4-FFF2-40B4-BE49-F238E27FC236}">
                  <a16:creationId xmlns:a16="http://schemas.microsoft.com/office/drawing/2014/main" id="{A784976C-518F-FCC3-2A5C-EC819D5E2FE9}"/>
                </a:ext>
              </a:extLst>
            </p:cNvPr>
            <p:cNvSpPr/>
            <p:nvPr/>
          </p:nvSpPr>
          <p:spPr>
            <a:xfrm>
              <a:off x="9142940" y="391436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ounded Rectangle 300">
              <a:extLst>
                <a:ext uri="{FF2B5EF4-FFF2-40B4-BE49-F238E27FC236}">
                  <a16:creationId xmlns:a16="http://schemas.microsoft.com/office/drawing/2014/main" id="{A623A268-B9AB-9E8E-BDB7-D1DB93E73FB8}"/>
                </a:ext>
              </a:extLst>
            </p:cNvPr>
            <p:cNvSpPr/>
            <p:nvPr/>
          </p:nvSpPr>
          <p:spPr>
            <a:xfrm>
              <a:off x="13629028" y="3930304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0" name="Graphic 239" descr="Sleep with solid fill">
              <a:extLst>
                <a:ext uri="{FF2B5EF4-FFF2-40B4-BE49-F238E27FC236}">
                  <a16:creationId xmlns:a16="http://schemas.microsoft.com/office/drawing/2014/main" id="{3CD1EC67-F57D-92F8-5DE2-7ABA01A3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810982" y="696621"/>
              <a:ext cx="634696" cy="634696"/>
            </a:xfrm>
            <a:prstGeom prst="rect">
              <a:avLst/>
            </a:prstGeom>
          </p:spPr>
        </p:pic>
        <p:pic>
          <p:nvPicPr>
            <p:cNvPr id="241" name="Graphic 240" descr="Bed with solid fill">
              <a:extLst>
                <a:ext uri="{FF2B5EF4-FFF2-40B4-BE49-F238E27FC236}">
                  <a16:creationId xmlns:a16="http://schemas.microsoft.com/office/drawing/2014/main" id="{6695471A-D6A9-D1D1-0115-D8B3C2ADF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876814" y="696621"/>
              <a:ext cx="634696" cy="634696"/>
            </a:xfrm>
            <a:prstGeom prst="rect">
              <a:avLst/>
            </a:prstGeom>
          </p:spPr>
        </p:pic>
        <p:pic>
          <p:nvPicPr>
            <p:cNvPr id="242" name="Graphic 241" descr="Bed with solid fill">
              <a:extLst>
                <a:ext uri="{FF2B5EF4-FFF2-40B4-BE49-F238E27FC236}">
                  <a16:creationId xmlns:a16="http://schemas.microsoft.com/office/drawing/2014/main" id="{0264FEF3-D28E-0981-9CCE-2AA9F871C9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986147" y="696621"/>
              <a:ext cx="634696" cy="634696"/>
            </a:xfrm>
            <a:prstGeom prst="rect">
              <a:avLst/>
            </a:prstGeom>
          </p:spPr>
        </p:pic>
        <p:pic>
          <p:nvPicPr>
            <p:cNvPr id="243" name="Graphic 242" descr="Sleep with solid fill">
              <a:extLst>
                <a:ext uri="{FF2B5EF4-FFF2-40B4-BE49-F238E27FC236}">
                  <a16:creationId xmlns:a16="http://schemas.microsoft.com/office/drawing/2014/main" id="{852EF58C-A25F-A08D-7FC1-4CFE7D8566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51979" y="696621"/>
              <a:ext cx="634696" cy="634696"/>
            </a:xfrm>
            <a:prstGeom prst="rect">
              <a:avLst/>
            </a:prstGeom>
          </p:spPr>
        </p:pic>
        <p:pic>
          <p:nvPicPr>
            <p:cNvPr id="244" name="Graphic 243" descr="Bed with solid fill">
              <a:extLst>
                <a:ext uri="{FF2B5EF4-FFF2-40B4-BE49-F238E27FC236}">
                  <a16:creationId xmlns:a16="http://schemas.microsoft.com/office/drawing/2014/main" id="{4B20BE29-DA3F-0E0C-6A1C-67527BD12A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71380" y="696621"/>
              <a:ext cx="634696" cy="634696"/>
            </a:xfrm>
            <a:prstGeom prst="rect">
              <a:avLst/>
            </a:prstGeom>
          </p:spPr>
        </p:pic>
        <p:pic>
          <p:nvPicPr>
            <p:cNvPr id="245" name="Graphic 244" descr="Sleep with solid fill">
              <a:extLst>
                <a:ext uri="{FF2B5EF4-FFF2-40B4-BE49-F238E27FC236}">
                  <a16:creationId xmlns:a16="http://schemas.microsoft.com/office/drawing/2014/main" id="{A52BDAD3-361C-1463-7E67-57050A94F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8237212" y="696621"/>
              <a:ext cx="634696" cy="634696"/>
            </a:xfrm>
            <a:prstGeom prst="rect">
              <a:avLst/>
            </a:prstGeom>
          </p:spPr>
        </p:pic>
        <p:pic>
          <p:nvPicPr>
            <p:cNvPr id="246" name="Graphic 245" descr="Bed with solid fill">
              <a:extLst>
                <a:ext uri="{FF2B5EF4-FFF2-40B4-BE49-F238E27FC236}">
                  <a16:creationId xmlns:a16="http://schemas.microsoft.com/office/drawing/2014/main" id="{974DDC70-6CF2-410F-B25B-2AFD0038F8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346545" y="696621"/>
              <a:ext cx="634696" cy="634696"/>
            </a:xfrm>
            <a:prstGeom prst="rect">
              <a:avLst/>
            </a:prstGeom>
          </p:spPr>
        </p:pic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B3FD82C9-05B8-E3C9-B9B4-B0259BB9BEEE}"/>
                </a:ext>
              </a:extLst>
            </p:cNvPr>
            <p:cNvSpPr txBox="1"/>
            <p:nvPr/>
          </p:nvSpPr>
          <p:spPr>
            <a:xfrm>
              <a:off x="2879430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D393BF82-C0FA-9BC9-12B9-5A4E06DF7C10}"/>
                </a:ext>
              </a:extLst>
            </p:cNvPr>
            <p:cNvSpPr txBox="1"/>
            <p:nvPr/>
          </p:nvSpPr>
          <p:spPr>
            <a:xfrm>
              <a:off x="394123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201AF27-DA83-14E9-C51A-E05979D3C19D}"/>
                </a:ext>
              </a:extLst>
            </p:cNvPr>
            <p:cNvSpPr txBox="1"/>
            <p:nvPr/>
          </p:nvSpPr>
          <p:spPr>
            <a:xfrm>
              <a:off x="500789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A90B992C-EF65-76BF-1DCD-EF0CC49AD157}"/>
                </a:ext>
              </a:extLst>
            </p:cNvPr>
            <p:cNvSpPr txBox="1"/>
            <p:nvPr/>
          </p:nvSpPr>
          <p:spPr>
            <a:xfrm>
              <a:off x="609745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0D523EF9-91C4-036C-795C-1B026539243D}"/>
                </a:ext>
              </a:extLst>
            </p:cNvPr>
            <p:cNvSpPr txBox="1"/>
            <p:nvPr/>
          </p:nvSpPr>
          <p:spPr>
            <a:xfrm>
              <a:off x="7217249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B986ABA0-3C51-185E-C11A-8592C652D434}"/>
                </a:ext>
              </a:extLst>
            </p:cNvPr>
            <p:cNvSpPr txBox="1"/>
            <p:nvPr/>
          </p:nvSpPr>
          <p:spPr>
            <a:xfrm>
              <a:off x="827905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3F96256B-50FF-AD69-8DD0-E0CBBFDA869A}"/>
                </a:ext>
              </a:extLst>
            </p:cNvPr>
            <p:cNvSpPr txBox="1"/>
            <p:nvPr/>
          </p:nvSpPr>
          <p:spPr>
            <a:xfrm>
              <a:off x="934571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pic>
          <p:nvPicPr>
            <p:cNvPr id="270" name="Graphic 269" descr="Sleep with solid fill">
              <a:extLst>
                <a:ext uri="{FF2B5EF4-FFF2-40B4-BE49-F238E27FC236}">
                  <a16:creationId xmlns:a16="http://schemas.microsoft.com/office/drawing/2014/main" id="{28E915A9-6EF2-9344-3A9E-E49066F3D2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3336607" y="4323741"/>
              <a:ext cx="634696" cy="634696"/>
            </a:xfrm>
            <a:prstGeom prst="rect">
              <a:avLst/>
            </a:prstGeom>
          </p:spPr>
        </p:pic>
        <p:pic>
          <p:nvPicPr>
            <p:cNvPr id="271" name="Graphic 270" descr="Bed with solid fill">
              <a:extLst>
                <a:ext uri="{FF2B5EF4-FFF2-40B4-BE49-F238E27FC236}">
                  <a16:creationId xmlns:a16="http://schemas.microsoft.com/office/drawing/2014/main" id="{3AD02126-D26D-185E-5798-D738A30FA3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4323741"/>
              <a:ext cx="634696" cy="634696"/>
            </a:xfrm>
            <a:prstGeom prst="rect">
              <a:avLst/>
            </a:prstGeom>
          </p:spPr>
        </p:pic>
        <p:pic>
          <p:nvPicPr>
            <p:cNvPr id="272" name="Graphic 271" descr="Bed with solid fill">
              <a:extLst>
                <a:ext uri="{FF2B5EF4-FFF2-40B4-BE49-F238E27FC236}">
                  <a16:creationId xmlns:a16="http://schemas.microsoft.com/office/drawing/2014/main" id="{008EDC99-941D-828B-8EC7-38AD475AAC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4323741"/>
              <a:ext cx="634696" cy="634696"/>
            </a:xfrm>
            <a:prstGeom prst="rect">
              <a:avLst/>
            </a:prstGeom>
          </p:spPr>
        </p:pic>
        <p:pic>
          <p:nvPicPr>
            <p:cNvPr id="273" name="Graphic 272" descr="Sleep with solid fill">
              <a:extLst>
                <a:ext uri="{FF2B5EF4-FFF2-40B4-BE49-F238E27FC236}">
                  <a16:creationId xmlns:a16="http://schemas.microsoft.com/office/drawing/2014/main" id="{618EE3C0-CE81-31EA-64F9-B925DF4F6F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95610" y="4323741"/>
              <a:ext cx="634696" cy="634696"/>
            </a:xfrm>
            <a:prstGeom prst="rect">
              <a:avLst/>
            </a:prstGeom>
          </p:spPr>
        </p:pic>
        <p:pic>
          <p:nvPicPr>
            <p:cNvPr id="274" name="Graphic 273" descr="Sleep with solid fill">
              <a:extLst>
                <a:ext uri="{FF2B5EF4-FFF2-40B4-BE49-F238E27FC236}">
                  <a16:creationId xmlns:a16="http://schemas.microsoft.com/office/drawing/2014/main" id="{E2319643-9C7D-41EB-D781-DC62162292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4323741"/>
              <a:ext cx="634696" cy="634696"/>
            </a:xfrm>
            <a:prstGeom prst="rect">
              <a:avLst/>
            </a:prstGeom>
          </p:spPr>
        </p:pic>
        <p:pic>
          <p:nvPicPr>
            <p:cNvPr id="275" name="Graphic 274" descr="Sleep with solid fill">
              <a:extLst>
                <a:ext uri="{FF2B5EF4-FFF2-40B4-BE49-F238E27FC236}">
                  <a16:creationId xmlns:a16="http://schemas.microsoft.com/office/drawing/2014/main" id="{26D8135D-81D4-0CCD-8ADB-A31CD6CD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4323741"/>
              <a:ext cx="634696" cy="634696"/>
            </a:xfrm>
            <a:prstGeom prst="rect">
              <a:avLst/>
            </a:prstGeom>
          </p:spPr>
        </p:pic>
        <p:pic>
          <p:nvPicPr>
            <p:cNvPr id="276" name="Graphic 275" descr="Bed with solid fill">
              <a:extLst>
                <a:ext uri="{FF2B5EF4-FFF2-40B4-BE49-F238E27FC236}">
                  <a16:creationId xmlns:a16="http://schemas.microsoft.com/office/drawing/2014/main" id="{A6838EC2-96B2-7C1D-D399-403B6DDFB8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4323741"/>
              <a:ext cx="634696" cy="634696"/>
            </a:xfrm>
            <a:prstGeom prst="rect">
              <a:avLst/>
            </a:prstGeom>
          </p:spPr>
        </p:pic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B0EF4F86-F836-2A56-EE07-F00D75EA979A}"/>
                </a:ext>
              </a:extLst>
            </p:cNvPr>
            <p:cNvSpPr txBox="1"/>
            <p:nvPr/>
          </p:nvSpPr>
          <p:spPr>
            <a:xfrm>
              <a:off x="-3268159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8365E4F-02F6-B925-29B8-A37830051D8E}"/>
                </a:ext>
              </a:extLst>
            </p:cNvPr>
            <p:cNvSpPr txBox="1"/>
            <p:nvPr/>
          </p:nvSpPr>
          <p:spPr>
            <a:xfrm>
              <a:off x="-220635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5DA25A8D-CFB6-115E-A353-50E967445F82}"/>
                </a:ext>
              </a:extLst>
            </p:cNvPr>
            <p:cNvSpPr txBox="1"/>
            <p:nvPr/>
          </p:nvSpPr>
          <p:spPr>
            <a:xfrm>
              <a:off x="-113969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A4EF2EC-0A95-302A-BBB9-A51FAD9CF522}"/>
                </a:ext>
              </a:extLst>
            </p:cNvPr>
            <p:cNvSpPr txBox="1"/>
            <p:nvPr/>
          </p:nvSpPr>
          <p:spPr>
            <a:xfrm>
              <a:off x="-5013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822F892A-50D6-795D-12D6-FC95AECF9B70}"/>
                </a:ext>
              </a:extLst>
            </p:cNvPr>
            <p:cNvSpPr txBox="1"/>
            <p:nvPr/>
          </p:nvSpPr>
          <p:spPr>
            <a:xfrm>
              <a:off x="1069660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AFB4511-048E-A6B6-C284-7FBA3D93BE79}"/>
                </a:ext>
              </a:extLst>
            </p:cNvPr>
            <p:cNvSpPr txBox="1"/>
            <p:nvPr/>
          </p:nvSpPr>
          <p:spPr>
            <a:xfrm>
              <a:off x="213146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88789750-A545-16E4-C7F6-B61CA1047C82}"/>
                </a:ext>
              </a:extLst>
            </p:cNvPr>
            <p:cNvSpPr txBox="1"/>
            <p:nvPr/>
          </p:nvSpPr>
          <p:spPr>
            <a:xfrm>
              <a:off x="319812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pic>
          <p:nvPicPr>
            <p:cNvPr id="286" name="Graphic 285" descr="Sleep with solid fill">
              <a:extLst>
                <a:ext uri="{FF2B5EF4-FFF2-40B4-BE49-F238E27FC236}">
                  <a16:creationId xmlns:a16="http://schemas.microsoft.com/office/drawing/2014/main" id="{41DAC4C4-2D35-0E38-BB92-C52D09DDF2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429024" y="4271888"/>
              <a:ext cx="634696" cy="634696"/>
            </a:xfrm>
            <a:prstGeom prst="rect">
              <a:avLst/>
            </a:prstGeom>
          </p:spPr>
        </p:pic>
        <p:pic>
          <p:nvPicPr>
            <p:cNvPr id="287" name="Graphic 286" descr="Bed with solid fill">
              <a:extLst>
                <a:ext uri="{FF2B5EF4-FFF2-40B4-BE49-F238E27FC236}">
                  <a16:creationId xmlns:a16="http://schemas.microsoft.com/office/drawing/2014/main" id="{AB69509D-7147-3BF4-217F-AA9BD3D72C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4271888"/>
              <a:ext cx="634696" cy="634696"/>
            </a:xfrm>
            <a:prstGeom prst="rect">
              <a:avLst/>
            </a:prstGeom>
          </p:spPr>
        </p:pic>
        <p:pic>
          <p:nvPicPr>
            <p:cNvPr id="288" name="Graphic 287" descr="Bed with solid fill">
              <a:extLst>
                <a:ext uri="{FF2B5EF4-FFF2-40B4-BE49-F238E27FC236}">
                  <a16:creationId xmlns:a16="http://schemas.microsoft.com/office/drawing/2014/main" id="{BFCAA446-8094-F6CF-3880-6B4AC90309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4271888"/>
              <a:ext cx="634696" cy="634696"/>
            </a:xfrm>
            <a:prstGeom prst="rect">
              <a:avLst/>
            </a:prstGeom>
          </p:spPr>
        </p:pic>
        <p:pic>
          <p:nvPicPr>
            <p:cNvPr id="289" name="Graphic 288" descr="Sleep with solid fill">
              <a:extLst>
                <a:ext uri="{FF2B5EF4-FFF2-40B4-BE49-F238E27FC236}">
                  <a16:creationId xmlns:a16="http://schemas.microsoft.com/office/drawing/2014/main" id="{05862317-3920-C436-14DB-DF29141F48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2670021" y="4271888"/>
              <a:ext cx="634696" cy="634696"/>
            </a:xfrm>
            <a:prstGeom prst="rect">
              <a:avLst/>
            </a:prstGeom>
          </p:spPr>
        </p:pic>
        <p:pic>
          <p:nvPicPr>
            <p:cNvPr id="290" name="Graphic 289" descr="Bed with solid fill">
              <a:extLst>
                <a:ext uri="{FF2B5EF4-FFF2-40B4-BE49-F238E27FC236}">
                  <a16:creationId xmlns:a16="http://schemas.microsoft.com/office/drawing/2014/main" id="{6F291145-7E91-9D86-6C7B-3E0B966710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4271888"/>
              <a:ext cx="634696" cy="634696"/>
            </a:xfrm>
            <a:prstGeom prst="rect">
              <a:avLst/>
            </a:prstGeom>
          </p:spPr>
        </p:pic>
        <p:pic>
          <p:nvPicPr>
            <p:cNvPr id="291" name="Graphic 290" descr="Sleep with solid fill">
              <a:extLst>
                <a:ext uri="{FF2B5EF4-FFF2-40B4-BE49-F238E27FC236}">
                  <a16:creationId xmlns:a16="http://schemas.microsoft.com/office/drawing/2014/main" id="{29801570-734E-FFD7-ADFD-8ABC0B626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4271888"/>
              <a:ext cx="634696" cy="634696"/>
            </a:xfrm>
            <a:prstGeom prst="rect">
              <a:avLst/>
            </a:prstGeom>
          </p:spPr>
        </p:pic>
        <p:pic>
          <p:nvPicPr>
            <p:cNvPr id="292" name="Graphic 291" descr="Sleep with solid fill">
              <a:extLst>
                <a:ext uri="{FF2B5EF4-FFF2-40B4-BE49-F238E27FC236}">
                  <a16:creationId xmlns:a16="http://schemas.microsoft.com/office/drawing/2014/main" id="{96CF86F5-C9AC-B702-B7EE-0B5A9C430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4271888"/>
              <a:ext cx="634696" cy="634696"/>
            </a:xfrm>
            <a:prstGeom prst="rect">
              <a:avLst/>
            </a:prstGeom>
          </p:spPr>
        </p:pic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E4F45338-0124-C328-F687-2EF60A1D6D5B}"/>
                </a:ext>
              </a:extLst>
            </p:cNvPr>
            <p:cNvSpPr txBox="1"/>
            <p:nvPr/>
          </p:nvSpPr>
          <p:spPr>
            <a:xfrm>
              <a:off x="9497472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7881DA7-4F8F-1A1C-11BB-959818467CCD}"/>
                </a:ext>
              </a:extLst>
            </p:cNvPr>
            <p:cNvSpPr txBox="1"/>
            <p:nvPr/>
          </p:nvSpPr>
          <p:spPr>
            <a:xfrm>
              <a:off x="1055927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2C8151D-9672-9457-E681-B8A5A402647F}"/>
                </a:ext>
              </a:extLst>
            </p:cNvPr>
            <p:cNvSpPr txBox="1"/>
            <p:nvPr/>
          </p:nvSpPr>
          <p:spPr>
            <a:xfrm>
              <a:off x="1162593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A0222E8-9FB4-C559-C8E7-5052D81977D8}"/>
                </a:ext>
              </a:extLst>
            </p:cNvPr>
            <p:cNvSpPr txBox="1"/>
            <p:nvPr/>
          </p:nvSpPr>
          <p:spPr>
            <a:xfrm>
              <a:off x="1271549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DBC210EE-4FD5-6956-C91F-FCEE52A950FC}"/>
                </a:ext>
              </a:extLst>
            </p:cNvPr>
            <p:cNvSpPr txBox="1"/>
            <p:nvPr/>
          </p:nvSpPr>
          <p:spPr>
            <a:xfrm>
              <a:off x="13835291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A4EB08A-BE4C-9DD9-5183-0CB1D923EC6C}"/>
                </a:ext>
              </a:extLst>
            </p:cNvPr>
            <p:cNvSpPr txBox="1"/>
            <p:nvPr/>
          </p:nvSpPr>
          <p:spPr>
            <a:xfrm>
              <a:off x="1489709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9FC043E2-D286-4FCD-FE0B-B9D4F043E80A}"/>
                </a:ext>
              </a:extLst>
            </p:cNvPr>
            <p:cNvSpPr txBox="1"/>
            <p:nvPr/>
          </p:nvSpPr>
          <p:spPr>
            <a:xfrm>
              <a:off x="1596375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cxnSp>
          <p:nvCxnSpPr>
            <p:cNvPr id="370" name="Curved Connector 369">
              <a:extLst>
                <a:ext uri="{FF2B5EF4-FFF2-40B4-BE49-F238E27FC236}">
                  <a16:creationId xmlns:a16="http://schemas.microsoft.com/office/drawing/2014/main" id="{F770DA12-8A00-8462-2276-77838D5C4159}"/>
                </a:ext>
              </a:extLst>
            </p:cNvPr>
            <p:cNvCxnSpPr>
              <a:cxnSpLocks/>
              <a:stCxn id="367" idx="2"/>
              <a:endCxn id="338" idx="0"/>
            </p:cNvCxnSpPr>
            <p:nvPr/>
          </p:nvCxnSpPr>
          <p:spPr>
            <a:xfrm rot="5400000">
              <a:off x="2034577" y="37740"/>
              <a:ext cx="1848123" cy="5510884"/>
            </a:xfrm>
            <a:prstGeom prst="curvedConnector3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Curved Connector 370">
              <a:extLst>
                <a:ext uri="{FF2B5EF4-FFF2-40B4-BE49-F238E27FC236}">
                  <a16:creationId xmlns:a16="http://schemas.microsoft.com/office/drawing/2014/main" id="{CE1E082B-E486-D051-28C0-4A74130CC283}"/>
                </a:ext>
              </a:extLst>
            </p:cNvPr>
            <p:cNvCxnSpPr>
              <a:cxnSpLocks/>
              <a:stCxn id="368" idx="2"/>
              <a:endCxn id="337" idx="0"/>
            </p:cNvCxnSpPr>
            <p:nvPr/>
          </p:nvCxnSpPr>
          <p:spPr>
            <a:xfrm rot="16200000" flipH="1">
              <a:off x="9356307" y="77344"/>
              <a:ext cx="1820635" cy="5425146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D42B1870-1611-E601-8405-D1736C1AEC3D}"/>
                </a:ext>
              </a:extLst>
            </p:cNvPr>
            <p:cNvSpPr txBox="1"/>
            <p:nvPr/>
          </p:nvSpPr>
          <p:spPr>
            <a:xfrm>
              <a:off x="1982194" y="3286217"/>
              <a:ext cx="234872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1</a:t>
              </a:r>
              <a:r>
                <a:rPr lang="en-US" sz="3600" dirty="0"/>
                <a:t> = (8, 12)</a:t>
              </a:r>
            </a:p>
          </p:txBody>
        </p:sp>
        <p:sp>
          <p:nvSpPr>
            <p:cNvPr id="396" name="TextBox 395">
              <a:extLst>
                <a:ext uri="{FF2B5EF4-FFF2-40B4-BE49-F238E27FC236}">
                  <a16:creationId xmlns:a16="http://schemas.microsoft.com/office/drawing/2014/main" id="{CD121AEC-29B3-4495-0A8D-29E77A1E758F}"/>
                </a:ext>
              </a:extLst>
            </p:cNvPr>
            <p:cNvSpPr txBox="1"/>
            <p:nvPr/>
          </p:nvSpPr>
          <p:spPr>
            <a:xfrm>
              <a:off x="9142940" y="3217629"/>
              <a:ext cx="234872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2</a:t>
              </a:r>
              <a:r>
                <a:rPr lang="en-US" sz="3600" dirty="0"/>
                <a:t> = (8, 14)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30B8588-25CF-61FB-1F5B-B6632B15CBE6}"/>
                </a:ext>
              </a:extLst>
            </p:cNvPr>
            <p:cNvSpPr/>
            <p:nvPr/>
          </p:nvSpPr>
          <p:spPr>
            <a:xfrm>
              <a:off x="8940597" y="6873960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FAC7EC-1F86-4B30-1886-9FA980865E92}"/>
                </a:ext>
              </a:extLst>
            </p:cNvPr>
            <p:cNvSpPr/>
            <p:nvPr/>
          </p:nvSpPr>
          <p:spPr>
            <a:xfrm>
              <a:off x="-3835404" y="6890969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1F13F6E-8662-0D86-6085-1CC04FFE56E8}"/>
                </a:ext>
              </a:extLst>
            </p:cNvPr>
            <p:cNvSpPr/>
            <p:nvPr/>
          </p:nvSpPr>
          <p:spPr>
            <a:xfrm>
              <a:off x="-3622691" y="71399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F11D298-7FFE-FC0B-69C9-FFB66589884A}"/>
                </a:ext>
              </a:extLst>
            </p:cNvPr>
            <p:cNvSpPr/>
            <p:nvPr/>
          </p:nvSpPr>
          <p:spPr>
            <a:xfrm>
              <a:off x="863397" y="7155882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79A09BF7-CC16-4488-9D1B-7CA247000293}"/>
                </a:ext>
              </a:extLst>
            </p:cNvPr>
            <p:cNvSpPr/>
            <p:nvPr/>
          </p:nvSpPr>
          <p:spPr>
            <a:xfrm>
              <a:off x="9142940" y="7088091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F0CB1A9-6609-4E2B-C91F-C8EF98BE1D0F}"/>
                </a:ext>
              </a:extLst>
            </p:cNvPr>
            <p:cNvSpPr/>
            <p:nvPr/>
          </p:nvSpPr>
          <p:spPr>
            <a:xfrm>
              <a:off x="13629028" y="7104029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phic 39" descr="Sleep with solid fill">
              <a:extLst>
                <a:ext uri="{FF2B5EF4-FFF2-40B4-BE49-F238E27FC236}">
                  <a16:creationId xmlns:a16="http://schemas.microsoft.com/office/drawing/2014/main" id="{3FD3F3DF-EC35-BF7E-52F5-70B53C559C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3336607" y="7497466"/>
              <a:ext cx="634696" cy="634696"/>
            </a:xfrm>
            <a:prstGeom prst="rect">
              <a:avLst/>
            </a:prstGeom>
          </p:spPr>
        </p:pic>
        <p:pic>
          <p:nvPicPr>
            <p:cNvPr id="41" name="Graphic 40" descr="Bed with solid fill">
              <a:extLst>
                <a:ext uri="{FF2B5EF4-FFF2-40B4-BE49-F238E27FC236}">
                  <a16:creationId xmlns:a16="http://schemas.microsoft.com/office/drawing/2014/main" id="{1D5B883A-FE74-392D-FBB5-A9C04AD417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7497466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Bed with solid fill">
              <a:extLst>
                <a:ext uri="{FF2B5EF4-FFF2-40B4-BE49-F238E27FC236}">
                  <a16:creationId xmlns:a16="http://schemas.microsoft.com/office/drawing/2014/main" id="{94E7CF52-8659-F4E8-F810-0C3E208394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7497466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9BA5B86D-2701-52D1-91BC-2BB07D4B70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95610" y="7497466"/>
              <a:ext cx="634696" cy="634696"/>
            </a:xfrm>
            <a:prstGeom prst="rect">
              <a:avLst/>
            </a:prstGeom>
          </p:spPr>
        </p:pic>
        <p:pic>
          <p:nvPicPr>
            <p:cNvPr id="44" name="Graphic 43" descr="Sleep with solid fill">
              <a:extLst>
                <a:ext uri="{FF2B5EF4-FFF2-40B4-BE49-F238E27FC236}">
                  <a16:creationId xmlns:a16="http://schemas.microsoft.com/office/drawing/2014/main" id="{52872C34-C780-5EF1-D9E1-B68BBC7A90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7497466"/>
              <a:ext cx="634696" cy="634696"/>
            </a:xfrm>
            <a:prstGeom prst="rect">
              <a:avLst/>
            </a:prstGeom>
          </p:spPr>
        </p:pic>
        <p:pic>
          <p:nvPicPr>
            <p:cNvPr id="45" name="Graphic 44" descr="Sleep with solid fill">
              <a:extLst>
                <a:ext uri="{FF2B5EF4-FFF2-40B4-BE49-F238E27FC236}">
                  <a16:creationId xmlns:a16="http://schemas.microsoft.com/office/drawing/2014/main" id="{23F908CB-7C04-A562-0AAC-0C3A966BB3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7497466"/>
              <a:ext cx="634696" cy="634696"/>
            </a:xfrm>
            <a:prstGeom prst="rect">
              <a:avLst/>
            </a:prstGeom>
          </p:spPr>
        </p:pic>
        <p:pic>
          <p:nvPicPr>
            <p:cNvPr id="46" name="Graphic 45" descr="Bed with solid fill">
              <a:extLst>
                <a:ext uri="{FF2B5EF4-FFF2-40B4-BE49-F238E27FC236}">
                  <a16:creationId xmlns:a16="http://schemas.microsoft.com/office/drawing/2014/main" id="{BA1F1768-A68F-F83F-A992-48193C3E96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7497466"/>
              <a:ext cx="634696" cy="634696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75FD452-5A57-0D1E-E5D7-465403E7D40D}"/>
                </a:ext>
              </a:extLst>
            </p:cNvPr>
            <p:cNvSpPr txBox="1"/>
            <p:nvPr/>
          </p:nvSpPr>
          <p:spPr>
            <a:xfrm>
              <a:off x="-3268159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819CC8B-0B1F-D91F-DB13-C838EA5352E9}"/>
                </a:ext>
              </a:extLst>
            </p:cNvPr>
            <p:cNvSpPr txBox="1"/>
            <p:nvPr/>
          </p:nvSpPr>
          <p:spPr>
            <a:xfrm>
              <a:off x="-220635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51E530C-FA7B-2D1C-ED5F-251652F395E4}"/>
                </a:ext>
              </a:extLst>
            </p:cNvPr>
            <p:cNvSpPr txBox="1"/>
            <p:nvPr/>
          </p:nvSpPr>
          <p:spPr>
            <a:xfrm>
              <a:off x="-113969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D6B108B-53A5-CCDB-34B1-9ADC26A19E3A}"/>
                </a:ext>
              </a:extLst>
            </p:cNvPr>
            <p:cNvSpPr txBox="1"/>
            <p:nvPr/>
          </p:nvSpPr>
          <p:spPr>
            <a:xfrm>
              <a:off x="-5013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D0AF88-E7D2-DDF5-ACF9-52F67DC57843}"/>
                </a:ext>
              </a:extLst>
            </p:cNvPr>
            <p:cNvSpPr txBox="1"/>
            <p:nvPr/>
          </p:nvSpPr>
          <p:spPr>
            <a:xfrm>
              <a:off x="1069660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EC96440-920E-7E19-B83B-07D92AED55A8}"/>
                </a:ext>
              </a:extLst>
            </p:cNvPr>
            <p:cNvSpPr txBox="1"/>
            <p:nvPr/>
          </p:nvSpPr>
          <p:spPr>
            <a:xfrm>
              <a:off x="213146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F5270D2-4E22-64EB-5D0E-B53244FBB615}"/>
                </a:ext>
              </a:extLst>
            </p:cNvPr>
            <p:cNvSpPr txBox="1"/>
            <p:nvPr/>
          </p:nvSpPr>
          <p:spPr>
            <a:xfrm>
              <a:off x="319812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pic>
          <p:nvPicPr>
            <p:cNvPr id="54" name="Graphic 53" descr="Sleep with solid fill">
              <a:extLst>
                <a:ext uri="{FF2B5EF4-FFF2-40B4-BE49-F238E27FC236}">
                  <a16:creationId xmlns:a16="http://schemas.microsoft.com/office/drawing/2014/main" id="{D81CE0E0-F7F6-910F-6DAB-2B0BA47E5F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29024" y="7445613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Bed with solid fill">
              <a:extLst>
                <a:ext uri="{FF2B5EF4-FFF2-40B4-BE49-F238E27FC236}">
                  <a16:creationId xmlns:a16="http://schemas.microsoft.com/office/drawing/2014/main" id="{5E835762-C89F-E172-FFD9-DC3E7D9B6F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7445613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Bed with solid fill">
              <a:extLst>
                <a:ext uri="{FF2B5EF4-FFF2-40B4-BE49-F238E27FC236}">
                  <a16:creationId xmlns:a16="http://schemas.microsoft.com/office/drawing/2014/main" id="{3CDD0F15-94CE-CD33-1276-871AD2409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7445613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484C7BB8-1C0D-3CD0-CE82-FE9B10D7DA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2670021" y="7445613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Bed with solid fill">
              <a:extLst>
                <a:ext uri="{FF2B5EF4-FFF2-40B4-BE49-F238E27FC236}">
                  <a16:creationId xmlns:a16="http://schemas.microsoft.com/office/drawing/2014/main" id="{84F080ED-3402-76B2-481F-D8C73551F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7445613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636A7A96-BB66-E4B8-B9EE-FBF40512C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7445613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0B6AD558-483F-DD21-0A0B-64486DDAFB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7445613"/>
              <a:ext cx="634696" cy="634696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C61C4F-0434-F114-BF6B-32DBE53506BC}"/>
                </a:ext>
              </a:extLst>
            </p:cNvPr>
            <p:cNvSpPr txBox="1"/>
            <p:nvPr/>
          </p:nvSpPr>
          <p:spPr>
            <a:xfrm>
              <a:off x="9497472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C0DFEA5-DDA6-8267-70F9-F90A4247FFF9}"/>
                </a:ext>
              </a:extLst>
            </p:cNvPr>
            <p:cNvSpPr txBox="1"/>
            <p:nvPr/>
          </p:nvSpPr>
          <p:spPr>
            <a:xfrm>
              <a:off x="1055927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CC1E523-5752-4757-B9CC-509B99ECD685}"/>
                </a:ext>
              </a:extLst>
            </p:cNvPr>
            <p:cNvSpPr txBox="1"/>
            <p:nvPr/>
          </p:nvSpPr>
          <p:spPr>
            <a:xfrm>
              <a:off x="1162593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0DA8FE4-2848-C5FE-1B01-E3919450741D}"/>
                </a:ext>
              </a:extLst>
            </p:cNvPr>
            <p:cNvSpPr txBox="1"/>
            <p:nvPr/>
          </p:nvSpPr>
          <p:spPr>
            <a:xfrm>
              <a:off x="1271549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E156B8F3-1EF4-A179-5BCA-30FDC77E834F}"/>
                </a:ext>
              </a:extLst>
            </p:cNvPr>
            <p:cNvSpPr txBox="1"/>
            <p:nvPr/>
          </p:nvSpPr>
          <p:spPr>
            <a:xfrm>
              <a:off x="13835291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4B89536-4583-1E4C-A48D-BB35EAC7EBD5}"/>
                </a:ext>
              </a:extLst>
            </p:cNvPr>
            <p:cNvSpPr txBox="1"/>
            <p:nvPr/>
          </p:nvSpPr>
          <p:spPr>
            <a:xfrm>
              <a:off x="1489709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3F059BD-A04A-2083-7283-BCE8D956AB15}"/>
                </a:ext>
              </a:extLst>
            </p:cNvPr>
            <p:cNvSpPr txBox="1"/>
            <p:nvPr/>
          </p:nvSpPr>
          <p:spPr>
            <a:xfrm>
              <a:off x="1596375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9B22E4D0-8BB9-B1D8-CFE5-B96212F6DDF1}"/>
                </a:ext>
              </a:extLst>
            </p:cNvPr>
            <p:cNvSpPr txBox="1"/>
            <p:nvPr/>
          </p:nvSpPr>
          <p:spPr>
            <a:xfrm>
              <a:off x="1705070" y="6441760"/>
              <a:ext cx="25955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3</a:t>
              </a:r>
              <a:r>
                <a:rPr lang="en-US" sz="3600" dirty="0"/>
                <a:t> = (11, 12)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F7BD277A-264D-CDBF-E863-B9B53F21981D}"/>
                </a:ext>
              </a:extLst>
            </p:cNvPr>
            <p:cNvSpPr txBox="1"/>
            <p:nvPr/>
          </p:nvSpPr>
          <p:spPr>
            <a:xfrm>
              <a:off x="9255469" y="6457698"/>
              <a:ext cx="25955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4</a:t>
              </a:r>
              <a:r>
                <a:rPr lang="en-US" sz="3600" dirty="0"/>
                <a:t> = (11, 14)</a:t>
              </a:r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6418230A-3203-06AC-543D-B8E2DACF1085}"/>
                </a:ext>
              </a:extLst>
            </p:cNvPr>
            <p:cNvSpPr/>
            <p:nvPr/>
          </p:nvSpPr>
          <p:spPr>
            <a:xfrm>
              <a:off x="6193228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0CE0DD0D-79E8-3E3A-D729-49D44D9F5377}"/>
                </a:ext>
              </a:extLst>
            </p:cNvPr>
            <p:cNvSpPr/>
            <p:nvPr/>
          </p:nvSpPr>
          <p:spPr>
            <a:xfrm>
              <a:off x="6618159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Curved Connector 200">
              <a:extLst>
                <a:ext uri="{FF2B5EF4-FFF2-40B4-BE49-F238E27FC236}">
                  <a16:creationId xmlns:a16="http://schemas.microsoft.com/office/drawing/2014/main" id="{69CB5571-87F0-77BD-71DB-AB8B22AD76B8}"/>
                </a:ext>
              </a:extLst>
            </p:cNvPr>
            <p:cNvCxnSpPr>
              <a:cxnSpLocks/>
              <a:stCxn id="200" idx="2"/>
              <a:endCxn id="34" idx="1"/>
            </p:cNvCxnSpPr>
            <p:nvPr/>
          </p:nvCxnSpPr>
          <p:spPr>
            <a:xfrm rot="16200000" flipH="1">
              <a:off x="4911220" y="3784382"/>
              <a:ext cx="5944639" cy="211411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urved Connector 203">
              <a:extLst>
                <a:ext uri="{FF2B5EF4-FFF2-40B4-BE49-F238E27FC236}">
                  <a16:creationId xmlns:a16="http://schemas.microsoft.com/office/drawing/2014/main" id="{239E04E5-DD99-382F-95D8-00899A286C07}"/>
                </a:ext>
              </a:extLst>
            </p:cNvPr>
            <p:cNvCxnSpPr>
              <a:cxnSpLocks/>
              <a:stCxn id="199" idx="2"/>
              <a:endCxn id="35" idx="3"/>
            </p:cNvCxnSpPr>
            <p:nvPr/>
          </p:nvCxnSpPr>
          <p:spPr>
            <a:xfrm rot="5400000">
              <a:off x="2340850" y="3770068"/>
              <a:ext cx="5961648" cy="215975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42535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F1E9-55BF-5AB6-2CB1-A3D6BD86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Group 222">
            <a:extLst>
              <a:ext uri="{FF2B5EF4-FFF2-40B4-BE49-F238E27FC236}">
                <a16:creationId xmlns:a16="http://schemas.microsoft.com/office/drawing/2014/main" id="{BD62D18A-4A03-FB4E-8CD9-7447188EC421}"/>
              </a:ext>
            </a:extLst>
          </p:cNvPr>
          <p:cNvGrpSpPr/>
          <p:nvPr/>
        </p:nvGrpSpPr>
        <p:grpSpPr>
          <a:xfrm>
            <a:off x="-1330710" y="234175"/>
            <a:ext cx="15327103" cy="11036336"/>
            <a:chOff x="-1330710" y="234175"/>
            <a:chExt cx="15327103" cy="11036336"/>
          </a:xfrm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93C4B155-2A7F-5B2E-F03A-85A8C684933E}"/>
                </a:ext>
              </a:extLst>
            </p:cNvPr>
            <p:cNvSpPr/>
            <p:nvPr/>
          </p:nvSpPr>
          <p:spPr>
            <a:xfrm>
              <a:off x="7700096" y="8919197"/>
              <a:ext cx="6296297" cy="2351314"/>
            </a:xfrm>
            <a:prstGeom prst="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AA13DA8-C4AB-604F-C65F-F46121289403}"/>
                </a:ext>
              </a:extLst>
            </p:cNvPr>
            <p:cNvGrpSpPr/>
            <p:nvPr/>
          </p:nvGrpSpPr>
          <p:grpSpPr>
            <a:xfrm>
              <a:off x="5270810" y="234175"/>
              <a:ext cx="1650380" cy="836342"/>
              <a:chOff x="2364059" y="1226634"/>
              <a:chExt cx="1650380" cy="836342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61784172-A35B-36E7-DC08-AF6641E5E2CB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788A1D4-2E74-F4F3-1562-2B1529CB9756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72AA6E9-2AB3-9786-C6CD-CF38D49BE2B3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842504D-F41D-2476-EBD7-7728E21918DE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AB246926-98AF-6B21-EFB8-425EC38FC35E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2D24827A-C039-4B0C-7474-564F6179193F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DA416E27-3ED0-E344-E7EF-900D4F4F8126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EF41D6EF-9175-12F4-EC43-D49DAFF5A583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7521E7D-1A9C-8D25-0CAC-E1B4619255EB}"/>
                </a:ext>
              </a:extLst>
            </p:cNvPr>
            <p:cNvGrpSpPr/>
            <p:nvPr/>
          </p:nvGrpSpPr>
          <p:grpSpPr>
            <a:xfrm>
              <a:off x="319670" y="3849026"/>
              <a:ext cx="1650380" cy="836342"/>
              <a:chOff x="2364059" y="1226634"/>
              <a:chExt cx="1650380" cy="836342"/>
            </a:xfrm>
          </p:grpSpPr>
          <p:sp>
            <p:nvSpPr>
              <p:cNvPr id="41" name="Rounded Rectangle 40">
                <a:extLst>
                  <a:ext uri="{FF2B5EF4-FFF2-40B4-BE49-F238E27FC236}">
                    <a16:creationId xmlns:a16="http://schemas.microsoft.com/office/drawing/2014/main" id="{A601F111-6147-5CEF-50E8-8D0EB9F23EF6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ED90464-CB62-4686-2799-0B82813C4FA1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AD76E06B-C423-7DA7-2A01-ECD06EF8186F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AD46599-7AD3-D479-F043-C74E66EF60E0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4AEE65BE-2EB6-5F37-FA9A-B98F8E4B6C7B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D1736F86-A604-8EC9-AE39-D9617658B4A3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7969E388-264E-59C6-2A61-CB7209516ABC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8A7DF82-A229-D907-7852-AF88502D7345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9FB87DE-E265-B45B-AB57-00B3258918C4}"/>
                </a:ext>
              </a:extLst>
            </p:cNvPr>
            <p:cNvGrpSpPr/>
            <p:nvPr/>
          </p:nvGrpSpPr>
          <p:grpSpPr>
            <a:xfrm>
              <a:off x="3620430" y="3849026"/>
              <a:ext cx="1650380" cy="836342"/>
              <a:chOff x="2364059" y="1226634"/>
              <a:chExt cx="1650380" cy="836342"/>
            </a:xfrm>
          </p:grpSpPr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4BEDA129-6057-B4D4-F6D0-FA6BD2EF5C75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C18A51FB-E9C4-EA31-FDDA-2A2935E6E350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D674F619-8C6F-DF8C-895F-1873257C0282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A000DEA4-65F7-5666-59C0-541FCF616907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E0F2934C-EAF4-252D-F0C6-5035D0F0235C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BA398F84-B7AB-71D1-9FE3-1E89F6C01FB8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A3777A17-F988-ECB7-7A6F-8E782768E67B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37CD79ED-811B-9BAC-F201-5A861FEC5989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845E6F0C-D43B-76C3-F1AC-B378FECB40DE}"/>
                </a:ext>
              </a:extLst>
            </p:cNvPr>
            <p:cNvGrpSpPr/>
            <p:nvPr/>
          </p:nvGrpSpPr>
          <p:grpSpPr>
            <a:xfrm>
              <a:off x="6921190" y="3904783"/>
              <a:ext cx="1650380" cy="836342"/>
              <a:chOff x="2364059" y="1226634"/>
              <a:chExt cx="1650380" cy="836342"/>
            </a:xfrm>
          </p:grpSpPr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BA5B17BB-E857-9B92-61AA-D8E8430047F8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CAB439C-AEFF-EA20-056C-F379B6847542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EC0098AB-8C42-5C34-5DCD-904ACE63BBFA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0752012D-9746-7238-378C-8B40AD35A4E5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5873228-FB9F-66CD-844F-E128EF2DC6C0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D80B84E0-43E0-0414-6A1D-D55271F3C0F0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F5B23921-34D3-3964-CE6D-F18892DBAF74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4FC6C726-3E55-C57A-B903-E379456C94BA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683A412-7FF6-0F56-A91C-88AAC4B2E18A}"/>
                </a:ext>
              </a:extLst>
            </p:cNvPr>
            <p:cNvGrpSpPr/>
            <p:nvPr/>
          </p:nvGrpSpPr>
          <p:grpSpPr>
            <a:xfrm>
              <a:off x="10221950" y="3904783"/>
              <a:ext cx="1650380" cy="836342"/>
              <a:chOff x="2364059" y="1226634"/>
              <a:chExt cx="1650380" cy="836342"/>
            </a:xfrm>
          </p:grpSpPr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25F55C71-428D-3885-10B0-6AF28CF579E1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B678FEC-FF91-7536-AC41-0E7555FD1B64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C1F7ADC2-D698-373F-E167-501779B60D1C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E8C57108-DA51-F7F6-F4E3-DA9BBF766D48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685B1FA8-15CC-DCB9-ACC5-B61CC31BBA98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2B37BF76-A9BA-836C-A65E-D5C87605280C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C403E048-507E-8983-32F0-FBEC93AFA196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2C8FC205-C2D0-AE7E-CDE6-C6EDA05F65E1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3EAA336-D726-0871-5126-529AEFFE63F6}"/>
                </a:ext>
              </a:extLst>
            </p:cNvPr>
            <p:cNvSpPr txBox="1"/>
            <p:nvPr/>
          </p:nvSpPr>
          <p:spPr>
            <a:xfrm>
              <a:off x="4793351" y="1175779"/>
              <a:ext cx="2774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1</a:t>
              </a:r>
              <a:r>
                <a:rPr lang="en-US" dirty="0"/>
                <a:t> or T</a:t>
              </a:r>
              <a:r>
                <a:rPr lang="en-US" baseline="-25000" dirty="0"/>
                <a:t>2</a:t>
              </a:r>
              <a:r>
                <a:rPr lang="en-US" dirty="0"/>
                <a:t>?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C24B657-11F0-B616-209D-9FDA2AAC08CF}"/>
                </a:ext>
              </a:extLst>
            </p:cNvPr>
            <p:cNvSpPr txBox="1"/>
            <p:nvPr/>
          </p:nvSpPr>
          <p:spPr>
            <a:xfrm>
              <a:off x="190396" y="3295694"/>
              <a:ext cx="17796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Neither T</a:t>
              </a:r>
              <a:r>
                <a:rPr lang="en-US" baseline="-25000" dirty="0"/>
                <a:t>1</a:t>
              </a:r>
              <a:r>
                <a:rPr lang="en-US" dirty="0"/>
                <a:t> nor T</a:t>
              </a:r>
              <a:r>
                <a:rPr lang="en-US" baseline="-25000" dirty="0"/>
                <a:t>2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2B97477-1DA3-F9C8-9F19-F8375288B3AB}"/>
                </a:ext>
              </a:extLst>
            </p:cNvPr>
            <p:cNvSpPr txBox="1"/>
            <p:nvPr/>
          </p:nvSpPr>
          <p:spPr>
            <a:xfrm>
              <a:off x="3715568" y="3295694"/>
              <a:ext cx="13708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  <a:r>
                <a:rPr lang="en-US" baseline="-25000" dirty="0"/>
                <a:t>1</a:t>
              </a:r>
              <a:r>
                <a:rPr lang="en-US" dirty="0"/>
                <a:t> but not T</a:t>
              </a:r>
              <a:r>
                <a:rPr lang="en-US" baseline="-25000" dirty="0"/>
                <a:t>2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79E0951-301B-E7FA-48FB-1CFF69E9E31C}"/>
                </a:ext>
              </a:extLst>
            </p:cNvPr>
            <p:cNvSpPr txBox="1"/>
            <p:nvPr/>
          </p:nvSpPr>
          <p:spPr>
            <a:xfrm>
              <a:off x="7116685" y="3290118"/>
              <a:ext cx="13708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  <a:r>
                <a:rPr lang="en-US" baseline="-25000" dirty="0"/>
                <a:t>2</a:t>
              </a:r>
              <a:r>
                <a:rPr lang="en-US" dirty="0"/>
                <a:t> but not T</a:t>
              </a:r>
              <a:r>
                <a:rPr lang="en-US" baseline="-25000" dirty="0"/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DA9AAEF-1946-E689-D904-81B6CA1121FE}"/>
                </a:ext>
              </a:extLst>
            </p:cNvPr>
            <p:cNvSpPr txBox="1"/>
            <p:nvPr/>
          </p:nvSpPr>
          <p:spPr>
            <a:xfrm>
              <a:off x="10676160" y="3298154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Both</a:t>
              </a:r>
              <a:endParaRPr lang="en-US" baseline="-250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7C950A0C-7BE5-040D-7507-BCAF23D7E362}"/>
                </a:ext>
              </a:extLst>
            </p:cNvPr>
            <p:cNvSpPr txBox="1"/>
            <p:nvPr/>
          </p:nvSpPr>
          <p:spPr>
            <a:xfrm>
              <a:off x="9945973" y="4846387"/>
              <a:ext cx="2202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D20BA42-B191-EA23-B16E-73DE5B02E394}"/>
                </a:ext>
              </a:extLst>
            </p:cNvPr>
            <p:cNvSpPr txBox="1"/>
            <p:nvPr/>
          </p:nvSpPr>
          <p:spPr>
            <a:xfrm>
              <a:off x="43693" y="4846387"/>
              <a:ext cx="2202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293BC228-141A-73AE-2E66-30FAEF775D07}"/>
                </a:ext>
              </a:extLst>
            </p:cNvPr>
            <p:cNvGrpSpPr/>
            <p:nvPr/>
          </p:nvGrpSpPr>
          <p:grpSpPr>
            <a:xfrm>
              <a:off x="-1330710" y="6858000"/>
              <a:ext cx="1650380" cy="836342"/>
              <a:chOff x="2364059" y="1226634"/>
              <a:chExt cx="1650380" cy="836342"/>
            </a:xfrm>
          </p:grpSpPr>
          <p:sp>
            <p:nvSpPr>
              <p:cNvPr id="84" name="Rounded Rectangle 83">
                <a:extLst>
                  <a:ext uri="{FF2B5EF4-FFF2-40B4-BE49-F238E27FC236}">
                    <a16:creationId xmlns:a16="http://schemas.microsoft.com/office/drawing/2014/main" id="{AB5BC4E6-3B4E-D407-3C5D-59EF9AC07E03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2185C35A-0AE1-0CFA-74DA-D40AFE42C3DD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5865C5F1-E95B-7C8A-2D60-7D2FB92CFB11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53EAE907-F7F3-8770-97CC-40192D9116A1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2AA30F52-5C9C-C5C3-5A0A-6B71F71D2AC8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3CFB4961-8CE1-4F64-065E-5E8893B69B1B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8BED503C-A4B6-12D0-0382-38257DF411F2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1259E306-E248-E474-9000-07DEB21EECF8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06BF3DD6-AF4C-ABF0-B65D-DE82FF4352C6}"/>
                </a:ext>
              </a:extLst>
            </p:cNvPr>
            <p:cNvGrpSpPr/>
            <p:nvPr/>
          </p:nvGrpSpPr>
          <p:grpSpPr>
            <a:xfrm>
              <a:off x="1970050" y="6858000"/>
              <a:ext cx="1650380" cy="836342"/>
              <a:chOff x="2364059" y="1226634"/>
              <a:chExt cx="1650380" cy="836342"/>
            </a:xfrm>
          </p:grpSpPr>
          <p:sp>
            <p:nvSpPr>
              <p:cNvPr id="93" name="Rounded Rectangle 92">
                <a:extLst>
                  <a:ext uri="{FF2B5EF4-FFF2-40B4-BE49-F238E27FC236}">
                    <a16:creationId xmlns:a16="http://schemas.microsoft.com/office/drawing/2014/main" id="{34DC2A8F-552B-47C0-B1A8-4CBB91CE3D1C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408F394A-8AA7-B750-F33F-E2449A741AF2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E7B0AEB7-ED62-F5DE-9856-533495FB43A7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14B36456-1607-1699-5CB0-09C7A2BEBE1D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D4E92594-50B8-5C3A-BDFE-3256872BA371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6368DF84-E589-AA24-7918-1EF76922798C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F28301AA-000B-DA03-5317-C82E2E14B440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3A9695-DA44-95F4-E013-64E89F15035F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125B954-EF80-7AB2-AD21-D569B38D138C}"/>
                </a:ext>
              </a:extLst>
            </p:cNvPr>
            <p:cNvGrpSpPr/>
            <p:nvPr/>
          </p:nvGrpSpPr>
          <p:grpSpPr>
            <a:xfrm>
              <a:off x="8571570" y="6858000"/>
              <a:ext cx="1650380" cy="836342"/>
              <a:chOff x="2364059" y="1226634"/>
              <a:chExt cx="1650380" cy="836342"/>
            </a:xfrm>
          </p:grpSpPr>
          <p:sp>
            <p:nvSpPr>
              <p:cNvPr id="102" name="Rounded Rectangle 101">
                <a:extLst>
                  <a:ext uri="{FF2B5EF4-FFF2-40B4-BE49-F238E27FC236}">
                    <a16:creationId xmlns:a16="http://schemas.microsoft.com/office/drawing/2014/main" id="{87EB1A0E-2661-BEC0-A541-D211C89A36EE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990E5CDF-3F94-E8E9-367C-A4E2809E2BF4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4FA3C91-9D29-8AA0-86AC-6B415AE7F826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B461CBD3-C17E-EDC4-4C6B-14288B5BB737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77CF1FB9-2836-2902-C447-A1A0746EDD0C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5F9761AC-BFCF-F4FF-0B8D-3A55A645BFF8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AD862EDD-BBFB-19F8-E033-E22BD05D8AB7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BA02EA3B-D3DC-DED4-E42A-81F3547C16E6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61F392B9-51F6-03B0-CABB-F8D5F62487B1}"/>
                </a:ext>
              </a:extLst>
            </p:cNvPr>
            <p:cNvGrpSpPr/>
            <p:nvPr/>
          </p:nvGrpSpPr>
          <p:grpSpPr>
            <a:xfrm>
              <a:off x="11872330" y="6858000"/>
              <a:ext cx="1650380" cy="836342"/>
              <a:chOff x="2364059" y="1226634"/>
              <a:chExt cx="1650380" cy="836342"/>
            </a:xfrm>
          </p:grpSpPr>
          <p:sp>
            <p:nvSpPr>
              <p:cNvPr id="111" name="Rounded Rectangle 110">
                <a:extLst>
                  <a:ext uri="{FF2B5EF4-FFF2-40B4-BE49-F238E27FC236}">
                    <a16:creationId xmlns:a16="http://schemas.microsoft.com/office/drawing/2014/main" id="{1C6777B5-9490-03C0-D0DB-D90B16757051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94D128E1-E3C2-9A39-1CD7-A857682C6F9D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C8714773-F2DD-4B9E-A4B1-E0BE82DDA31F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2AC21F91-52BE-39D8-5C92-CD9BAC398235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62A912A5-7EA1-218C-8930-6EBE8511BF7D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EE6F518F-86DE-1ED6-34AE-5C7F9A1FBDA7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EC376618-4AA1-1831-AF2D-838BC87616CC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74B361BD-DD96-2CB5-A7B0-C50B262D0B37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FB980BA-3612-3EE3-F757-AF81CF5DA355}"/>
                </a:ext>
              </a:extLst>
            </p:cNvPr>
            <p:cNvSpPr txBox="1"/>
            <p:nvPr/>
          </p:nvSpPr>
          <p:spPr>
            <a:xfrm>
              <a:off x="-677112" y="648866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898B2A6B-E448-AC10-1AD3-710E4CB2D357}"/>
                </a:ext>
              </a:extLst>
            </p:cNvPr>
            <p:cNvSpPr txBox="1"/>
            <p:nvPr/>
          </p:nvSpPr>
          <p:spPr>
            <a:xfrm>
              <a:off x="2567927" y="6488668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669C507-9B74-28E3-0E5C-58F70FE537D1}"/>
                </a:ext>
              </a:extLst>
            </p:cNvPr>
            <p:cNvSpPr txBox="1"/>
            <p:nvPr/>
          </p:nvSpPr>
          <p:spPr>
            <a:xfrm>
              <a:off x="9219520" y="648866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B05AC92E-83ED-CB5C-8D3D-ED6BDCD66E26}"/>
                </a:ext>
              </a:extLst>
            </p:cNvPr>
            <p:cNvSpPr txBox="1"/>
            <p:nvPr/>
          </p:nvSpPr>
          <p:spPr>
            <a:xfrm>
              <a:off x="12464559" y="6488668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403A596-4AB4-B906-F337-C66EC0AD5FA0}"/>
                </a:ext>
              </a:extLst>
            </p:cNvPr>
            <p:cNvSpPr txBox="1"/>
            <p:nvPr/>
          </p:nvSpPr>
          <p:spPr>
            <a:xfrm>
              <a:off x="1704165" y="7777157"/>
              <a:ext cx="25902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1</a:t>
              </a:r>
              <a:r>
                <a:rPr lang="en-US" dirty="0"/>
                <a:t> ∘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529EB8F-8288-4458-4340-BD46A5E4B304}"/>
                </a:ext>
              </a:extLst>
            </p:cNvPr>
            <p:cNvGrpSpPr/>
            <p:nvPr/>
          </p:nvGrpSpPr>
          <p:grpSpPr>
            <a:xfrm>
              <a:off x="431982" y="9957820"/>
              <a:ext cx="1650380" cy="836342"/>
              <a:chOff x="2364059" y="1226634"/>
              <a:chExt cx="1650380" cy="836342"/>
            </a:xfrm>
          </p:grpSpPr>
          <p:sp>
            <p:nvSpPr>
              <p:cNvPr id="125" name="Rounded Rectangle 124">
                <a:extLst>
                  <a:ext uri="{FF2B5EF4-FFF2-40B4-BE49-F238E27FC236}">
                    <a16:creationId xmlns:a16="http://schemas.microsoft.com/office/drawing/2014/main" id="{50179DC0-8D3D-4BC7-6003-6C4DCBB805A0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BA5DEBF-4D43-1144-CA6E-26822EA88F1E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5508AF4B-2356-7A34-099E-20D8AC3B453E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9E9EF49B-ED4D-DC04-F8D5-FB5132710AE6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374ADF31-2CA2-A0E3-C701-1777112DCDFC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E05D5504-C9C4-BD70-F9DE-13869C7DB4E4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DE1EF5C7-E56F-0D0F-0F3C-251F451691AF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Oval 131">
                <a:extLst>
                  <a:ext uri="{FF2B5EF4-FFF2-40B4-BE49-F238E27FC236}">
                    <a16:creationId xmlns:a16="http://schemas.microsoft.com/office/drawing/2014/main" id="{D621CEDD-9280-7369-1ED3-FA69C4ED39BB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799B712-8AE6-62E1-044C-0AB1A7F83FB1}"/>
                </a:ext>
              </a:extLst>
            </p:cNvPr>
            <p:cNvGrpSpPr/>
            <p:nvPr/>
          </p:nvGrpSpPr>
          <p:grpSpPr>
            <a:xfrm>
              <a:off x="3732742" y="9957820"/>
              <a:ext cx="1650380" cy="836342"/>
              <a:chOff x="2364059" y="1226634"/>
              <a:chExt cx="1650380" cy="836342"/>
            </a:xfrm>
          </p:grpSpPr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82975FA3-9280-F7C0-F8BA-7B2C5565195D}"/>
                  </a:ext>
                </a:extLst>
              </p:cNvPr>
              <p:cNvSpPr/>
              <p:nvPr/>
            </p:nvSpPr>
            <p:spPr>
              <a:xfrm>
                <a:off x="2364059" y="1226634"/>
                <a:ext cx="1650380" cy="836342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Oval 134">
                <a:extLst>
                  <a:ext uri="{FF2B5EF4-FFF2-40B4-BE49-F238E27FC236}">
                    <a16:creationId xmlns:a16="http://schemas.microsoft.com/office/drawing/2014/main" id="{24B3E04E-BB4D-E26C-95BA-78E1B6D833C8}"/>
                  </a:ext>
                </a:extLst>
              </p:cNvPr>
              <p:cNvSpPr/>
              <p:nvPr/>
            </p:nvSpPr>
            <p:spPr>
              <a:xfrm>
                <a:off x="2486722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Oval 135">
                <a:extLst>
                  <a:ext uri="{FF2B5EF4-FFF2-40B4-BE49-F238E27FC236}">
                    <a16:creationId xmlns:a16="http://schemas.microsoft.com/office/drawing/2014/main" id="{A05C4571-C922-8246-689D-4E363B48BF80}"/>
                  </a:ext>
                </a:extLst>
              </p:cNvPr>
              <p:cNvSpPr/>
              <p:nvPr/>
            </p:nvSpPr>
            <p:spPr>
              <a:xfrm>
                <a:off x="2486721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8D7652C2-A9F5-4B3E-5380-9FC094619015}"/>
                  </a:ext>
                </a:extLst>
              </p:cNvPr>
              <p:cNvSpPr/>
              <p:nvPr/>
            </p:nvSpPr>
            <p:spPr>
              <a:xfrm>
                <a:off x="2877013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02D8D5DC-136A-EFEB-C181-06087D8ED4B6}"/>
                  </a:ext>
                </a:extLst>
              </p:cNvPr>
              <p:cNvSpPr/>
              <p:nvPr/>
            </p:nvSpPr>
            <p:spPr>
              <a:xfrm>
                <a:off x="2877012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82CD3D1A-4254-0345-09BE-59CE76C9E3F4}"/>
                  </a:ext>
                </a:extLst>
              </p:cNvPr>
              <p:cNvSpPr/>
              <p:nvPr/>
            </p:nvSpPr>
            <p:spPr>
              <a:xfrm>
                <a:off x="3244999" y="132141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E6825DD7-D8E0-A808-47DE-E5AE8E589438}"/>
                  </a:ext>
                </a:extLst>
              </p:cNvPr>
              <p:cNvSpPr/>
              <p:nvPr/>
            </p:nvSpPr>
            <p:spPr>
              <a:xfrm>
                <a:off x="3244998" y="167825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F96837AA-D1E1-C7D5-34CA-49900ED09D2D}"/>
                  </a:ext>
                </a:extLst>
              </p:cNvPr>
              <p:cNvSpPr/>
              <p:nvPr/>
            </p:nvSpPr>
            <p:spPr>
              <a:xfrm>
                <a:off x="3612984" y="1516562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43B9AA2-2AF5-770F-7A11-87C6B982BAA5}"/>
                </a:ext>
              </a:extLst>
            </p:cNvPr>
            <p:cNvSpPr txBox="1"/>
            <p:nvPr/>
          </p:nvSpPr>
          <p:spPr>
            <a:xfrm>
              <a:off x="1079932" y="958848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E60B2ED-46AC-B82E-25A9-3AC60CC7544D}"/>
                </a:ext>
              </a:extLst>
            </p:cNvPr>
            <p:cNvSpPr txBox="1"/>
            <p:nvPr/>
          </p:nvSpPr>
          <p:spPr>
            <a:xfrm>
              <a:off x="4324971" y="9588488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C1D3CDC6-8DB6-A603-2A46-A022E2714E0F}"/>
                </a:ext>
              </a:extLst>
            </p:cNvPr>
            <p:cNvCxnSpPr>
              <a:cxnSpLocks/>
              <a:endCxn id="77" idx="0"/>
            </p:cNvCxnSpPr>
            <p:nvPr/>
          </p:nvCxnSpPr>
          <p:spPr>
            <a:xfrm flipH="1">
              <a:off x="1080223" y="1642281"/>
              <a:ext cx="3954167" cy="1653413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EBE4E6D7-234B-87B4-CE60-03229AAD6B6C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>
              <a:off x="7275043" y="1634739"/>
              <a:ext cx="3727489" cy="166341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7AA55C03-7694-44E0-0C40-5A09A9BDB2D5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flipH="1">
              <a:off x="4401012" y="1635233"/>
              <a:ext cx="1443299" cy="166046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D080D902-6D5E-7F71-3C67-2406546268A0}"/>
                </a:ext>
              </a:extLst>
            </p:cNvPr>
            <p:cNvCxnSpPr>
              <a:cxnSpLocks/>
              <a:endCxn id="79" idx="0"/>
            </p:cNvCxnSpPr>
            <p:nvPr/>
          </p:nvCxnSpPr>
          <p:spPr>
            <a:xfrm>
              <a:off x="6529755" y="1635233"/>
              <a:ext cx="1272374" cy="165488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4DF4CD0C-8C26-2028-703D-29BBF451EE49}"/>
                </a:ext>
              </a:extLst>
            </p:cNvPr>
            <p:cNvCxnSpPr>
              <a:cxnSpLocks/>
              <a:endCxn id="119" idx="0"/>
            </p:cNvCxnSpPr>
            <p:nvPr/>
          </p:nvCxnSpPr>
          <p:spPr>
            <a:xfrm flipH="1">
              <a:off x="-413289" y="5270603"/>
              <a:ext cx="1274935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Arrow Connector 163">
              <a:extLst>
                <a:ext uri="{FF2B5EF4-FFF2-40B4-BE49-F238E27FC236}">
                  <a16:creationId xmlns:a16="http://schemas.microsoft.com/office/drawing/2014/main" id="{E0087506-85A0-C18F-3194-25E5B8ACE307}"/>
                </a:ext>
              </a:extLst>
            </p:cNvPr>
            <p:cNvCxnSpPr>
              <a:cxnSpLocks/>
              <a:endCxn id="120" idx="0"/>
            </p:cNvCxnSpPr>
            <p:nvPr/>
          </p:nvCxnSpPr>
          <p:spPr>
            <a:xfrm>
              <a:off x="1507870" y="5270603"/>
              <a:ext cx="1297462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9A69909C-F678-C557-4423-0D9C45D94165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9483343" y="5270603"/>
              <a:ext cx="1399478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Arrow Connector 170">
              <a:extLst>
                <a:ext uri="{FF2B5EF4-FFF2-40B4-BE49-F238E27FC236}">
                  <a16:creationId xmlns:a16="http://schemas.microsoft.com/office/drawing/2014/main" id="{D17C25AF-CEDE-A62B-587C-C4AA47AAFFBA}"/>
                </a:ext>
              </a:extLst>
            </p:cNvPr>
            <p:cNvCxnSpPr>
              <a:cxnSpLocks/>
              <a:endCxn id="122" idx="0"/>
            </p:cNvCxnSpPr>
            <p:nvPr/>
          </p:nvCxnSpPr>
          <p:spPr>
            <a:xfrm>
              <a:off x="11328903" y="5270603"/>
              <a:ext cx="1373061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729DAC07-D938-2688-707C-021A058DC6AB}"/>
                </a:ext>
              </a:extLst>
            </p:cNvPr>
            <p:cNvCxnSpPr>
              <a:cxnSpLocks/>
              <a:endCxn id="142" idx="0"/>
            </p:cNvCxnSpPr>
            <p:nvPr/>
          </p:nvCxnSpPr>
          <p:spPr>
            <a:xfrm flipH="1">
              <a:off x="1343755" y="8202472"/>
              <a:ext cx="1270491" cy="1386016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A4F6CBE7-91EC-0E3D-1A48-CED9C959DE55}"/>
                </a:ext>
              </a:extLst>
            </p:cNvPr>
            <p:cNvCxnSpPr>
              <a:cxnSpLocks/>
              <a:endCxn id="143" idx="0"/>
            </p:cNvCxnSpPr>
            <p:nvPr/>
          </p:nvCxnSpPr>
          <p:spPr>
            <a:xfrm>
              <a:off x="3318302" y="8202472"/>
              <a:ext cx="1244074" cy="1386016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Rounded Rectangle 189">
              <a:extLst>
                <a:ext uri="{FF2B5EF4-FFF2-40B4-BE49-F238E27FC236}">
                  <a16:creationId xmlns:a16="http://schemas.microsoft.com/office/drawing/2014/main" id="{F0ECEEDE-CB00-580C-D779-35CB11389799}"/>
                </a:ext>
              </a:extLst>
            </p:cNvPr>
            <p:cNvSpPr/>
            <p:nvPr/>
          </p:nvSpPr>
          <p:spPr>
            <a:xfrm>
              <a:off x="8051262" y="9313459"/>
              <a:ext cx="3277641" cy="1663415"/>
            </a:xfrm>
            <a:prstGeom prst="roundRect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E5016161-360C-309B-E1F3-E1ACCAF33FA3}"/>
                </a:ext>
              </a:extLst>
            </p:cNvPr>
            <p:cNvSpPr/>
            <p:nvPr/>
          </p:nvSpPr>
          <p:spPr>
            <a:xfrm>
              <a:off x="8200671" y="9405608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6021BD98-17B1-1D3C-241B-4B198A201007}"/>
                </a:ext>
              </a:extLst>
            </p:cNvPr>
            <p:cNvSpPr/>
            <p:nvPr/>
          </p:nvSpPr>
          <p:spPr>
            <a:xfrm>
              <a:off x="8200671" y="10187003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7A41D075-CE16-5107-F667-22526F4EAAE6}"/>
                </a:ext>
              </a:extLst>
            </p:cNvPr>
            <p:cNvSpPr/>
            <p:nvPr/>
          </p:nvSpPr>
          <p:spPr>
            <a:xfrm>
              <a:off x="8990344" y="9405608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Oval 205">
              <a:extLst>
                <a:ext uri="{FF2B5EF4-FFF2-40B4-BE49-F238E27FC236}">
                  <a16:creationId xmlns:a16="http://schemas.microsoft.com/office/drawing/2014/main" id="{1C30829F-7B86-E12B-C622-CBD1DD83645F}"/>
                </a:ext>
              </a:extLst>
            </p:cNvPr>
            <p:cNvSpPr/>
            <p:nvPr/>
          </p:nvSpPr>
          <p:spPr>
            <a:xfrm>
              <a:off x="8990344" y="10187003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A77B2F02-5765-FED8-94E3-734B2F32FFD4}"/>
                </a:ext>
              </a:extLst>
            </p:cNvPr>
            <p:cNvSpPr/>
            <p:nvPr/>
          </p:nvSpPr>
          <p:spPr>
            <a:xfrm>
              <a:off x="9780017" y="9405608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Oval 207">
              <a:extLst>
                <a:ext uri="{FF2B5EF4-FFF2-40B4-BE49-F238E27FC236}">
                  <a16:creationId xmlns:a16="http://schemas.microsoft.com/office/drawing/2014/main" id="{C37EBCCB-94B2-2036-31B8-B52F3DE42280}"/>
                </a:ext>
              </a:extLst>
            </p:cNvPr>
            <p:cNvSpPr/>
            <p:nvPr/>
          </p:nvSpPr>
          <p:spPr>
            <a:xfrm>
              <a:off x="9780017" y="10187003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Oval 208">
              <a:extLst>
                <a:ext uri="{FF2B5EF4-FFF2-40B4-BE49-F238E27FC236}">
                  <a16:creationId xmlns:a16="http://schemas.microsoft.com/office/drawing/2014/main" id="{C7F9E47A-7BFC-DEEE-CFFF-46C0F5F49E2C}"/>
                </a:ext>
              </a:extLst>
            </p:cNvPr>
            <p:cNvSpPr/>
            <p:nvPr/>
          </p:nvSpPr>
          <p:spPr>
            <a:xfrm>
              <a:off x="10547561" y="9842380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BDC6CA83-9391-7B2D-A9F6-BBBB070A3D25}"/>
                </a:ext>
              </a:extLst>
            </p:cNvPr>
            <p:cNvSpPr txBox="1"/>
            <p:nvPr/>
          </p:nvSpPr>
          <p:spPr>
            <a:xfrm>
              <a:off x="10491741" y="10063892"/>
              <a:ext cx="7966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1</a:t>
              </a:r>
              <a:r>
                <a:rPr lang="en-US" sz="1100" dirty="0">
                  <a:solidFill>
                    <a:schemeClr val="tx1"/>
                  </a:solidFill>
                </a:rPr>
                <a:t> ∘ 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2 </a:t>
              </a:r>
              <a:r>
                <a:rPr lang="en-US" sz="1100" dirty="0"/>
                <a:t>∘ T</a:t>
              </a:r>
              <a:r>
                <a:rPr lang="en-US" sz="1100" baseline="-25000" dirty="0"/>
                <a:t>5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6F0A0F59-27B6-42DC-EA9A-22F6803E493E}"/>
                </a:ext>
              </a:extLst>
            </p:cNvPr>
            <p:cNvSpPr txBox="1"/>
            <p:nvPr/>
          </p:nvSpPr>
          <p:spPr>
            <a:xfrm>
              <a:off x="8137887" y="10400821"/>
              <a:ext cx="7966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1</a:t>
              </a:r>
              <a:r>
                <a:rPr lang="en-US" sz="1100" dirty="0">
                  <a:solidFill>
                    <a:schemeClr val="tx1"/>
                  </a:solidFill>
                </a:rPr>
                <a:t> ∘ 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2</a:t>
              </a:r>
              <a:endParaRPr lang="en-US" sz="1100" baseline="-25000" dirty="0"/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1C5AFF65-D9DD-9944-0A72-9A46B78112F8}"/>
                </a:ext>
              </a:extLst>
            </p:cNvPr>
            <p:cNvSpPr txBox="1"/>
            <p:nvPr/>
          </p:nvSpPr>
          <p:spPr>
            <a:xfrm>
              <a:off x="8948454" y="10400821"/>
              <a:ext cx="7966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1</a:t>
              </a:r>
              <a:r>
                <a:rPr lang="en-US" sz="1100" dirty="0">
                  <a:solidFill>
                    <a:schemeClr val="tx1"/>
                  </a:solidFill>
                </a:rPr>
                <a:t> ∘ 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5</a:t>
              </a:r>
              <a:endParaRPr lang="en-US" sz="1100" baseline="-25000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B463F4F8-1288-6257-F382-B06872FB2040}"/>
                </a:ext>
              </a:extLst>
            </p:cNvPr>
            <p:cNvSpPr txBox="1"/>
            <p:nvPr/>
          </p:nvSpPr>
          <p:spPr>
            <a:xfrm>
              <a:off x="9731162" y="10400821"/>
              <a:ext cx="7966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2</a:t>
              </a:r>
              <a:r>
                <a:rPr lang="en-US" sz="1100" dirty="0">
                  <a:solidFill>
                    <a:schemeClr val="tx1"/>
                  </a:solidFill>
                </a:rPr>
                <a:t> ∘ 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5</a:t>
              </a:r>
              <a:endParaRPr lang="en-US" sz="1100" baseline="-25000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732C086B-4413-0501-4613-C4C93A65D112}"/>
                </a:ext>
              </a:extLst>
            </p:cNvPr>
            <p:cNvSpPr txBox="1"/>
            <p:nvPr/>
          </p:nvSpPr>
          <p:spPr>
            <a:xfrm>
              <a:off x="8152434" y="9619426"/>
              <a:ext cx="7966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T</a:t>
              </a:r>
              <a:r>
                <a:rPr lang="en-US" sz="1100" baseline="-25000" dirty="0">
                  <a:solidFill>
                    <a:schemeClr val="tx1"/>
                  </a:solidFill>
                </a:rPr>
                <a:t>1</a:t>
              </a:r>
              <a:endParaRPr lang="en-US" sz="1100" baseline="-25000" dirty="0"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D363BB7-0CD7-BA65-202C-1A2468D2DD94}"/>
                </a:ext>
              </a:extLst>
            </p:cNvPr>
            <p:cNvSpPr txBox="1"/>
            <p:nvPr/>
          </p:nvSpPr>
          <p:spPr>
            <a:xfrm>
              <a:off x="8942107" y="9624897"/>
              <a:ext cx="7966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T</a:t>
              </a:r>
              <a:r>
                <a:rPr lang="en-US" sz="1100" baseline="-25000" dirty="0"/>
                <a:t>2</a:t>
              </a: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0549EFD8-C758-6BBE-F799-2AE2940C7A74}"/>
                </a:ext>
              </a:extLst>
            </p:cNvPr>
            <p:cNvSpPr txBox="1"/>
            <p:nvPr/>
          </p:nvSpPr>
          <p:spPr>
            <a:xfrm>
              <a:off x="9738745" y="9618644"/>
              <a:ext cx="79663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T</a:t>
              </a:r>
              <a:r>
                <a:rPr lang="en-US" sz="1100" baseline="-25000" dirty="0"/>
                <a:t>5</a:t>
              </a:r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9DCE1626-B735-1DD1-6F94-E6FF84025459}"/>
                </a:ext>
              </a:extLst>
            </p:cNvPr>
            <p:cNvSpPr/>
            <p:nvPr/>
          </p:nvSpPr>
          <p:spPr>
            <a:xfrm>
              <a:off x="11668205" y="9595481"/>
              <a:ext cx="267629" cy="267629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0D97623D-61D4-2142-BE71-9472726F2E06}"/>
                </a:ext>
              </a:extLst>
            </p:cNvPr>
            <p:cNvSpPr/>
            <p:nvPr/>
          </p:nvSpPr>
          <p:spPr>
            <a:xfrm>
              <a:off x="11681980" y="10049209"/>
              <a:ext cx="267629" cy="267629"/>
            </a:xfrm>
            <a:prstGeom prst="ellipse">
              <a:avLst/>
            </a:prstGeom>
            <a:solidFill>
              <a:srgbClr val="00B050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9F983B1A-0EC6-E7D6-F220-DCBAFD3547E4}"/>
                </a:ext>
              </a:extLst>
            </p:cNvPr>
            <p:cNvSpPr/>
            <p:nvPr/>
          </p:nvSpPr>
          <p:spPr>
            <a:xfrm>
              <a:off x="11681979" y="10508782"/>
              <a:ext cx="267629" cy="267629"/>
            </a:xfrm>
            <a:prstGeom prst="ellipse">
              <a:avLst/>
            </a:prstGeom>
            <a:solidFill>
              <a:srgbClr val="FF0000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BF6343E-E58E-5272-E7CC-3F48EB1C84E0}"/>
                </a:ext>
              </a:extLst>
            </p:cNvPr>
            <p:cNvSpPr txBox="1"/>
            <p:nvPr/>
          </p:nvSpPr>
          <p:spPr>
            <a:xfrm>
              <a:off x="11971560" y="9544629"/>
              <a:ext cx="1673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 information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95BC2AE5-DB98-9CE6-8630-B1314766CE9C}"/>
                </a:ext>
              </a:extLst>
            </p:cNvPr>
            <p:cNvSpPr txBox="1"/>
            <p:nvPr/>
          </p:nvSpPr>
          <p:spPr>
            <a:xfrm>
              <a:off x="11971560" y="9998357"/>
              <a:ext cx="14008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 fixed point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9331B05D-42D8-9C3C-6A65-57F2FFC7BCD5}"/>
                </a:ext>
              </a:extLst>
            </p:cNvPr>
            <p:cNvSpPr txBox="1"/>
            <p:nvPr/>
          </p:nvSpPr>
          <p:spPr>
            <a:xfrm>
              <a:off x="11971560" y="10457930"/>
              <a:ext cx="17999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Not a fixed 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127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2696</TotalTime>
  <Words>212</Words>
  <Application>Microsoft Macintosh PowerPoint</Application>
  <PresentationFormat>Widescreen</PresentationFormat>
  <Paragraphs>120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14</cp:revision>
  <dcterms:created xsi:type="dcterms:W3CDTF">2026-05-07T13:21:37Z</dcterms:created>
  <dcterms:modified xsi:type="dcterms:W3CDTF">2026-05-26T20:23:55Z</dcterms:modified>
</cp:coreProperties>
</file>