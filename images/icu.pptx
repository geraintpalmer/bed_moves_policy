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884"/>
    <p:restoredTop sz="95511"/>
  </p:normalViewPr>
  <p:slideViewPr>
    <p:cSldViewPr snapToGrid="0">
      <p:cViewPr varScale="1">
        <p:scale>
          <a:sx n="109" d="100"/>
          <a:sy n="109" d="100"/>
        </p:scale>
        <p:origin x="208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2B31F-4ABA-274F-9BB4-DA3A6583FDB8}" type="datetimeFigureOut">
              <a:rPr lang="en-US" smtClean="0"/>
              <a:t>5/18/26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CF21E-4684-E148-81FF-D3B1FD8233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5980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CF21E-4684-E148-81FF-D3B1FD82331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0453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BBEB6-1903-B4BF-7D57-D57AD1BE7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FF4B89-E594-C0FC-FCED-F7DEFB0108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4BA25C-9143-3D7E-9E54-E5C421F145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F7D8E3-4891-3E7D-DA0C-F42A0ADBE1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CF21E-4684-E148-81FF-D3B1FD82331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9133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B1A8D-D696-EF9C-8F06-0A8D9C2435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0D16CD-B70F-11D4-89A6-091E3163C9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B8FCB-50D9-7989-4CA9-320224CBC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D8B13B-14E0-D221-03A3-0397EC7F3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8149A2-F437-4783-C7C3-B95956F09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9818B-5548-7E24-036F-E23D3BD49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DD69A-43C7-432A-DDDB-3B7AA4C5C3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FD3D89-ED50-BCF9-32C0-4C98EF1DB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BBE691-8621-C853-DBDE-EE6060B5F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86B411-A161-2B15-86D1-C94B6A9EB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827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FE381-FB6B-C089-70EE-B1AC7F50A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3EE49-719D-B3C7-1818-D473656D19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615899-AE74-B8C8-DC17-3ED3FD263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0516C6-7B13-18D2-8E57-4D93DF5D5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79158-3DCD-3218-79F3-D23476C21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02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41F40-A67E-F86C-49A9-CECEAFAE3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266D6-A434-553C-738C-B6BF1ACF22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F59A0-6427-42B9-0A20-5E020D87EA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3EB3E3-8932-72A2-66A0-000E29ACD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1F176D-528C-7ECC-4DE2-51F160ACC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36DB67-A82C-2E46-92E4-E4DB72D3A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576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3D763-CD4C-F3FB-9546-AA4212494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E01E91-F4FF-C299-EBA3-E1572501F5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69DC51-BCA6-6CD7-682C-A29A513BA5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DD3B09-995D-B778-CAB8-85C2F9393A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B8EDE3-D45B-DB9A-D7A7-0FA172209D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9B4189-5C09-9C34-A399-844CBC066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72403E-D77F-BC81-1559-E4CE4F15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394A52-BD46-071F-9E37-2AFD4C70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793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59A0E-4C2B-5B8F-3590-98267063F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B5ADB1-4E2C-E95E-9D44-ADC5E3EAE4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06372D-19B3-9300-B7CD-14DD0C9B2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F73962-A2F1-07E3-8BD1-EA58D3D73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202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DC3CD5-4DE6-A7F0-E313-00D421EEB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FB4C6E-C816-99F5-1CEB-8B0E741B6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47523F-352A-152B-3D1D-8CB16BB7D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992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9CB57-EFF4-ACD9-6F91-06E57E75B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1FEC1-23CB-9BDF-C6DF-93153CCD4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8B46EB-98F8-C9D1-C324-A44493DE7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AF1315-5B4D-A5ED-5489-98E1BBE14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903DCF-AAB3-7DA8-4E05-86E3E87EB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290D20-B882-8877-E8B2-17BE23528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478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CE7B7-5A23-F1D8-EC65-42881F3AE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079E5A-B59F-0426-5727-4C8CF8CFD8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FB8AE0-924E-186C-9D19-F3BE8C5C45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5866BD-3676-249F-73A2-4DBFB6396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38AF8D-4F4D-6AEE-0318-822D16391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D6311D-7CB4-ABFB-8F7A-C900D775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741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1414B-2529-6862-101C-AABF76E1E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CE4AD1-3605-EDA5-3568-0462876FE7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958B89-2B8A-BB59-5C35-D5439DD86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399AF7-9A9F-6831-D420-DAD8538E7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C16AA-CCD8-714C-D24F-DCF5FD23F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89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A19015-264A-E71A-485C-E07287E2A7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EA2023-B8A0-0210-35D4-610913E0DC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F9F777-B425-0F2C-CB80-D86086C18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BBB2E9-1BC3-F9C0-00E8-95B66DA15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80F3C2-FE45-6064-B77D-3E49A351B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1418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A3D5A-86A7-A811-C554-D74390A62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0BCBF3-449C-5721-586B-3FBC495E5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5FD3C1-F288-4921-EE49-0C8110C182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21F05F-ACFB-0C4D-9827-53BE568178E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F4BCDE-7008-1DC7-756D-C92075EAF4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CDE614-DC7F-0B67-FEDA-4C8FA7ADE6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86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7.svg"/><Relationship Id="rId7" Type="http://schemas.openxmlformats.org/officeDocument/2006/relationships/image" Target="../media/image10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svg"/><Relationship Id="rId11" Type="http://schemas.openxmlformats.org/officeDocument/2006/relationships/image" Target="../media/image12.png"/><Relationship Id="rId5" Type="http://schemas.openxmlformats.org/officeDocument/2006/relationships/image" Target="../media/image2.svg"/><Relationship Id="rId10" Type="http://schemas.openxmlformats.org/officeDocument/2006/relationships/image" Target="../media/image11.svg"/><Relationship Id="rId4" Type="http://schemas.openxmlformats.org/officeDocument/2006/relationships/image" Target="../media/image8.svg"/><Relationship Id="rId9" Type="http://schemas.openxmlformats.org/officeDocument/2006/relationships/image" Target="../media/image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67B37151-7E1B-ABAC-85B2-A8D6273AA92E}"/>
              </a:ext>
            </a:extLst>
          </p:cNvPr>
          <p:cNvGrpSpPr/>
          <p:nvPr/>
        </p:nvGrpSpPr>
        <p:grpSpPr>
          <a:xfrm>
            <a:off x="225912" y="649363"/>
            <a:ext cx="14891756" cy="5751433"/>
            <a:chOff x="225912" y="649363"/>
            <a:chExt cx="14891756" cy="5751433"/>
          </a:xfrm>
        </p:grpSpPr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21C98AAB-6CA6-20DB-A41F-3B1994D7723E}"/>
                </a:ext>
              </a:extLst>
            </p:cNvPr>
            <p:cNvSpPr/>
            <p:nvPr/>
          </p:nvSpPr>
          <p:spPr>
            <a:xfrm>
              <a:off x="6241624" y="1172581"/>
              <a:ext cx="2667896" cy="740158"/>
            </a:xfrm>
            <a:prstGeom prst="roundRect">
              <a:avLst>
                <a:gd name="adj" fmla="val 12460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BC95A054-F441-EF31-B0FE-A824E31CF48E}"/>
                </a:ext>
              </a:extLst>
            </p:cNvPr>
            <p:cNvSpPr/>
            <p:nvPr/>
          </p:nvSpPr>
          <p:spPr>
            <a:xfrm>
              <a:off x="9249480" y="1158429"/>
              <a:ext cx="2667896" cy="740158"/>
            </a:xfrm>
            <a:prstGeom prst="roundRect">
              <a:avLst>
                <a:gd name="adj" fmla="val 12460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C0A9E794-92D6-58C9-F037-AC37A9A59019}"/>
                </a:ext>
              </a:extLst>
            </p:cNvPr>
            <p:cNvSpPr/>
            <p:nvPr/>
          </p:nvSpPr>
          <p:spPr>
            <a:xfrm>
              <a:off x="3239846" y="2073805"/>
              <a:ext cx="2667896" cy="740158"/>
            </a:xfrm>
            <a:prstGeom prst="roundRect">
              <a:avLst>
                <a:gd name="adj" fmla="val 10876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0B45577F-E9D8-9955-87C6-8CDD356067F0}"/>
                </a:ext>
              </a:extLst>
            </p:cNvPr>
            <p:cNvSpPr/>
            <p:nvPr/>
          </p:nvSpPr>
          <p:spPr>
            <a:xfrm>
              <a:off x="3233768" y="1172581"/>
              <a:ext cx="2667896" cy="740158"/>
            </a:xfrm>
            <a:prstGeom prst="roundRect">
              <a:avLst>
                <a:gd name="adj" fmla="val 12460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42DE4D5E-57BB-AC43-1053-B566DBBAA88C}"/>
                </a:ext>
              </a:extLst>
            </p:cNvPr>
            <p:cNvSpPr/>
            <p:nvPr/>
          </p:nvSpPr>
          <p:spPr>
            <a:xfrm>
              <a:off x="225912" y="1172583"/>
              <a:ext cx="2667896" cy="522821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ounded Rectangle 143">
              <a:extLst>
                <a:ext uri="{FF2B5EF4-FFF2-40B4-BE49-F238E27FC236}">
                  <a16:creationId xmlns:a16="http://schemas.microsoft.com/office/drawing/2014/main" id="{52F20055-F786-E773-F52A-1C7146149B65}"/>
                </a:ext>
              </a:extLst>
            </p:cNvPr>
            <p:cNvSpPr/>
            <p:nvPr/>
          </p:nvSpPr>
          <p:spPr>
            <a:xfrm>
              <a:off x="3239846" y="2942492"/>
              <a:ext cx="2667896" cy="345830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ounded Rectangle 144">
              <a:extLst>
                <a:ext uri="{FF2B5EF4-FFF2-40B4-BE49-F238E27FC236}">
                  <a16:creationId xmlns:a16="http://schemas.microsoft.com/office/drawing/2014/main" id="{0D554BFB-E3C6-E3C9-740C-E06504937DEC}"/>
                </a:ext>
              </a:extLst>
            </p:cNvPr>
            <p:cNvSpPr/>
            <p:nvPr/>
          </p:nvSpPr>
          <p:spPr>
            <a:xfrm>
              <a:off x="6253780" y="2091537"/>
              <a:ext cx="2667896" cy="4309257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ounded Rectangle 145">
              <a:extLst>
                <a:ext uri="{FF2B5EF4-FFF2-40B4-BE49-F238E27FC236}">
                  <a16:creationId xmlns:a16="http://schemas.microsoft.com/office/drawing/2014/main" id="{8FFE7B53-D28E-CDC6-1C2C-5A86E5B6E2DC}"/>
                </a:ext>
              </a:extLst>
            </p:cNvPr>
            <p:cNvSpPr/>
            <p:nvPr/>
          </p:nvSpPr>
          <p:spPr>
            <a:xfrm>
              <a:off x="9267714" y="2073805"/>
              <a:ext cx="2667896" cy="4326989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AEE1F89-D019-8E7E-CC55-2567202B6A94}"/>
                </a:ext>
              </a:extLst>
            </p:cNvPr>
            <p:cNvSpPr txBox="1"/>
            <p:nvPr/>
          </p:nvSpPr>
          <p:spPr>
            <a:xfrm>
              <a:off x="786251" y="649363"/>
              <a:ext cx="154721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A3 North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D37B6F6-3142-6107-53DB-4F17E0B5F2B1}"/>
                </a:ext>
              </a:extLst>
            </p:cNvPr>
            <p:cNvSpPr txBox="1"/>
            <p:nvPr/>
          </p:nvSpPr>
          <p:spPr>
            <a:xfrm>
              <a:off x="6773868" y="649363"/>
              <a:ext cx="15520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B3 North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874083D-A6A6-359F-55E6-94839F03070E}"/>
                </a:ext>
              </a:extLst>
            </p:cNvPr>
            <p:cNvSpPr txBox="1"/>
            <p:nvPr/>
          </p:nvSpPr>
          <p:spPr>
            <a:xfrm>
              <a:off x="3714247" y="649363"/>
              <a:ext cx="158248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B3 South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E4C9CBB-941E-E271-2170-6593C098ADB6}"/>
                </a:ext>
              </a:extLst>
            </p:cNvPr>
            <p:cNvSpPr txBox="1"/>
            <p:nvPr/>
          </p:nvSpPr>
          <p:spPr>
            <a:xfrm>
              <a:off x="9742013" y="649363"/>
              <a:ext cx="157767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A3 South</a:t>
              </a:r>
            </a:p>
          </p:txBody>
        </p:sp>
        <p:pic>
          <p:nvPicPr>
            <p:cNvPr id="38" name="Graphic 37" descr="Sleep with solid fill">
              <a:extLst>
                <a:ext uri="{FF2B5EF4-FFF2-40B4-BE49-F238E27FC236}">
                  <a16:creationId xmlns:a16="http://schemas.microsoft.com/office/drawing/2014/main" id="{FBEF3889-0D1A-A48A-FF05-07C6710102A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09596" y="3974373"/>
              <a:ext cx="634696" cy="634696"/>
            </a:xfrm>
            <a:prstGeom prst="rect">
              <a:avLst/>
            </a:prstGeom>
          </p:spPr>
        </p:pic>
        <p:pic>
          <p:nvPicPr>
            <p:cNvPr id="39" name="Graphic 38" descr="Sleep with solid fill">
              <a:extLst>
                <a:ext uri="{FF2B5EF4-FFF2-40B4-BE49-F238E27FC236}">
                  <a16:creationId xmlns:a16="http://schemas.microsoft.com/office/drawing/2014/main" id="{0C30D739-8C69-6D75-2839-A9CE16256E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775428" y="3974373"/>
              <a:ext cx="634696" cy="634696"/>
            </a:xfrm>
            <a:prstGeom prst="rect">
              <a:avLst/>
            </a:prstGeom>
          </p:spPr>
        </p:pic>
        <p:pic>
          <p:nvPicPr>
            <p:cNvPr id="42" name="Graphic 41" descr="Sleep with solid fill">
              <a:extLst>
                <a:ext uri="{FF2B5EF4-FFF2-40B4-BE49-F238E27FC236}">
                  <a16:creationId xmlns:a16="http://schemas.microsoft.com/office/drawing/2014/main" id="{C3315AB8-5857-66EF-AC9C-731A31F7C6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09596" y="4813462"/>
              <a:ext cx="634696" cy="634696"/>
            </a:xfrm>
            <a:prstGeom prst="rect">
              <a:avLst/>
            </a:prstGeom>
          </p:spPr>
        </p:pic>
        <p:pic>
          <p:nvPicPr>
            <p:cNvPr id="43" name="Graphic 42" descr="Sleep with solid fill">
              <a:extLst>
                <a:ext uri="{FF2B5EF4-FFF2-40B4-BE49-F238E27FC236}">
                  <a16:creationId xmlns:a16="http://schemas.microsoft.com/office/drawing/2014/main" id="{CDDE2129-A6A9-D115-59D4-13173CF8DDA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775428" y="4813462"/>
              <a:ext cx="634696" cy="634696"/>
            </a:xfrm>
            <a:prstGeom prst="rect">
              <a:avLst/>
            </a:prstGeom>
          </p:spPr>
        </p:pic>
        <p:pic>
          <p:nvPicPr>
            <p:cNvPr id="55" name="Graphic 54" descr="Sleep with solid fill">
              <a:extLst>
                <a:ext uri="{FF2B5EF4-FFF2-40B4-BE49-F238E27FC236}">
                  <a16:creationId xmlns:a16="http://schemas.microsoft.com/office/drawing/2014/main" id="{AE93AA88-5FE7-A84B-8EF3-DD4F40DF68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09596" y="1925641"/>
              <a:ext cx="634696" cy="634696"/>
            </a:xfrm>
            <a:prstGeom prst="rect">
              <a:avLst/>
            </a:prstGeom>
          </p:spPr>
        </p:pic>
        <p:pic>
          <p:nvPicPr>
            <p:cNvPr id="56" name="Graphic 55" descr="Sleep with solid fill">
              <a:extLst>
                <a:ext uri="{FF2B5EF4-FFF2-40B4-BE49-F238E27FC236}">
                  <a16:creationId xmlns:a16="http://schemas.microsoft.com/office/drawing/2014/main" id="{5934E941-0BE2-65FD-6BFE-D07642B550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775428" y="1925641"/>
              <a:ext cx="634696" cy="634696"/>
            </a:xfrm>
            <a:prstGeom prst="rect">
              <a:avLst/>
            </a:prstGeom>
          </p:spPr>
        </p:pic>
        <p:pic>
          <p:nvPicPr>
            <p:cNvPr id="57" name="Graphic 56" descr="Sleep with solid fill">
              <a:extLst>
                <a:ext uri="{FF2B5EF4-FFF2-40B4-BE49-F238E27FC236}">
                  <a16:creationId xmlns:a16="http://schemas.microsoft.com/office/drawing/2014/main" id="{FE3EE6B8-E09C-535D-5FD7-73FC869A5EC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09596" y="2764730"/>
              <a:ext cx="634696" cy="634696"/>
            </a:xfrm>
            <a:prstGeom prst="rect">
              <a:avLst/>
            </a:prstGeom>
          </p:spPr>
        </p:pic>
        <p:pic>
          <p:nvPicPr>
            <p:cNvPr id="58" name="Graphic 57" descr="Sleep with solid fill">
              <a:extLst>
                <a:ext uri="{FF2B5EF4-FFF2-40B4-BE49-F238E27FC236}">
                  <a16:creationId xmlns:a16="http://schemas.microsoft.com/office/drawing/2014/main" id="{50E8B439-85FE-D665-AC20-81E9C6BA735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775428" y="2764730"/>
              <a:ext cx="634696" cy="634696"/>
            </a:xfrm>
            <a:prstGeom prst="rect">
              <a:avLst/>
            </a:prstGeom>
          </p:spPr>
        </p:pic>
        <p:pic>
          <p:nvPicPr>
            <p:cNvPr id="59" name="Graphic 58" descr="Sleep with solid fill">
              <a:extLst>
                <a:ext uri="{FF2B5EF4-FFF2-40B4-BE49-F238E27FC236}">
                  <a16:creationId xmlns:a16="http://schemas.microsoft.com/office/drawing/2014/main" id="{2B70B3A1-B1B2-909D-A783-66CDF98ADD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256446" y="1218478"/>
              <a:ext cx="634696" cy="634696"/>
            </a:xfrm>
            <a:prstGeom prst="rect">
              <a:avLst/>
            </a:prstGeom>
          </p:spPr>
        </p:pic>
        <p:pic>
          <p:nvPicPr>
            <p:cNvPr id="60" name="Graphic 59" descr="Sleep with solid fill">
              <a:extLst>
                <a:ext uri="{FF2B5EF4-FFF2-40B4-BE49-F238E27FC236}">
                  <a16:creationId xmlns:a16="http://schemas.microsoft.com/office/drawing/2014/main" id="{D95F6D61-AA43-F992-CB00-A74820EA41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270380" y="1226615"/>
              <a:ext cx="634696" cy="634696"/>
            </a:xfrm>
            <a:prstGeom prst="rect">
              <a:avLst/>
            </a:prstGeom>
          </p:spPr>
        </p:pic>
        <p:pic>
          <p:nvPicPr>
            <p:cNvPr id="61" name="Graphic 60" descr="Sleep with solid fill">
              <a:extLst>
                <a:ext uri="{FF2B5EF4-FFF2-40B4-BE49-F238E27FC236}">
                  <a16:creationId xmlns:a16="http://schemas.microsoft.com/office/drawing/2014/main" id="{AC4B699B-1EB0-FD3E-EDE1-C7B19E5303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284314" y="1214892"/>
              <a:ext cx="634696" cy="634696"/>
            </a:xfrm>
            <a:prstGeom prst="rect">
              <a:avLst/>
            </a:prstGeom>
          </p:spPr>
        </p:pic>
        <p:pic>
          <p:nvPicPr>
            <p:cNvPr id="63" name="Graphic 62" descr="Sleep with solid fill">
              <a:extLst>
                <a:ext uri="{FF2B5EF4-FFF2-40B4-BE49-F238E27FC236}">
                  <a16:creationId xmlns:a16="http://schemas.microsoft.com/office/drawing/2014/main" id="{B8E2AE39-B58E-011E-1C50-05AD2C99B12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723530" y="3030079"/>
              <a:ext cx="634696" cy="634696"/>
            </a:xfrm>
            <a:prstGeom prst="rect">
              <a:avLst/>
            </a:prstGeom>
          </p:spPr>
        </p:pic>
        <p:pic>
          <p:nvPicPr>
            <p:cNvPr id="64" name="Graphic 63" descr="Sleep with solid fill">
              <a:extLst>
                <a:ext uri="{FF2B5EF4-FFF2-40B4-BE49-F238E27FC236}">
                  <a16:creationId xmlns:a16="http://schemas.microsoft.com/office/drawing/2014/main" id="{1BA287FF-2D89-F29C-4811-7265ADB8A80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789362" y="3030079"/>
              <a:ext cx="634696" cy="634696"/>
            </a:xfrm>
            <a:prstGeom prst="rect">
              <a:avLst/>
            </a:prstGeom>
          </p:spPr>
        </p:pic>
        <p:pic>
          <p:nvPicPr>
            <p:cNvPr id="65" name="Graphic 64" descr="Sleep with solid fill">
              <a:extLst>
                <a:ext uri="{FF2B5EF4-FFF2-40B4-BE49-F238E27FC236}">
                  <a16:creationId xmlns:a16="http://schemas.microsoft.com/office/drawing/2014/main" id="{1DF27AE5-FD61-7D18-7E91-A0FCFDD1CF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723530" y="3869168"/>
              <a:ext cx="634696" cy="634696"/>
            </a:xfrm>
            <a:prstGeom prst="rect">
              <a:avLst/>
            </a:prstGeom>
          </p:spPr>
        </p:pic>
        <p:pic>
          <p:nvPicPr>
            <p:cNvPr id="66" name="Graphic 65" descr="Sleep with solid fill">
              <a:extLst>
                <a:ext uri="{FF2B5EF4-FFF2-40B4-BE49-F238E27FC236}">
                  <a16:creationId xmlns:a16="http://schemas.microsoft.com/office/drawing/2014/main" id="{3BB0E143-4233-B87F-F953-B50153B056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789362" y="3869168"/>
              <a:ext cx="634696" cy="634696"/>
            </a:xfrm>
            <a:prstGeom prst="rect">
              <a:avLst/>
            </a:prstGeom>
          </p:spPr>
        </p:pic>
        <p:pic>
          <p:nvPicPr>
            <p:cNvPr id="75" name="Graphic 74" descr="Sleep with solid fill">
              <a:extLst>
                <a:ext uri="{FF2B5EF4-FFF2-40B4-BE49-F238E27FC236}">
                  <a16:creationId xmlns:a16="http://schemas.microsoft.com/office/drawing/2014/main" id="{14385CE5-6CAE-EF3D-790F-0FA6584C0D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723530" y="4708256"/>
              <a:ext cx="634696" cy="634696"/>
            </a:xfrm>
            <a:prstGeom prst="rect">
              <a:avLst/>
            </a:prstGeom>
          </p:spPr>
        </p:pic>
        <p:pic>
          <p:nvPicPr>
            <p:cNvPr id="76" name="Graphic 75" descr="Sleep with solid fill">
              <a:extLst>
                <a:ext uri="{FF2B5EF4-FFF2-40B4-BE49-F238E27FC236}">
                  <a16:creationId xmlns:a16="http://schemas.microsoft.com/office/drawing/2014/main" id="{BFE33B39-C141-DDB8-53B2-AC070118DE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789362" y="4708256"/>
              <a:ext cx="634696" cy="634696"/>
            </a:xfrm>
            <a:prstGeom prst="rect">
              <a:avLst/>
            </a:prstGeom>
          </p:spPr>
        </p:pic>
        <p:pic>
          <p:nvPicPr>
            <p:cNvPr id="77" name="Graphic 76" descr="Sleep with solid fill">
              <a:extLst>
                <a:ext uri="{FF2B5EF4-FFF2-40B4-BE49-F238E27FC236}">
                  <a16:creationId xmlns:a16="http://schemas.microsoft.com/office/drawing/2014/main" id="{A60ADB2D-DF81-42F4-0947-DBA4B9CC1F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723530" y="5547345"/>
              <a:ext cx="634696" cy="634696"/>
            </a:xfrm>
            <a:prstGeom prst="rect">
              <a:avLst/>
            </a:prstGeom>
          </p:spPr>
        </p:pic>
        <p:pic>
          <p:nvPicPr>
            <p:cNvPr id="78" name="Graphic 77" descr="Sleep with solid fill">
              <a:extLst>
                <a:ext uri="{FF2B5EF4-FFF2-40B4-BE49-F238E27FC236}">
                  <a16:creationId xmlns:a16="http://schemas.microsoft.com/office/drawing/2014/main" id="{4684E287-1BD1-73D2-19E3-D96DE3E3F33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789362" y="5547345"/>
              <a:ext cx="634696" cy="634696"/>
            </a:xfrm>
            <a:prstGeom prst="rect">
              <a:avLst/>
            </a:prstGeom>
          </p:spPr>
        </p:pic>
        <p:pic>
          <p:nvPicPr>
            <p:cNvPr id="103" name="Graphic 102" descr="Sleep with solid fill">
              <a:extLst>
                <a:ext uri="{FF2B5EF4-FFF2-40B4-BE49-F238E27FC236}">
                  <a16:creationId xmlns:a16="http://schemas.microsoft.com/office/drawing/2014/main" id="{F3F2BA80-0346-263C-DE00-1C717BE9D7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81876" y="2444684"/>
              <a:ext cx="634696" cy="634696"/>
            </a:xfrm>
            <a:prstGeom prst="rect">
              <a:avLst/>
            </a:prstGeom>
          </p:spPr>
        </p:pic>
        <p:pic>
          <p:nvPicPr>
            <p:cNvPr id="104" name="Graphic 103" descr="Sleep with solid fill">
              <a:extLst>
                <a:ext uri="{FF2B5EF4-FFF2-40B4-BE49-F238E27FC236}">
                  <a16:creationId xmlns:a16="http://schemas.microsoft.com/office/drawing/2014/main" id="{C744BE2E-4598-7EBC-A822-CBC8A91BC3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47708" y="2444684"/>
              <a:ext cx="634696" cy="634696"/>
            </a:xfrm>
            <a:prstGeom prst="rect">
              <a:avLst/>
            </a:prstGeom>
          </p:spPr>
        </p:pic>
        <p:pic>
          <p:nvPicPr>
            <p:cNvPr id="105" name="Graphic 104" descr="Sleep with solid fill">
              <a:extLst>
                <a:ext uri="{FF2B5EF4-FFF2-40B4-BE49-F238E27FC236}">
                  <a16:creationId xmlns:a16="http://schemas.microsoft.com/office/drawing/2014/main" id="{9D572FB8-31AE-B9A7-B19F-5C5A036871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81876" y="3283773"/>
              <a:ext cx="634696" cy="634696"/>
            </a:xfrm>
            <a:prstGeom prst="rect">
              <a:avLst/>
            </a:prstGeom>
          </p:spPr>
        </p:pic>
        <p:pic>
          <p:nvPicPr>
            <p:cNvPr id="106" name="Graphic 105" descr="Sleep with solid fill">
              <a:extLst>
                <a:ext uri="{FF2B5EF4-FFF2-40B4-BE49-F238E27FC236}">
                  <a16:creationId xmlns:a16="http://schemas.microsoft.com/office/drawing/2014/main" id="{4ACAD09A-895A-6293-F6E5-B647D16857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47708" y="3283773"/>
              <a:ext cx="634696" cy="634696"/>
            </a:xfrm>
            <a:prstGeom prst="rect">
              <a:avLst/>
            </a:prstGeom>
          </p:spPr>
        </p:pic>
        <p:pic>
          <p:nvPicPr>
            <p:cNvPr id="107" name="Graphic 106" descr="Sleep with solid fill">
              <a:extLst>
                <a:ext uri="{FF2B5EF4-FFF2-40B4-BE49-F238E27FC236}">
                  <a16:creationId xmlns:a16="http://schemas.microsoft.com/office/drawing/2014/main" id="{03C4CFED-82F3-5A4E-9331-B982B1D146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81876" y="4190595"/>
              <a:ext cx="634696" cy="634696"/>
            </a:xfrm>
            <a:prstGeom prst="rect">
              <a:avLst/>
            </a:prstGeom>
          </p:spPr>
        </p:pic>
        <p:pic>
          <p:nvPicPr>
            <p:cNvPr id="108" name="Graphic 107" descr="Sleep with solid fill">
              <a:extLst>
                <a:ext uri="{FF2B5EF4-FFF2-40B4-BE49-F238E27FC236}">
                  <a16:creationId xmlns:a16="http://schemas.microsoft.com/office/drawing/2014/main" id="{C617B602-9E9F-6CE4-A7CB-DBBC60A0D8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47708" y="4190595"/>
              <a:ext cx="634696" cy="634696"/>
            </a:xfrm>
            <a:prstGeom prst="rect">
              <a:avLst/>
            </a:prstGeom>
          </p:spPr>
        </p:pic>
        <p:pic>
          <p:nvPicPr>
            <p:cNvPr id="109" name="Graphic 108" descr="Sleep with solid fill">
              <a:extLst>
                <a:ext uri="{FF2B5EF4-FFF2-40B4-BE49-F238E27FC236}">
                  <a16:creationId xmlns:a16="http://schemas.microsoft.com/office/drawing/2014/main" id="{78BE82EC-111C-A974-F5A2-3976C9CEB1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81876" y="5029684"/>
              <a:ext cx="634696" cy="634696"/>
            </a:xfrm>
            <a:prstGeom prst="rect">
              <a:avLst/>
            </a:prstGeom>
          </p:spPr>
        </p:pic>
        <p:pic>
          <p:nvPicPr>
            <p:cNvPr id="110" name="Graphic 109" descr="Sleep with solid fill">
              <a:extLst>
                <a:ext uri="{FF2B5EF4-FFF2-40B4-BE49-F238E27FC236}">
                  <a16:creationId xmlns:a16="http://schemas.microsoft.com/office/drawing/2014/main" id="{214902D7-E366-BF7C-9866-BFB16C5D85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47708" y="5029684"/>
              <a:ext cx="634696" cy="634696"/>
            </a:xfrm>
            <a:prstGeom prst="rect">
              <a:avLst/>
            </a:prstGeom>
          </p:spPr>
        </p:pic>
        <p:pic>
          <p:nvPicPr>
            <p:cNvPr id="111" name="Graphic 110" descr="Sleep with solid fill">
              <a:extLst>
                <a:ext uri="{FF2B5EF4-FFF2-40B4-BE49-F238E27FC236}">
                  <a16:creationId xmlns:a16="http://schemas.microsoft.com/office/drawing/2014/main" id="{9C91A0BD-49B0-5FBB-C169-F67AC835BDA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737464" y="2395383"/>
              <a:ext cx="634696" cy="634696"/>
            </a:xfrm>
            <a:prstGeom prst="rect">
              <a:avLst/>
            </a:prstGeom>
          </p:spPr>
        </p:pic>
        <p:pic>
          <p:nvPicPr>
            <p:cNvPr id="112" name="Graphic 111" descr="Sleep with solid fill">
              <a:extLst>
                <a:ext uri="{FF2B5EF4-FFF2-40B4-BE49-F238E27FC236}">
                  <a16:creationId xmlns:a16="http://schemas.microsoft.com/office/drawing/2014/main" id="{37523937-B4F4-ABE8-9034-FDA2465474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03296" y="2395383"/>
              <a:ext cx="634696" cy="634696"/>
            </a:xfrm>
            <a:prstGeom prst="rect">
              <a:avLst/>
            </a:prstGeom>
          </p:spPr>
        </p:pic>
        <p:pic>
          <p:nvPicPr>
            <p:cNvPr id="113" name="Graphic 112" descr="Sleep with solid fill">
              <a:extLst>
                <a:ext uri="{FF2B5EF4-FFF2-40B4-BE49-F238E27FC236}">
                  <a16:creationId xmlns:a16="http://schemas.microsoft.com/office/drawing/2014/main" id="{D68E1448-7789-7B20-612A-9F4DB3BD8F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737464" y="3234472"/>
              <a:ext cx="634696" cy="634696"/>
            </a:xfrm>
            <a:prstGeom prst="rect">
              <a:avLst/>
            </a:prstGeom>
          </p:spPr>
        </p:pic>
        <p:pic>
          <p:nvPicPr>
            <p:cNvPr id="114" name="Graphic 113" descr="Sleep with solid fill">
              <a:extLst>
                <a:ext uri="{FF2B5EF4-FFF2-40B4-BE49-F238E27FC236}">
                  <a16:creationId xmlns:a16="http://schemas.microsoft.com/office/drawing/2014/main" id="{4141B252-B1AE-1D46-F74E-9913BF2629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03296" y="3234472"/>
              <a:ext cx="634696" cy="634696"/>
            </a:xfrm>
            <a:prstGeom prst="rect">
              <a:avLst/>
            </a:prstGeom>
          </p:spPr>
        </p:pic>
        <p:pic>
          <p:nvPicPr>
            <p:cNvPr id="115" name="Graphic 114" descr="Sleep with solid fill">
              <a:extLst>
                <a:ext uri="{FF2B5EF4-FFF2-40B4-BE49-F238E27FC236}">
                  <a16:creationId xmlns:a16="http://schemas.microsoft.com/office/drawing/2014/main" id="{3144BFB6-1B0E-D445-BB23-C9FF85111C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737464" y="4321078"/>
              <a:ext cx="634696" cy="634696"/>
            </a:xfrm>
            <a:prstGeom prst="rect">
              <a:avLst/>
            </a:prstGeom>
          </p:spPr>
        </p:pic>
        <p:pic>
          <p:nvPicPr>
            <p:cNvPr id="116" name="Graphic 115" descr="Sleep with solid fill">
              <a:extLst>
                <a:ext uri="{FF2B5EF4-FFF2-40B4-BE49-F238E27FC236}">
                  <a16:creationId xmlns:a16="http://schemas.microsoft.com/office/drawing/2014/main" id="{75324D9F-76A6-A02C-F6B6-E6CDF3AB91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03296" y="4321078"/>
              <a:ext cx="634696" cy="634696"/>
            </a:xfrm>
            <a:prstGeom prst="rect">
              <a:avLst/>
            </a:prstGeom>
          </p:spPr>
        </p:pic>
        <p:pic>
          <p:nvPicPr>
            <p:cNvPr id="117" name="Graphic 116" descr="Sleep with solid fill">
              <a:extLst>
                <a:ext uri="{FF2B5EF4-FFF2-40B4-BE49-F238E27FC236}">
                  <a16:creationId xmlns:a16="http://schemas.microsoft.com/office/drawing/2014/main" id="{55C6267F-A4C7-4B47-6E5E-425C50DC5C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232534" y="5160167"/>
              <a:ext cx="634696" cy="634696"/>
            </a:xfrm>
            <a:prstGeom prst="rect">
              <a:avLst/>
            </a:prstGeom>
          </p:spPr>
        </p:pic>
        <p:pic>
          <p:nvPicPr>
            <p:cNvPr id="142" name="Graphic 141" descr="Sleep with solid fill">
              <a:extLst>
                <a:ext uri="{FF2B5EF4-FFF2-40B4-BE49-F238E27FC236}">
                  <a16:creationId xmlns:a16="http://schemas.microsoft.com/office/drawing/2014/main" id="{5EE19132-F4E8-A5E2-7569-6E627930A5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256446" y="2103260"/>
              <a:ext cx="634696" cy="634696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31D39AB-FB46-2F5A-8195-0DEAC8F94096}"/>
                </a:ext>
              </a:extLst>
            </p:cNvPr>
            <p:cNvSpPr/>
            <p:nvPr/>
          </p:nvSpPr>
          <p:spPr>
            <a:xfrm>
              <a:off x="4594032" y="5547344"/>
              <a:ext cx="1024569" cy="661275"/>
            </a:xfrm>
            <a:prstGeom prst="rect">
              <a:avLst/>
            </a:prstGeom>
            <a:noFill/>
            <a:ln w="34925"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B1C81C5E-378F-8CF5-8C70-A2544323AA24}"/>
                </a:ext>
              </a:extLst>
            </p:cNvPr>
            <p:cNvSpPr/>
            <p:nvPr/>
          </p:nvSpPr>
          <p:spPr>
            <a:xfrm>
              <a:off x="12449772" y="1172581"/>
              <a:ext cx="2667896" cy="2061879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5F73710-C6E5-98E9-E9D9-548C5BD03132}"/>
                </a:ext>
              </a:extLst>
            </p:cNvPr>
            <p:cNvSpPr txBox="1"/>
            <p:nvPr/>
          </p:nvSpPr>
          <p:spPr>
            <a:xfrm>
              <a:off x="12587302" y="649363"/>
              <a:ext cx="23928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Complex Care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7B58B42-76AC-D283-F93E-3B55A7F3145E}"/>
                </a:ext>
              </a:extLst>
            </p:cNvPr>
            <p:cNvSpPr txBox="1"/>
            <p:nvPr/>
          </p:nvSpPr>
          <p:spPr>
            <a:xfrm>
              <a:off x="13247867" y="3811950"/>
              <a:ext cx="107170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PACU</a:t>
              </a: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E90F25F4-9C75-7D68-11E8-EC6494171B2D}"/>
                </a:ext>
              </a:extLst>
            </p:cNvPr>
            <p:cNvSpPr/>
            <p:nvPr/>
          </p:nvSpPr>
          <p:spPr>
            <a:xfrm>
              <a:off x="12449771" y="4312012"/>
              <a:ext cx="2667896" cy="2061879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C62E2935-6100-EB7C-8087-4EE2E2063A44}"/>
                </a:ext>
              </a:extLst>
            </p:cNvPr>
            <p:cNvCxnSpPr>
              <a:cxnSpLocks/>
            </p:cNvCxnSpPr>
            <p:nvPr/>
          </p:nvCxnSpPr>
          <p:spPr>
            <a:xfrm>
              <a:off x="225912" y="3803847"/>
              <a:ext cx="1866864" cy="8103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5577FF9-BB3E-68FD-ED66-EF09EB425FAB}"/>
                </a:ext>
              </a:extLst>
            </p:cNvPr>
            <p:cNvCxnSpPr>
              <a:cxnSpLocks/>
            </p:cNvCxnSpPr>
            <p:nvPr/>
          </p:nvCxnSpPr>
          <p:spPr>
            <a:xfrm>
              <a:off x="9267714" y="4122861"/>
              <a:ext cx="1897342" cy="0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1B22427-5507-8097-FC57-9EDC00D8BF7F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46" y="4690380"/>
              <a:ext cx="1866470" cy="17876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E2184ED-F722-140A-3DE8-7AA5D8CD27E3}"/>
                </a:ext>
              </a:extLst>
            </p:cNvPr>
            <p:cNvCxnSpPr>
              <a:cxnSpLocks/>
            </p:cNvCxnSpPr>
            <p:nvPr/>
          </p:nvCxnSpPr>
          <p:spPr>
            <a:xfrm>
              <a:off x="6253780" y="4184442"/>
              <a:ext cx="1866864" cy="2074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02091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597F7-F283-2F82-698C-E016618FC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A5B8C7F-F4ED-B7A9-AE45-94AD8FD312FE}"/>
              </a:ext>
            </a:extLst>
          </p:cNvPr>
          <p:cNvSpPr/>
          <p:nvPr/>
        </p:nvSpPr>
        <p:spPr>
          <a:xfrm>
            <a:off x="225912" y="1172583"/>
            <a:ext cx="2667896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Rounded Rectangle 143">
            <a:extLst>
              <a:ext uri="{FF2B5EF4-FFF2-40B4-BE49-F238E27FC236}">
                <a16:creationId xmlns:a16="http://schemas.microsoft.com/office/drawing/2014/main" id="{8155D6A4-7622-70F2-E303-5A893C558605}"/>
              </a:ext>
            </a:extLst>
          </p:cNvPr>
          <p:cNvSpPr/>
          <p:nvPr/>
        </p:nvSpPr>
        <p:spPr>
          <a:xfrm>
            <a:off x="3239846" y="1172582"/>
            <a:ext cx="2667896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9DEA0841-80C0-68EE-C231-AA3B97015AC8}"/>
              </a:ext>
            </a:extLst>
          </p:cNvPr>
          <p:cNvSpPr/>
          <p:nvPr/>
        </p:nvSpPr>
        <p:spPr>
          <a:xfrm>
            <a:off x="6253780" y="1172581"/>
            <a:ext cx="2667896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Rounded Rectangle 145">
            <a:extLst>
              <a:ext uri="{FF2B5EF4-FFF2-40B4-BE49-F238E27FC236}">
                <a16:creationId xmlns:a16="http://schemas.microsoft.com/office/drawing/2014/main" id="{EAF13D71-0B6A-4A83-7BCF-2FA8AD51915C}"/>
              </a:ext>
            </a:extLst>
          </p:cNvPr>
          <p:cNvSpPr/>
          <p:nvPr/>
        </p:nvSpPr>
        <p:spPr>
          <a:xfrm>
            <a:off x="9267714" y="1172581"/>
            <a:ext cx="2667896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EEBE9E6B-D3ED-66EF-9143-44003E57B85D}"/>
              </a:ext>
            </a:extLst>
          </p:cNvPr>
          <p:cNvSpPr/>
          <p:nvPr/>
        </p:nvSpPr>
        <p:spPr>
          <a:xfrm>
            <a:off x="430306" y="1904125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670159D7-C6C1-B857-F8E8-25704449DD31}"/>
              </a:ext>
            </a:extLst>
          </p:cNvPr>
          <p:cNvSpPr/>
          <p:nvPr/>
        </p:nvSpPr>
        <p:spPr>
          <a:xfrm>
            <a:off x="430306" y="275127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E880039-92CC-B423-69FB-B5A014F81974}"/>
              </a:ext>
            </a:extLst>
          </p:cNvPr>
          <p:cNvSpPr/>
          <p:nvPr/>
        </p:nvSpPr>
        <p:spPr>
          <a:xfrm>
            <a:off x="430306" y="3878586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AD6773E-1A87-3B98-E282-31598971038B}"/>
              </a:ext>
            </a:extLst>
          </p:cNvPr>
          <p:cNvSpPr/>
          <p:nvPr/>
        </p:nvSpPr>
        <p:spPr>
          <a:xfrm>
            <a:off x="430306" y="474545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FF8DD8F-EB79-1AB2-1616-E561D76F06DF}"/>
              </a:ext>
            </a:extLst>
          </p:cNvPr>
          <p:cNvSpPr/>
          <p:nvPr/>
        </p:nvSpPr>
        <p:spPr>
          <a:xfrm>
            <a:off x="3449620" y="299200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D80EF1C-8A47-7A87-A86B-010F16D02470}"/>
              </a:ext>
            </a:extLst>
          </p:cNvPr>
          <p:cNvSpPr/>
          <p:nvPr/>
        </p:nvSpPr>
        <p:spPr>
          <a:xfrm>
            <a:off x="3449620" y="386199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4D7CAE-50BD-0183-692F-86695273AA1B}"/>
              </a:ext>
            </a:extLst>
          </p:cNvPr>
          <p:cNvSpPr/>
          <p:nvPr/>
        </p:nvSpPr>
        <p:spPr>
          <a:xfrm>
            <a:off x="3449620" y="4699712"/>
            <a:ext cx="2248348" cy="1571996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8E48509-5618-3C6D-78EB-68D032F7BBC6}"/>
              </a:ext>
            </a:extLst>
          </p:cNvPr>
          <p:cNvSpPr/>
          <p:nvPr/>
        </p:nvSpPr>
        <p:spPr>
          <a:xfrm>
            <a:off x="6463554" y="2403919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18524937-6671-AD4B-E36C-DDE96F31D4A2}"/>
              </a:ext>
            </a:extLst>
          </p:cNvPr>
          <p:cNvSpPr/>
          <p:nvPr/>
        </p:nvSpPr>
        <p:spPr>
          <a:xfrm>
            <a:off x="6463554" y="323447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ED4D59A-0E5E-FF66-5BEE-109B6A0AB747}"/>
              </a:ext>
            </a:extLst>
          </p:cNvPr>
          <p:cNvSpPr/>
          <p:nvPr/>
        </p:nvSpPr>
        <p:spPr>
          <a:xfrm>
            <a:off x="6463554" y="4064613"/>
            <a:ext cx="2248348" cy="1548187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3C5B55E4-66D0-E3A7-AF6E-5AD19169A1C5}"/>
              </a:ext>
            </a:extLst>
          </p:cNvPr>
          <p:cNvSpPr/>
          <p:nvPr/>
        </p:nvSpPr>
        <p:spPr>
          <a:xfrm>
            <a:off x="9477488" y="2416899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3099E6E-C439-5CE0-9BFC-2D587E1152F9}"/>
              </a:ext>
            </a:extLst>
          </p:cNvPr>
          <p:cNvSpPr/>
          <p:nvPr/>
        </p:nvSpPr>
        <p:spPr>
          <a:xfrm>
            <a:off x="9502587" y="3255988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215745D3-A775-24A7-3CFC-77B5C579846B}"/>
              </a:ext>
            </a:extLst>
          </p:cNvPr>
          <p:cNvSpPr/>
          <p:nvPr/>
        </p:nvSpPr>
        <p:spPr>
          <a:xfrm>
            <a:off x="9513346" y="4098211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A1645BD-06A7-CFA7-4840-F573DD5D7205}"/>
              </a:ext>
            </a:extLst>
          </p:cNvPr>
          <p:cNvSpPr/>
          <p:nvPr/>
        </p:nvSpPr>
        <p:spPr>
          <a:xfrm>
            <a:off x="9513346" y="496195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0B15A6B5-D051-4E2E-5CD2-D5DBCDABB5CA}"/>
              </a:ext>
            </a:extLst>
          </p:cNvPr>
          <p:cNvSpPr/>
          <p:nvPr/>
        </p:nvSpPr>
        <p:spPr>
          <a:xfrm>
            <a:off x="3910408" y="12826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2AD1195F-4CAE-F7CF-10F1-D9829DB60DC8}"/>
              </a:ext>
            </a:extLst>
          </p:cNvPr>
          <p:cNvSpPr/>
          <p:nvPr/>
        </p:nvSpPr>
        <p:spPr>
          <a:xfrm>
            <a:off x="3910408" y="2076254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3DFBA7DB-7925-245C-9100-F576ED640631}"/>
              </a:ext>
            </a:extLst>
          </p:cNvPr>
          <p:cNvSpPr/>
          <p:nvPr/>
        </p:nvSpPr>
        <p:spPr>
          <a:xfrm>
            <a:off x="6924342" y="12833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3599050A-0771-580B-3B97-9808FCCFBE7D}"/>
              </a:ext>
            </a:extLst>
          </p:cNvPr>
          <p:cNvSpPr/>
          <p:nvPr/>
        </p:nvSpPr>
        <p:spPr>
          <a:xfrm>
            <a:off x="9938276" y="12833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D5F0D2-6DFF-CE88-32FB-F968E6ED4734}"/>
              </a:ext>
            </a:extLst>
          </p:cNvPr>
          <p:cNvSpPr txBox="1"/>
          <p:nvPr/>
        </p:nvSpPr>
        <p:spPr>
          <a:xfrm>
            <a:off x="786251" y="649363"/>
            <a:ext cx="15472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A3 North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61816D-96FF-B5AD-0AB7-3371F071A274}"/>
              </a:ext>
            </a:extLst>
          </p:cNvPr>
          <p:cNvSpPr txBox="1"/>
          <p:nvPr/>
        </p:nvSpPr>
        <p:spPr>
          <a:xfrm>
            <a:off x="6773868" y="649363"/>
            <a:ext cx="15520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B3 North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A577A3-6BCB-7CF9-667E-03CF4648E0A5}"/>
              </a:ext>
            </a:extLst>
          </p:cNvPr>
          <p:cNvSpPr txBox="1"/>
          <p:nvPr/>
        </p:nvSpPr>
        <p:spPr>
          <a:xfrm>
            <a:off x="3714247" y="649363"/>
            <a:ext cx="15824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B3 South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1706A2-0E10-2BB9-85BD-053AD5102D10}"/>
              </a:ext>
            </a:extLst>
          </p:cNvPr>
          <p:cNvSpPr txBox="1"/>
          <p:nvPr/>
        </p:nvSpPr>
        <p:spPr>
          <a:xfrm>
            <a:off x="9742013" y="649363"/>
            <a:ext cx="15776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A3 South</a:t>
            </a:r>
          </a:p>
        </p:txBody>
      </p:sp>
      <p:pic>
        <p:nvPicPr>
          <p:cNvPr id="38" name="Graphic 37" descr="Sleep with solid fill">
            <a:extLst>
              <a:ext uri="{FF2B5EF4-FFF2-40B4-BE49-F238E27FC236}">
                <a16:creationId xmlns:a16="http://schemas.microsoft.com/office/drawing/2014/main" id="{4B6A6354-93FA-F3AE-5E61-28A1DCEB9C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3929217"/>
            <a:ext cx="634696" cy="634696"/>
          </a:xfrm>
          <a:prstGeom prst="rect">
            <a:avLst/>
          </a:prstGeom>
        </p:spPr>
      </p:pic>
      <p:pic>
        <p:nvPicPr>
          <p:cNvPr id="39" name="Graphic 38" descr="Sleep with solid fill">
            <a:extLst>
              <a:ext uri="{FF2B5EF4-FFF2-40B4-BE49-F238E27FC236}">
                <a16:creationId xmlns:a16="http://schemas.microsoft.com/office/drawing/2014/main" id="{64F420BD-0E8B-C69B-A315-E4B7D6993B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3929217"/>
            <a:ext cx="634696" cy="634696"/>
          </a:xfrm>
          <a:prstGeom prst="rect">
            <a:avLst/>
          </a:prstGeom>
        </p:spPr>
      </p:pic>
      <p:pic>
        <p:nvPicPr>
          <p:cNvPr id="42" name="Graphic 41" descr="Sleep with solid fill">
            <a:extLst>
              <a:ext uri="{FF2B5EF4-FFF2-40B4-BE49-F238E27FC236}">
                <a16:creationId xmlns:a16="http://schemas.microsoft.com/office/drawing/2014/main" id="{B69EE946-20FF-0735-F4A7-BD8E4D835E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4768306"/>
            <a:ext cx="634696" cy="634696"/>
          </a:xfrm>
          <a:prstGeom prst="rect">
            <a:avLst/>
          </a:prstGeom>
        </p:spPr>
      </p:pic>
      <p:pic>
        <p:nvPicPr>
          <p:cNvPr id="43" name="Graphic 42" descr="Sleep with solid fill">
            <a:extLst>
              <a:ext uri="{FF2B5EF4-FFF2-40B4-BE49-F238E27FC236}">
                <a16:creationId xmlns:a16="http://schemas.microsoft.com/office/drawing/2014/main" id="{0B9DBEFB-E100-6330-9115-24D275F261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4768306"/>
            <a:ext cx="634696" cy="634696"/>
          </a:xfrm>
          <a:prstGeom prst="rect">
            <a:avLst/>
          </a:prstGeom>
        </p:spPr>
      </p:pic>
      <p:pic>
        <p:nvPicPr>
          <p:cNvPr id="55" name="Graphic 54" descr="Sleep with solid fill">
            <a:extLst>
              <a:ext uri="{FF2B5EF4-FFF2-40B4-BE49-F238E27FC236}">
                <a16:creationId xmlns:a16="http://schemas.microsoft.com/office/drawing/2014/main" id="{7955ECE6-C843-A921-1E69-D8FF9D4C5C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1925641"/>
            <a:ext cx="634696" cy="634696"/>
          </a:xfrm>
          <a:prstGeom prst="rect">
            <a:avLst/>
          </a:prstGeom>
        </p:spPr>
      </p:pic>
      <p:pic>
        <p:nvPicPr>
          <p:cNvPr id="56" name="Graphic 55" descr="Sleep with solid fill">
            <a:extLst>
              <a:ext uri="{FF2B5EF4-FFF2-40B4-BE49-F238E27FC236}">
                <a16:creationId xmlns:a16="http://schemas.microsoft.com/office/drawing/2014/main" id="{DF005D58-04BC-2FD0-CC2F-23A059F92D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1925641"/>
            <a:ext cx="634696" cy="634696"/>
          </a:xfrm>
          <a:prstGeom prst="rect">
            <a:avLst/>
          </a:prstGeom>
        </p:spPr>
      </p:pic>
      <p:pic>
        <p:nvPicPr>
          <p:cNvPr id="57" name="Graphic 56" descr="Sleep with solid fill">
            <a:extLst>
              <a:ext uri="{FF2B5EF4-FFF2-40B4-BE49-F238E27FC236}">
                <a16:creationId xmlns:a16="http://schemas.microsoft.com/office/drawing/2014/main" id="{4BCA5013-888B-06D4-AFCC-4CB927EF0F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2764730"/>
            <a:ext cx="634696" cy="634696"/>
          </a:xfrm>
          <a:prstGeom prst="rect">
            <a:avLst/>
          </a:prstGeom>
        </p:spPr>
      </p:pic>
      <p:pic>
        <p:nvPicPr>
          <p:cNvPr id="58" name="Graphic 57" descr="Sleep with solid fill">
            <a:extLst>
              <a:ext uri="{FF2B5EF4-FFF2-40B4-BE49-F238E27FC236}">
                <a16:creationId xmlns:a16="http://schemas.microsoft.com/office/drawing/2014/main" id="{DFA7CBFE-7D37-E79C-507B-A60D3C48CE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2764730"/>
            <a:ext cx="634696" cy="634696"/>
          </a:xfrm>
          <a:prstGeom prst="rect">
            <a:avLst/>
          </a:prstGeom>
        </p:spPr>
      </p:pic>
      <p:pic>
        <p:nvPicPr>
          <p:cNvPr id="59" name="Graphic 58" descr="Sleep with solid fill">
            <a:extLst>
              <a:ext uri="{FF2B5EF4-FFF2-40B4-BE49-F238E27FC236}">
                <a16:creationId xmlns:a16="http://schemas.microsoft.com/office/drawing/2014/main" id="{350FBF7A-E70B-5944-3820-EBA4322763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256446" y="1265370"/>
            <a:ext cx="634696" cy="634696"/>
          </a:xfrm>
          <a:prstGeom prst="rect">
            <a:avLst/>
          </a:prstGeom>
        </p:spPr>
      </p:pic>
      <p:pic>
        <p:nvPicPr>
          <p:cNvPr id="60" name="Graphic 59" descr="Sleep with solid fill">
            <a:extLst>
              <a:ext uri="{FF2B5EF4-FFF2-40B4-BE49-F238E27FC236}">
                <a16:creationId xmlns:a16="http://schemas.microsoft.com/office/drawing/2014/main" id="{569F0A00-54A2-6704-786B-D5FA117DA3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270380" y="1261784"/>
            <a:ext cx="634696" cy="634696"/>
          </a:xfrm>
          <a:prstGeom prst="rect">
            <a:avLst/>
          </a:prstGeom>
        </p:spPr>
      </p:pic>
      <p:pic>
        <p:nvPicPr>
          <p:cNvPr id="61" name="Graphic 60" descr="Sleep with solid fill">
            <a:extLst>
              <a:ext uri="{FF2B5EF4-FFF2-40B4-BE49-F238E27FC236}">
                <a16:creationId xmlns:a16="http://schemas.microsoft.com/office/drawing/2014/main" id="{31FFB1AB-5059-F575-BF42-E00F7198E8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284314" y="1261784"/>
            <a:ext cx="634696" cy="634696"/>
          </a:xfrm>
          <a:prstGeom prst="rect">
            <a:avLst/>
          </a:prstGeom>
        </p:spPr>
      </p:pic>
      <p:pic>
        <p:nvPicPr>
          <p:cNvPr id="63" name="Graphic 62" descr="Sleep with solid fill">
            <a:extLst>
              <a:ext uri="{FF2B5EF4-FFF2-40B4-BE49-F238E27FC236}">
                <a16:creationId xmlns:a16="http://schemas.microsoft.com/office/drawing/2014/main" id="{3A61AAB5-5DA5-9B55-8A76-65E6A23A2F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3030079"/>
            <a:ext cx="634696" cy="634696"/>
          </a:xfrm>
          <a:prstGeom prst="rect">
            <a:avLst/>
          </a:prstGeom>
        </p:spPr>
      </p:pic>
      <p:pic>
        <p:nvPicPr>
          <p:cNvPr id="64" name="Graphic 63" descr="Sleep with solid fill">
            <a:extLst>
              <a:ext uri="{FF2B5EF4-FFF2-40B4-BE49-F238E27FC236}">
                <a16:creationId xmlns:a16="http://schemas.microsoft.com/office/drawing/2014/main" id="{0E41E179-4523-74A3-4BCB-C884D2D178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3030079"/>
            <a:ext cx="634696" cy="634696"/>
          </a:xfrm>
          <a:prstGeom prst="rect">
            <a:avLst/>
          </a:prstGeom>
        </p:spPr>
      </p:pic>
      <p:pic>
        <p:nvPicPr>
          <p:cNvPr id="65" name="Graphic 64" descr="Sleep with solid fill">
            <a:extLst>
              <a:ext uri="{FF2B5EF4-FFF2-40B4-BE49-F238E27FC236}">
                <a16:creationId xmlns:a16="http://schemas.microsoft.com/office/drawing/2014/main" id="{7500C91F-76A5-B8A5-362E-7DCA1E7B02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3869168"/>
            <a:ext cx="634696" cy="634696"/>
          </a:xfrm>
          <a:prstGeom prst="rect">
            <a:avLst/>
          </a:prstGeom>
        </p:spPr>
      </p:pic>
      <p:pic>
        <p:nvPicPr>
          <p:cNvPr id="66" name="Graphic 65" descr="Sleep with solid fill">
            <a:extLst>
              <a:ext uri="{FF2B5EF4-FFF2-40B4-BE49-F238E27FC236}">
                <a16:creationId xmlns:a16="http://schemas.microsoft.com/office/drawing/2014/main" id="{0E1ABDB4-8E3A-A9B2-2B96-19D87F384B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3869168"/>
            <a:ext cx="634696" cy="634696"/>
          </a:xfrm>
          <a:prstGeom prst="rect">
            <a:avLst/>
          </a:prstGeom>
        </p:spPr>
      </p:pic>
      <p:pic>
        <p:nvPicPr>
          <p:cNvPr id="75" name="Graphic 74" descr="Sleep with solid fill">
            <a:extLst>
              <a:ext uri="{FF2B5EF4-FFF2-40B4-BE49-F238E27FC236}">
                <a16:creationId xmlns:a16="http://schemas.microsoft.com/office/drawing/2014/main" id="{378C768C-6B77-D6D3-B37E-24A0AE76A0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4708256"/>
            <a:ext cx="634696" cy="634696"/>
          </a:xfrm>
          <a:prstGeom prst="rect">
            <a:avLst/>
          </a:prstGeom>
        </p:spPr>
      </p:pic>
      <p:pic>
        <p:nvPicPr>
          <p:cNvPr id="76" name="Graphic 75" descr="Sleep with solid fill">
            <a:extLst>
              <a:ext uri="{FF2B5EF4-FFF2-40B4-BE49-F238E27FC236}">
                <a16:creationId xmlns:a16="http://schemas.microsoft.com/office/drawing/2014/main" id="{3F236106-BC41-0BA6-C621-5FF42559D6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4708256"/>
            <a:ext cx="634696" cy="634696"/>
          </a:xfrm>
          <a:prstGeom prst="rect">
            <a:avLst/>
          </a:prstGeom>
        </p:spPr>
      </p:pic>
      <p:pic>
        <p:nvPicPr>
          <p:cNvPr id="77" name="Graphic 76" descr="Sleep with solid fill">
            <a:extLst>
              <a:ext uri="{FF2B5EF4-FFF2-40B4-BE49-F238E27FC236}">
                <a16:creationId xmlns:a16="http://schemas.microsoft.com/office/drawing/2014/main" id="{FF82FCB3-6355-F44B-C34E-D97D76C533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5547345"/>
            <a:ext cx="634696" cy="634696"/>
          </a:xfrm>
          <a:prstGeom prst="rect">
            <a:avLst/>
          </a:prstGeom>
        </p:spPr>
      </p:pic>
      <p:pic>
        <p:nvPicPr>
          <p:cNvPr id="103" name="Graphic 102" descr="Sleep with solid fill">
            <a:extLst>
              <a:ext uri="{FF2B5EF4-FFF2-40B4-BE49-F238E27FC236}">
                <a16:creationId xmlns:a16="http://schemas.microsoft.com/office/drawing/2014/main" id="{2C73AEFF-96A2-78D0-1F57-94EF2D4784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2444684"/>
            <a:ext cx="634696" cy="634696"/>
          </a:xfrm>
          <a:prstGeom prst="rect">
            <a:avLst/>
          </a:prstGeom>
        </p:spPr>
      </p:pic>
      <p:pic>
        <p:nvPicPr>
          <p:cNvPr id="104" name="Graphic 103" descr="Sleep with solid fill">
            <a:extLst>
              <a:ext uri="{FF2B5EF4-FFF2-40B4-BE49-F238E27FC236}">
                <a16:creationId xmlns:a16="http://schemas.microsoft.com/office/drawing/2014/main" id="{4BEEC8CC-17CD-1DE9-B837-3EB4A266F4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2444684"/>
            <a:ext cx="634696" cy="634696"/>
          </a:xfrm>
          <a:prstGeom prst="rect">
            <a:avLst/>
          </a:prstGeom>
        </p:spPr>
      </p:pic>
      <p:pic>
        <p:nvPicPr>
          <p:cNvPr id="105" name="Graphic 104" descr="Sleep with solid fill">
            <a:extLst>
              <a:ext uri="{FF2B5EF4-FFF2-40B4-BE49-F238E27FC236}">
                <a16:creationId xmlns:a16="http://schemas.microsoft.com/office/drawing/2014/main" id="{948F4E72-B8EF-C157-F6E8-735CBEAEA4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3283773"/>
            <a:ext cx="634696" cy="634696"/>
          </a:xfrm>
          <a:prstGeom prst="rect">
            <a:avLst/>
          </a:prstGeom>
        </p:spPr>
      </p:pic>
      <p:pic>
        <p:nvPicPr>
          <p:cNvPr id="106" name="Graphic 105" descr="Sleep with solid fill">
            <a:extLst>
              <a:ext uri="{FF2B5EF4-FFF2-40B4-BE49-F238E27FC236}">
                <a16:creationId xmlns:a16="http://schemas.microsoft.com/office/drawing/2014/main" id="{1F49D281-C05F-DB37-79C5-E032F1502D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3283773"/>
            <a:ext cx="634696" cy="634696"/>
          </a:xfrm>
          <a:prstGeom prst="rect">
            <a:avLst/>
          </a:prstGeom>
        </p:spPr>
      </p:pic>
      <p:pic>
        <p:nvPicPr>
          <p:cNvPr id="107" name="Graphic 106" descr="Sleep with solid fill">
            <a:extLst>
              <a:ext uri="{FF2B5EF4-FFF2-40B4-BE49-F238E27FC236}">
                <a16:creationId xmlns:a16="http://schemas.microsoft.com/office/drawing/2014/main" id="{27218173-AA79-9F4E-1B8A-F75DFF288D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4122861"/>
            <a:ext cx="634696" cy="634696"/>
          </a:xfrm>
          <a:prstGeom prst="rect">
            <a:avLst/>
          </a:prstGeom>
        </p:spPr>
      </p:pic>
      <p:pic>
        <p:nvPicPr>
          <p:cNvPr id="108" name="Graphic 107" descr="Sleep with solid fill">
            <a:extLst>
              <a:ext uri="{FF2B5EF4-FFF2-40B4-BE49-F238E27FC236}">
                <a16:creationId xmlns:a16="http://schemas.microsoft.com/office/drawing/2014/main" id="{21CB499C-6743-6AD9-1242-F14A64EE9E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4122861"/>
            <a:ext cx="634696" cy="634696"/>
          </a:xfrm>
          <a:prstGeom prst="rect">
            <a:avLst/>
          </a:prstGeom>
        </p:spPr>
      </p:pic>
      <p:pic>
        <p:nvPicPr>
          <p:cNvPr id="109" name="Graphic 108" descr="Sleep with solid fill">
            <a:extLst>
              <a:ext uri="{FF2B5EF4-FFF2-40B4-BE49-F238E27FC236}">
                <a16:creationId xmlns:a16="http://schemas.microsoft.com/office/drawing/2014/main" id="{50911D71-53A5-CA15-21A2-0A68B5B64E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4961950"/>
            <a:ext cx="634696" cy="634696"/>
          </a:xfrm>
          <a:prstGeom prst="rect">
            <a:avLst/>
          </a:prstGeom>
        </p:spPr>
      </p:pic>
      <p:pic>
        <p:nvPicPr>
          <p:cNvPr id="110" name="Graphic 109" descr="Sleep with solid fill">
            <a:extLst>
              <a:ext uri="{FF2B5EF4-FFF2-40B4-BE49-F238E27FC236}">
                <a16:creationId xmlns:a16="http://schemas.microsoft.com/office/drawing/2014/main" id="{62B766FB-5971-265E-CB42-BF975EDE4F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4961950"/>
            <a:ext cx="634696" cy="634696"/>
          </a:xfrm>
          <a:prstGeom prst="rect">
            <a:avLst/>
          </a:prstGeom>
        </p:spPr>
      </p:pic>
      <p:pic>
        <p:nvPicPr>
          <p:cNvPr id="111" name="Graphic 110" descr="Sleep with solid fill">
            <a:extLst>
              <a:ext uri="{FF2B5EF4-FFF2-40B4-BE49-F238E27FC236}">
                <a16:creationId xmlns:a16="http://schemas.microsoft.com/office/drawing/2014/main" id="{E8D03C45-9132-1072-3688-F5C4FB58A3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2395383"/>
            <a:ext cx="634696" cy="634696"/>
          </a:xfrm>
          <a:prstGeom prst="rect">
            <a:avLst/>
          </a:prstGeom>
        </p:spPr>
      </p:pic>
      <p:pic>
        <p:nvPicPr>
          <p:cNvPr id="112" name="Graphic 111" descr="Sleep with solid fill">
            <a:extLst>
              <a:ext uri="{FF2B5EF4-FFF2-40B4-BE49-F238E27FC236}">
                <a16:creationId xmlns:a16="http://schemas.microsoft.com/office/drawing/2014/main" id="{E59FD0F6-04F1-E545-9212-75836CAE3E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2395383"/>
            <a:ext cx="634696" cy="634696"/>
          </a:xfrm>
          <a:prstGeom prst="rect">
            <a:avLst/>
          </a:prstGeom>
        </p:spPr>
      </p:pic>
      <p:pic>
        <p:nvPicPr>
          <p:cNvPr id="113" name="Graphic 112" descr="Sleep with solid fill">
            <a:extLst>
              <a:ext uri="{FF2B5EF4-FFF2-40B4-BE49-F238E27FC236}">
                <a16:creationId xmlns:a16="http://schemas.microsoft.com/office/drawing/2014/main" id="{E9996DB9-CF99-F34F-D079-60127A8138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3234472"/>
            <a:ext cx="634696" cy="634696"/>
          </a:xfrm>
          <a:prstGeom prst="rect">
            <a:avLst/>
          </a:prstGeom>
        </p:spPr>
      </p:pic>
      <p:pic>
        <p:nvPicPr>
          <p:cNvPr id="114" name="Graphic 113" descr="Sleep with solid fill">
            <a:extLst>
              <a:ext uri="{FF2B5EF4-FFF2-40B4-BE49-F238E27FC236}">
                <a16:creationId xmlns:a16="http://schemas.microsoft.com/office/drawing/2014/main" id="{EAE826CE-B35C-82C7-8058-26FE877BA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3234472"/>
            <a:ext cx="634696" cy="634696"/>
          </a:xfrm>
          <a:prstGeom prst="rect">
            <a:avLst/>
          </a:prstGeom>
        </p:spPr>
      </p:pic>
      <p:pic>
        <p:nvPicPr>
          <p:cNvPr id="115" name="Graphic 114" descr="Sleep with solid fill">
            <a:extLst>
              <a:ext uri="{FF2B5EF4-FFF2-40B4-BE49-F238E27FC236}">
                <a16:creationId xmlns:a16="http://schemas.microsoft.com/office/drawing/2014/main" id="{EE050118-D09E-D2B2-2211-E89BC705C0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4073560"/>
            <a:ext cx="634696" cy="634696"/>
          </a:xfrm>
          <a:prstGeom prst="rect">
            <a:avLst/>
          </a:prstGeom>
        </p:spPr>
      </p:pic>
      <p:pic>
        <p:nvPicPr>
          <p:cNvPr id="116" name="Graphic 115" descr="Sleep with solid fill">
            <a:extLst>
              <a:ext uri="{FF2B5EF4-FFF2-40B4-BE49-F238E27FC236}">
                <a16:creationId xmlns:a16="http://schemas.microsoft.com/office/drawing/2014/main" id="{7E93134E-36F2-C3E3-093B-E9E02235D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4073560"/>
            <a:ext cx="634696" cy="634696"/>
          </a:xfrm>
          <a:prstGeom prst="rect">
            <a:avLst/>
          </a:prstGeom>
        </p:spPr>
      </p:pic>
      <p:pic>
        <p:nvPicPr>
          <p:cNvPr id="117" name="Graphic 116" descr="Sleep with solid fill">
            <a:extLst>
              <a:ext uri="{FF2B5EF4-FFF2-40B4-BE49-F238E27FC236}">
                <a16:creationId xmlns:a16="http://schemas.microsoft.com/office/drawing/2014/main" id="{E2D4395F-B040-069A-5F3D-8EB0B8CAD1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232534" y="4912649"/>
            <a:ext cx="634696" cy="634696"/>
          </a:xfrm>
          <a:prstGeom prst="rect">
            <a:avLst/>
          </a:prstGeom>
        </p:spPr>
      </p:pic>
      <p:pic>
        <p:nvPicPr>
          <p:cNvPr id="142" name="Graphic 141" descr="Sleep with solid fill">
            <a:extLst>
              <a:ext uri="{FF2B5EF4-FFF2-40B4-BE49-F238E27FC236}">
                <a16:creationId xmlns:a16="http://schemas.microsoft.com/office/drawing/2014/main" id="{12C859E8-CB0A-55FE-8B06-CED0317462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256446" y="2056368"/>
            <a:ext cx="634696" cy="634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06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B05B7-C9FA-3786-F656-B25DEBDDA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C3963E3-576A-F7BE-5668-4A616BFC4E3B}"/>
              </a:ext>
            </a:extLst>
          </p:cNvPr>
          <p:cNvSpPr/>
          <p:nvPr/>
        </p:nvSpPr>
        <p:spPr>
          <a:xfrm>
            <a:off x="225912" y="1172583"/>
            <a:ext cx="5681830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A99D050C-B7CE-8CCE-783C-7C95B4F74CDA}"/>
              </a:ext>
            </a:extLst>
          </p:cNvPr>
          <p:cNvSpPr/>
          <p:nvPr/>
        </p:nvSpPr>
        <p:spPr>
          <a:xfrm>
            <a:off x="6253780" y="1172581"/>
            <a:ext cx="5681830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0D4D795-4C7A-A932-FA84-32A64BA52F12}"/>
              </a:ext>
            </a:extLst>
          </p:cNvPr>
          <p:cNvSpPr/>
          <p:nvPr/>
        </p:nvSpPr>
        <p:spPr>
          <a:xfrm>
            <a:off x="430306" y="1904125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D786CA2-3F1A-82CF-A114-A269FCEC2DE6}"/>
              </a:ext>
            </a:extLst>
          </p:cNvPr>
          <p:cNvSpPr/>
          <p:nvPr/>
        </p:nvSpPr>
        <p:spPr>
          <a:xfrm>
            <a:off x="430306" y="275127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FF7AD4B-54AE-37D2-13A9-211F8581E5C5}"/>
              </a:ext>
            </a:extLst>
          </p:cNvPr>
          <p:cNvSpPr/>
          <p:nvPr/>
        </p:nvSpPr>
        <p:spPr>
          <a:xfrm>
            <a:off x="430306" y="3878586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E20224F-D07B-8658-4226-015587740097}"/>
              </a:ext>
            </a:extLst>
          </p:cNvPr>
          <p:cNvSpPr/>
          <p:nvPr/>
        </p:nvSpPr>
        <p:spPr>
          <a:xfrm>
            <a:off x="430306" y="474545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435FA62-3CD9-7531-357C-33B3337ECDFA}"/>
              </a:ext>
            </a:extLst>
          </p:cNvPr>
          <p:cNvSpPr/>
          <p:nvPr/>
        </p:nvSpPr>
        <p:spPr>
          <a:xfrm>
            <a:off x="3449620" y="299200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56F6CCC-F702-1DF2-F9CB-DAE49A9E0BCC}"/>
              </a:ext>
            </a:extLst>
          </p:cNvPr>
          <p:cNvSpPr/>
          <p:nvPr/>
        </p:nvSpPr>
        <p:spPr>
          <a:xfrm>
            <a:off x="3449620" y="386199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DE66560-3981-EE9E-9DDF-31CAC955EDBC}"/>
              </a:ext>
            </a:extLst>
          </p:cNvPr>
          <p:cNvSpPr/>
          <p:nvPr/>
        </p:nvSpPr>
        <p:spPr>
          <a:xfrm>
            <a:off x="3449620" y="4699712"/>
            <a:ext cx="2248348" cy="1571996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0C1396F-195F-00E8-13A1-67331B2EC1D1}"/>
              </a:ext>
            </a:extLst>
          </p:cNvPr>
          <p:cNvSpPr/>
          <p:nvPr/>
        </p:nvSpPr>
        <p:spPr>
          <a:xfrm>
            <a:off x="6463554" y="2403919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75A9F23-B0D9-73D0-1A1E-6CA27D78B00B}"/>
              </a:ext>
            </a:extLst>
          </p:cNvPr>
          <p:cNvSpPr/>
          <p:nvPr/>
        </p:nvSpPr>
        <p:spPr>
          <a:xfrm>
            <a:off x="6463554" y="323447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237114A-8BED-2365-3BCE-EAA96205EAFE}"/>
              </a:ext>
            </a:extLst>
          </p:cNvPr>
          <p:cNvSpPr/>
          <p:nvPr/>
        </p:nvSpPr>
        <p:spPr>
          <a:xfrm>
            <a:off x="6463554" y="4064613"/>
            <a:ext cx="2248348" cy="1548187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504EE2D8-E1AD-C050-1524-E390F7C500FE}"/>
              </a:ext>
            </a:extLst>
          </p:cNvPr>
          <p:cNvSpPr/>
          <p:nvPr/>
        </p:nvSpPr>
        <p:spPr>
          <a:xfrm>
            <a:off x="9477488" y="2416899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9735198A-D419-8B02-0E29-799E7B1F3158}"/>
              </a:ext>
            </a:extLst>
          </p:cNvPr>
          <p:cNvSpPr/>
          <p:nvPr/>
        </p:nvSpPr>
        <p:spPr>
          <a:xfrm>
            <a:off x="9502587" y="3255988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7E54CF8E-5EA5-B4F0-1D6E-16FB9617A4BC}"/>
              </a:ext>
            </a:extLst>
          </p:cNvPr>
          <p:cNvSpPr/>
          <p:nvPr/>
        </p:nvSpPr>
        <p:spPr>
          <a:xfrm>
            <a:off x="9513346" y="4098211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EDAEFAE7-D2EF-C390-D908-C76BFA4DF845}"/>
              </a:ext>
            </a:extLst>
          </p:cNvPr>
          <p:cNvSpPr/>
          <p:nvPr/>
        </p:nvSpPr>
        <p:spPr>
          <a:xfrm>
            <a:off x="9513346" y="496195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6AEF6CA-6D61-8433-C7DF-CCA4741A2830}"/>
              </a:ext>
            </a:extLst>
          </p:cNvPr>
          <p:cNvSpPr/>
          <p:nvPr/>
        </p:nvSpPr>
        <p:spPr>
          <a:xfrm>
            <a:off x="3910408" y="12826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58345935-D648-AAB7-31AA-6A0099819869}"/>
              </a:ext>
            </a:extLst>
          </p:cNvPr>
          <p:cNvSpPr/>
          <p:nvPr/>
        </p:nvSpPr>
        <p:spPr>
          <a:xfrm>
            <a:off x="3910408" y="2076254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AF1E337-906A-D9B2-7556-C5CD27403FE9}"/>
              </a:ext>
            </a:extLst>
          </p:cNvPr>
          <p:cNvSpPr/>
          <p:nvPr/>
        </p:nvSpPr>
        <p:spPr>
          <a:xfrm>
            <a:off x="6924342" y="12833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CFFD0B42-1A9F-8700-95BD-050FBBD30029}"/>
              </a:ext>
            </a:extLst>
          </p:cNvPr>
          <p:cNvSpPr/>
          <p:nvPr/>
        </p:nvSpPr>
        <p:spPr>
          <a:xfrm>
            <a:off x="9938276" y="12833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A3F1EE-F9DF-1B48-5551-EF7BAF08D0A3}"/>
              </a:ext>
            </a:extLst>
          </p:cNvPr>
          <p:cNvSpPr txBox="1"/>
          <p:nvPr/>
        </p:nvSpPr>
        <p:spPr>
          <a:xfrm>
            <a:off x="786251" y="649363"/>
            <a:ext cx="4764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Decomposition Component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8FACC6-1B82-D806-59A0-5CEAC3BE4064}"/>
              </a:ext>
            </a:extLst>
          </p:cNvPr>
          <p:cNvSpPr txBox="1"/>
          <p:nvPr/>
        </p:nvSpPr>
        <p:spPr>
          <a:xfrm>
            <a:off x="6773868" y="649363"/>
            <a:ext cx="4764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Decomposition Component 2</a:t>
            </a:r>
          </a:p>
        </p:txBody>
      </p:sp>
      <p:pic>
        <p:nvPicPr>
          <p:cNvPr id="38" name="Graphic 37" descr="Sleep with solid fill">
            <a:extLst>
              <a:ext uri="{FF2B5EF4-FFF2-40B4-BE49-F238E27FC236}">
                <a16:creationId xmlns:a16="http://schemas.microsoft.com/office/drawing/2014/main" id="{C4ED998D-3CFC-98BE-D927-69310995C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3929217"/>
            <a:ext cx="634696" cy="634696"/>
          </a:xfrm>
          <a:prstGeom prst="rect">
            <a:avLst/>
          </a:prstGeom>
        </p:spPr>
      </p:pic>
      <p:pic>
        <p:nvPicPr>
          <p:cNvPr id="39" name="Graphic 38" descr="Sleep with solid fill">
            <a:extLst>
              <a:ext uri="{FF2B5EF4-FFF2-40B4-BE49-F238E27FC236}">
                <a16:creationId xmlns:a16="http://schemas.microsoft.com/office/drawing/2014/main" id="{B6DB1321-26FF-8F27-C394-804AA06BD7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3929217"/>
            <a:ext cx="634696" cy="634696"/>
          </a:xfrm>
          <a:prstGeom prst="rect">
            <a:avLst/>
          </a:prstGeom>
        </p:spPr>
      </p:pic>
      <p:pic>
        <p:nvPicPr>
          <p:cNvPr id="42" name="Graphic 41" descr="Sleep with solid fill">
            <a:extLst>
              <a:ext uri="{FF2B5EF4-FFF2-40B4-BE49-F238E27FC236}">
                <a16:creationId xmlns:a16="http://schemas.microsoft.com/office/drawing/2014/main" id="{FF963B37-BEC6-F4EC-1646-708ADF11F9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4768306"/>
            <a:ext cx="634696" cy="634696"/>
          </a:xfrm>
          <a:prstGeom prst="rect">
            <a:avLst/>
          </a:prstGeom>
        </p:spPr>
      </p:pic>
      <p:pic>
        <p:nvPicPr>
          <p:cNvPr id="43" name="Graphic 42" descr="Sleep with solid fill">
            <a:extLst>
              <a:ext uri="{FF2B5EF4-FFF2-40B4-BE49-F238E27FC236}">
                <a16:creationId xmlns:a16="http://schemas.microsoft.com/office/drawing/2014/main" id="{956DEAE3-B522-7397-4E11-06A2E36344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4768306"/>
            <a:ext cx="634696" cy="634696"/>
          </a:xfrm>
          <a:prstGeom prst="rect">
            <a:avLst/>
          </a:prstGeom>
        </p:spPr>
      </p:pic>
      <p:pic>
        <p:nvPicPr>
          <p:cNvPr id="55" name="Graphic 54" descr="Sleep with solid fill">
            <a:extLst>
              <a:ext uri="{FF2B5EF4-FFF2-40B4-BE49-F238E27FC236}">
                <a16:creationId xmlns:a16="http://schemas.microsoft.com/office/drawing/2014/main" id="{B199787A-E6D8-16D6-7DB5-7D7F3C71B7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1925641"/>
            <a:ext cx="634696" cy="634696"/>
          </a:xfrm>
          <a:prstGeom prst="rect">
            <a:avLst/>
          </a:prstGeom>
        </p:spPr>
      </p:pic>
      <p:pic>
        <p:nvPicPr>
          <p:cNvPr id="56" name="Graphic 55" descr="Sleep with solid fill">
            <a:extLst>
              <a:ext uri="{FF2B5EF4-FFF2-40B4-BE49-F238E27FC236}">
                <a16:creationId xmlns:a16="http://schemas.microsoft.com/office/drawing/2014/main" id="{BFF7D3DF-22DE-A4C8-DE8E-1B2F3CBE34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1925641"/>
            <a:ext cx="634696" cy="634696"/>
          </a:xfrm>
          <a:prstGeom prst="rect">
            <a:avLst/>
          </a:prstGeom>
        </p:spPr>
      </p:pic>
      <p:pic>
        <p:nvPicPr>
          <p:cNvPr id="57" name="Graphic 56" descr="Sleep with solid fill">
            <a:extLst>
              <a:ext uri="{FF2B5EF4-FFF2-40B4-BE49-F238E27FC236}">
                <a16:creationId xmlns:a16="http://schemas.microsoft.com/office/drawing/2014/main" id="{947FACD6-958A-C236-3DC5-3CD6532870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2764730"/>
            <a:ext cx="634696" cy="634696"/>
          </a:xfrm>
          <a:prstGeom prst="rect">
            <a:avLst/>
          </a:prstGeom>
        </p:spPr>
      </p:pic>
      <p:pic>
        <p:nvPicPr>
          <p:cNvPr id="58" name="Graphic 57" descr="Sleep with solid fill">
            <a:extLst>
              <a:ext uri="{FF2B5EF4-FFF2-40B4-BE49-F238E27FC236}">
                <a16:creationId xmlns:a16="http://schemas.microsoft.com/office/drawing/2014/main" id="{33680717-472D-4E57-D593-A1974299D2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2764730"/>
            <a:ext cx="634696" cy="634696"/>
          </a:xfrm>
          <a:prstGeom prst="rect">
            <a:avLst/>
          </a:prstGeom>
        </p:spPr>
      </p:pic>
      <p:pic>
        <p:nvPicPr>
          <p:cNvPr id="59" name="Graphic 58" descr="Sleep with solid fill">
            <a:extLst>
              <a:ext uri="{FF2B5EF4-FFF2-40B4-BE49-F238E27FC236}">
                <a16:creationId xmlns:a16="http://schemas.microsoft.com/office/drawing/2014/main" id="{17F6F732-04AE-48B3-B8F1-ACCBD53CA3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256446" y="1265370"/>
            <a:ext cx="634696" cy="634696"/>
          </a:xfrm>
          <a:prstGeom prst="rect">
            <a:avLst/>
          </a:prstGeom>
        </p:spPr>
      </p:pic>
      <p:pic>
        <p:nvPicPr>
          <p:cNvPr id="60" name="Graphic 59" descr="Sleep with solid fill">
            <a:extLst>
              <a:ext uri="{FF2B5EF4-FFF2-40B4-BE49-F238E27FC236}">
                <a16:creationId xmlns:a16="http://schemas.microsoft.com/office/drawing/2014/main" id="{B29CF5B2-019C-F6ED-FE22-23592BDD59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270380" y="1261784"/>
            <a:ext cx="634696" cy="634696"/>
          </a:xfrm>
          <a:prstGeom prst="rect">
            <a:avLst/>
          </a:prstGeom>
        </p:spPr>
      </p:pic>
      <p:pic>
        <p:nvPicPr>
          <p:cNvPr id="61" name="Graphic 60" descr="Sleep with solid fill">
            <a:extLst>
              <a:ext uri="{FF2B5EF4-FFF2-40B4-BE49-F238E27FC236}">
                <a16:creationId xmlns:a16="http://schemas.microsoft.com/office/drawing/2014/main" id="{5E2C4D15-10F2-6304-AADB-CD06BF6F59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284314" y="1261784"/>
            <a:ext cx="634696" cy="634696"/>
          </a:xfrm>
          <a:prstGeom prst="rect">
            <a:avLst/>
          </a:prstGeom>
        </p:spPr>
      </p:pic>
      <p:pic>
        <p:nvPicPr>
          <p:cNvPr id="63" name="Graphic 62" descr="Sleep with solid fill">
            <a:extLst>
              <a:ext uri="{FF2B5EF4-FFF2-40B4-BE49-F238E27FC236}">
                <a16:creationId xmlns:a16="http://schemas.microsoft.com/office/drawing/2014/main" id="{8385A6FF-8978-B738-A53E-9CDCD42CE8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3030079"/>
            <a:ext cx="634696" cy="634696"/>
          </a:xfrm>
          <a:prstGeom prst="rect">
            <a:avLst/>
          </a:prstGeom>
        </p:spPr>
      </p:pic>
      <p:pic>
        <p:nvPicPr>
          <p:cNvPr id="64" name="Graphic 63" descr="Sleep with solid fill">
            <a:extLst>
              <a:ext uri="{FF2B5EF4-FFF2-40B4-BE49-F238E27FC236}">
                <a16:creationId xmlns:a16="http://schemas.microsoft.com/office/drawing/2014/main" id="{BEA8F744-8504-DD07-B4DB-D1A21B4F80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3030079"/>
            <a:ext cx="634696" cy="634696"/>
          </a:xfrm>
          <a:prstGeom prst="rect">
            <a:avLst/>
          </a:prstGeom>
        </p:spPr>
      </p:pic>
      <p:pic>
        <p:nvPicPr>
          <p:cNvPr id="65" name="Graphic 64" descr="Sleep with solid fill">
            <a:extLst>
              <a:ext uri="{FF2B5EF4-FFF2-40B4-BE49-F238E27FC236}">
                <a16:creationId xmlns:a16="http://schemas.microsoft.com/office/drawing/2014/main" id="{27669CE2-317A-40CA-5F94-E72AFB1744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3869168"/>
            <a:ext cx="634696" cy="634696"/>
          </a:xfrm>
          <a:prstGeom prst="rect">
            <a:avLst/>
          </a:prstGeom>
        </p:spPr>
      </p:pic>
      <p:pic>
        <p:nvPicPr>
          <p:cNvPr id="66" name="Graphic 65" descr="Sleep with solid fill">
            <a:extLst>
              <a:ext uri="{FF2B5EF4-FFF2-40B4-BE49-F238E27FC236}">
                <a16:creationId xmlns:a16="http://schemas.microsoft.com/office/drawing/2014/main" id="{C42BAA05-FE68-4D61-1F4A-5969EEB2E7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3869168"/>
            <a:ext cx="634696" cy="634696"/>
          </a:xfrm>
          <a:prstGeom prst="rect">
            <a:avLst/>
          </a:prstGeom>
        </p:spPr>
      </p:pic>
      <p:pic>
        <p:nvPicPr>
          <p:cNvPr id="75" name="Graphic 74" descr="Sleep with solid fill">
            <a:extLst>
              <a:ext uri="{FF2B5EF4-FFF2-40B4-BE49-F238E27FC236}">
                <a16:creationId xmlns:a16="http://schemas.microsoft.com/office/drawing/2014/main" id="{E74E403F-A927-A096-8D2C-BC6D0776A6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4708256"/>
            <a:ext cx="634696" cy="634696"/>
          </a:xfrm>
          <a:prstGeom prst="rect">
            <a:avLst/>
          </a:prstGeom>
        </p:spPr>
      </p:pic>
      <p:pic>
        <p:nvPicPr>
          <p:cNvPr id="76" name="Graphic 75" descr="Sleep with solid fill">
            <a:extLst>
              <a:ext uri="{FF2B5EF4-FFF2-40B4-BE49-F238E27FC236}">
                <a16:creationId xmlns:a16="http://schemas.microsoft.com/office/drawing/2014/main" id="{F00C648B-64BC-AAB2-0BDA-8BCAC8561F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4708256"/>
            <a:ext cx="634696" cy="634696"/>
          </a:xfrm>
          <a:prstGeom prst="rect">
            <a:avLst/>
          </a:prstGeom>
        </p:spPr>
      </p:pic>
      <p:pic>
        <p:nvPicPr>
          <p:cNvPr id="77" name="Graphic 76" descr="Sleep with solid fill">
            <a:extLst>
              <a:ext uri="{FF2B5EF4-FFF2-40B4-BE49-F238E27FC236}">
                <a16:creationId xmlns:a16="http://schemas.microsoft.com/office/drawing/2014/main" id="{BE2844BB-70B7-8C84-D3FD-853E7E88A6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5547345"/>
            <a:ext cx="634696" cy="634696"/>
          </a:xfrm>
          <a:prstGeom prst="rect">
            <a:avLst/>
          </a:prstGeom>
        </p:spPr>
      </p:pic>
      <p:pic>
        <p:nvPicPr>
          <p:cNvPr id="103" name="Graphic 102" descr="Sleep with solid fill">
            <a:extLst>
              <a:ext uri="{FF2B5EF4-FFF2-40B4-BE49-F238E27FC236}">
                <a16:creationId xmlns:a16="http://schemas.microsoft.com/office/drawing/2014/main" id="{A0584E7F-C75C-6314-0BF7-65337EBC02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2444684"/>
            <a:ext cx="634696" cy="634696"/>
          </a:xfrm>
          <a:prstGeom prst="rect">
            <a:avLst/>
          </a:prstGeom>
        </p:spPr>
      </p:pic>
      <p:pic>
        <p:nvPicPr>
          <p:cNvPr id="104" name="Graphic 103" descr="Sleep with solid fill">
            <a:extLst>
              <a:ext uri="{FF2B5EF4-FFF2-40B4-BE49-F238E27FC236}">
                <a16:creationId xmlns:a16="http://schemas.microsoft.com/office/drawing/2014/main" id="{5897C9C1-28F9-EAFB-1D20-8BD6D6CD21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2444684"/>
            <a:ext cx="634696" cy="634696"/>
          </a:xfrm>
          <a:prstGeom prst="rect">
            <a:avLst/>
          </a:prstGeom>
        </p:spPr>
      </p:pic>
      <p:pic>
        <p:nvPicPr>
          <p:cNvPr id="105" name="Graphic 104" descr="Sleep with solid fill">
            <a:extLst>
              <a:ext uri="{FF2B5EF4-FFF2-40B4-BE49-F238E27FC236}">
                <a16:creationId xmlns:a16="http://schemas.microsoft.com/office/drawing/2014/main" id="{641B0F86-7C71-4620-01E8-E845328A3A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3283773"/>
            <a:ext cx="634696" cy="634696"/>
          </a:xfrm>
          <a:prstGeom prst="rect">
            <a:avLst/>
          </a:prstGeom>
        </p:spPr>
      </p:pic>
      <p:pic>
        <p:nvPicPr>
          <p:cNvPr id="106" name="Graphic 105" descr="Sleep with solid fill">
            <a:extLst>
              <a:ext uri="{FF2B5EF4-FFF2-40B4-BE49-F238E27FC236}">
                <a16:creationId xmlns:a16="http://schemas.microsoft.com/office/drawing/2014/main" id="{DEB8B8F2-F3AE-BC1E-9ACD-ED51164F44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3283773"/>
            <a:ext cx="634696" cy="634696"/>
          </a:xfrm>
          <a:prstGeom prst="rect">
            <a:avLst/>
          </a:prstGeom>
        </p:spPr>
      </p:pic>
      <p:pic>
        <p:nvPicPr>
          <p:cNvPr id="107" name="Graphic 106" descr="Sleep with solid fill">
            <a:extLst>
              <a:ext uri="{FF2B5EF4-FFF2-40B4-BE49-F238E27FC236}">
                <a16:creationId xmlns:a16="http://schemas.microsoft.com/office/drawing/2014/main" id="{BDEE4171-4367-53C6-6198-2D0D842F58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4122861"/>
            <a:ext cx="634696" cy="634696"/>
          </a:xfrm>
          <a:prstGeom prst="rect">
            <a:avLst/>
          </a:prstGeom>
        </p:spPr>
      </p:pic>
      <p:pic>
        <p:nvPicPr>
          <p:cNvPr id="108" name="Graphic 107" descr="Sleep with solid fill">
            <a:extLst>
              <a:ext uri="{FF2B5EF4-FFF2-40B4-BE49-F238E27FC236}">
                <a16:creationId xmlns:a16="http://schemas.microsoft.com/office/drawing/2014/main" id="{ECCF987C-9672-68B7-DD6E-D35BD65D91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4122861"/>
            <a:ext cx="634696" cy="634696"/>
          </a:xfrm>
          <a:prstGeom prst="rect">
            <a:avLst/>
          </a:prstGeom>
        </p:spPr>
      </p:pic>
      <p:pic>
        <p:nvPicPr>
          <p:cNvPr id="109" name="Graphic 108" descr="Sleep with solid fill">
            <a:extLst>
              <a:ext uri="{FF2B5EF4-FFF2-40B4-BE49-F238E27FC236}">
                <a16:creationId xmlns:a16="http://schemas.microsoft.com/office/drawing/2014/main" id="{5F8D50A8-61BD-4BDB-9D1E-4476E14817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4961950"/>
            <a:ext cx="634696" cy="634696"/>
          </a:xfrm>
          <a:prstGeom prst="rect">
            <a:avLst/>
          </a:prstGeom>
        </p:spPr>
      </p:pic>
      <p:pic>
        <p:nvPicPr>
          <p:cNvPr id="110" name="Graphic 109" descr="Sleep with solid fill">
            <a:extLst>
              <a:ext uri="{FF2B5EF4-FFF2-40B4-BE49-F238E27FC236}">
                <a16:creationId xmlns:a16="http://schemas.microsoft.com/office/drawing/2014/main" id="{D6F5A434-884F-3560-5384-DEA63566C7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4961950"/>
            <a:ext cx="634696" cy="634696"/>
          </a:xfrm>
          <a:prstGeom prst="rect">
            <a:avLst/>
          </a:prstGeom>
        </p:spPr>
      </p:pic>
      <p:pic>
        <p:nvPicPr>
          <p:cNvPr id="111" name="Graphic 110" descr="Sleep with solid fill">
            <a:extLst>
              <a:ext uri="{FF2B5EF4-FFF2-40B4-BE49-F238E27FC236}">
                <a16:creationId xmlns:a16="http://schemas.microsoft.com/office/drawing/2014/main" id="{16FFA087-52DB-6D8C-63D7-780CF529A8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2395383"/>
            <a:ext cx="634696" cy="634696"/>
          </a:xfrm>
          <a:prstGeom prst="rect">
            <a:avLst/>
          </a:prstGeom>
        </p:spPr>
      </p:pic>
      <p:pic>
        <p:nvPicPr>
          <p:cNvPr id="112" name="Graphic 111" descr="Sleep with solid fill">
            <a:extLst>
              <a:ext uri="{FF2B5EF4-FFF2-40B4-BE49-F238E27FC236}">
                <a16:creationId xmlns:a16="http://schemas.microsoft.com/office/drawing/2014/main" id="{AB060748-6A2D-2EF4-DB7D-3CF77321E4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2395383"/>
            <a:ext cx="634696" cy="634696"/>
          </a:xfrm>
          <a:prstGeom prst="rect">
            <a:avLst/>
          </a:prstGeom>
        </p:spPr>
      </p:pic>
      <p:pic>
        <p:nvPicPr>
          <p:cNvPr id="113" name="Graphic 112" descr="Sleep with solid fill">
            <a:extLst>
              <a:ext uri="{FF2B5EF4-FFF2-40B4-BE49-F238E27FC236}">
                <a16:creationId xmlns:a16="http://schemas.microsoft.com/office/drawing/2014/main" id="{39BAD2B0-E0BC-F792-9A6A-63FD7C34D6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3234472"/>
            <a:ext cx="634696" cy="634696"/>
          </a:xfrm>
          <a:prstGeom prst="rect">
            <a:avLst/>
          </a:prstGeom>
        </p:spPr>
      </p:pic>
      <p:pic>
        <p:nvPicPr>
          <p:cNvPr id="114" name="Graphic 113" descr="Sleep with solid fill">
            <a:extLst>
              <a:ext uri="{FF2B5EF4-FFF2-40B4-BE49-F238E27FC236}">
                <a16:creationId xmlns:a16="http://schemas.microsoft.com/office/drawing/2014/main" id="{E1D8C7F7-A2E9-3EDB-3364-EDAA72F9CF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3234472"/>
            <a:ext cx="634696" cy="634696"/>
          </a:xfrm>
          <a:prstGeom prst="rect">
            <a:avLst/>
          </a:prstGeom>
        </p:spPr>
      </p:pic>
      <p:pic>
        <p:nvPicPr>
          <p:cNvPr id="115" name="Graphic 114" descr="Sleep with solid fill">
            <a:extLst>
              <a:ext uri="{FF2B5EF4-FFF2-40B4-BE49-F238E27FC236}">
                <a16:creationId xmlns:a16="http://schemas.microsoft.com/office/drawing/2014/main" id="{50EE898B-C355-0541-83AC-CB4CB17098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4073560"/>
            <a:ext cx="634696" cy="634696"/>
          </a:xfrm>
          <a:prstGeom prst="rect">
            <a:avLst/>
          </a:prstGeom>
        </p:spPr>
      </p:pic>
      <p:pic>
        <p:nvPicPr>
          <p:cNvPr id="116" name="Graphic 115" descr="Sleep with solid fill">
            <a:extLst>
              <a:ext uri="{FF2B5EF4-FFF2-40B4-BE49-F238E27FC236}">
                <a16:creationId xmlns:a16="http://schemas.microsoft.com/office/drawing/2014/main" id="{3807EACB-4432-305A-4602-5DA4DC69B1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4073560"/>
            <a:ext cx="634696" cy="634696"/>
          </a:xfrm>
          <a:prstGeom prst="rect">
            <a:avLst/>
          </a:prstGeom>
        </p:spPr>
      </p:pic>
      <p:pic>
        <p:nvPicPr>
          <p:cNvPr id="117" name="Graphic 116" descr="Sleep with solid fill">
            <a:extLst>
              <a:ext uri="{FF2B5EF4-FFF2-40B4-BE49-F238E27FC236}">
                <a16:creationId xmlns:a16="http://schemas.microsoft.com/office/drawing/2014/main" id="{8A8D8CA4-4798-F2B1-3129-5068BFC55B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232534" y="4912649"/>
            <a:ext cx="634696" cy="634696"/>
          </a:xfrm>
          <a:prstGeom prst="rect">
            <a:avLst/>
          </a:prstGeom>
        </p:spPr>
      </p:pic>
      <p:pic>
        <p:nvPicPr>
          <p:cNvPr id="142" name="Graphic 141" descr="Sleep with solid fill">
            <a:extLst>
              <a:ext uri="{FF2B5EF4-FFF2-40B4-BE49-F238E27FC236}">
                <a16:creationId xmlns:a16="http://schemas.microsoft.com/office/drawing/2014/main" id="{935A8409-F02E-6838-D906-33FD10AFBD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256446" y="2056368"/>
            <a:ext cx="634696" cy="634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9709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DE20F-ACC4-BE09-F2D2-84E3DC61B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71">
            <a:extLst>
              <a:ext uri="{FF2B5EF4-FFF2-40B4-BE49-F238E27FC236}">
                <a16:creationId xmlns:a16="http://schemas.microsoft.com/office/drawing/2014/main" id="{E0D02801-9104-1ECE-2DD0-9099A06F8BEF}"/>
              </a:ext>
            </a:extLst>
          </p:cNvPr>
          <p:cNvGrpSpPr/>
          <p:nvPr/>
        </p:nvGrpSpPr>
        <p:grpSpPr>
          <a:xfrm>
            <a:off x="1012376" y="881742"/>
            <a:ext cx="9895111" cy="4898572"/>
            <a:chOff x="1012376" y="881742"/>
            <a:chExt cx="9895111" cy="4898572"/>
          </a:xfrm>
        </p:grpSpPr>
        <p:sp>
          <p:nvSpPr>
            <p:cNvPr id="3" name="Diamond 2">
              <a:extLst>
                <a:ext uri="{FF2B5EF4-FFF2-40B4-BE49-F238E27FC236}">
                  <a16:creationId xmlns:a16="http://schemas.microsoft.com/office/drawing/2014/main" id="{093D3EDD-8B4F-D498-5F9A-7A4126E14823}"/>
                </a:ext>
              </a:extLst>
            </p:cNvPr>
            <p:cNvSpPr/>
            <p:nvPr/>
          </p:nvSpPr>
          <p:spPr>
            <a:xfrm>
              <a:off x="2694218" y="2571749"/>
              <a:ext cx="2481944" cy="1518557"/>
            </a:xfrm>
            <a:prstGeom prst="diamond">
              <a:avLst/>
            </a:pr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Least occupied?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2B2CE12B-7E57-4D72-2565-E376C37E5505}"/>
                </a:ext>
              </a:extLst>
            </p:cNvPr>
            <p:cNvSpPr/>
            <p:nvPr/>
          </p:nvSpPr>
          <p:spPr>
            <a:xfrm>
              <a:off x="6096000" y="881742"/>
              <a:ext cx="3194959" cy="1690007"/>
            </a:xfrm>
            <a:prstGeom prst="roundRect">
              <a:avLst/>
            </a:pr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A3 North &amp; B3 South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99FD676D-35F8-DDA4-7053-C3BF9ECAA479}"/>
                </a:ext>
              </a:extLst>
            </p:cNvPr>
            <p:cNvSpPr/>
            <p:nvPr/>
          </p:nvSpPr>
          <p:spPr>
            <a:xfrm>
              <a:off x="6096000" y="4090307"/>
              <a:ext cx="3194959" cy="1690007"/>
            </a:xfrm>
            <a:prstGeom prst="roundRect">
              <a:avLst/>
            </a:pr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B3 North &amp; A3 South</a:t>
              </a:r>
            </a:p>
          </p:txBody>
        </p: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9CA12B1B-AF01-2842-2282-EB2BD9FE3259}"/>
                </a:ext>
              </a:extLst>
            </p:cNvPr>
            <p:cNvCxnSpPr>
              <a:cxnSpLocks/>
              <a:stCxn id="3" idx="0"/>
              <a:endCxn id="6" idx="1"/>
            </p:cNvCxnSpPr>
            <p:nvPr/>
          </p:nvCxnSpPr>
          <p:spPr>
            <a:xfrm rot="5400000" flipH="1" flipV="1">
              <a:off x="4593094" y="1068843"/>
              <a:ext cx="845003" cy="2160810"/>
            </a:xfrm>
            <a:prstGeom prst="bentConnector2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Elbow Connector 19">
              <a:extLst>
                <a:ext uri="{FF2B5EF4-FFF2-40B4-BE49-F238E27FC236}">
                  <a16:creationId xmlns:a16="http://schemas.microsoft.com/office/drawing/2014/main" id="{401BC4E0-5F46-A0E1-D60B-7A3E675F32FE}"/>
                </a:ext>
              </a:extLst>
            </p:cNvPr>
            <p:cNvCxnSpPr>
              <a:cxnSpLocks/>
              <a:stCxn id="3" idx="2"/>
              <a:endCxn id="7" idx="1"/>
            </p:cNvCxnSpPr>
            <p:nvPr/>
          </p:nvCxnSpPr>
          <p:spPr>
            <a:xfrm rot="16200000" flipH="1">
              <a:off x="4593093" y="3432403"/>
              <a:ext cx="845005" cy="2160810"/>
            </a:xfrm>
            <a:prstGeom prst="bentConnector2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C4BC20C-C9C2-6446-890D-C68112B1A7F8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1012376" y="3331028"/>
              <a:ext cx="1681842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68CCFC6-FBC6-C30C-433B-07969DA8F5CA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9290959" y="1726746"/>
              <a:ext cx="1616528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FF2310E-975F-D64F-1399-DF18414E670A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9290959" y="4935311"/>
              <a:ext cx="1616528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31264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9792F-6C8B-6301-19A3-4E8CCF9B7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6135155F-FDB0-DFEE-0F54-FF0D62DFCAF6}"/>
              </a:ext>
            </a:extLst>
          </p:cNvPr>
          <p:cNvGrpSpPr/>
          <p:nvPr/>
        </p:nvGrpSpPr>
        <p:grpSpPr>
          <a:xfrm>
            <a:off x="338600" y="2325510"/>
            <a:ext cx="11288930" cy="3575753"/>
            <a:chOff x="338600" y="2325510"/>
            <a:chExt cx="11288930" cy="3575753"/>
          </a:xfrm>
        </p:grpSpPr>
        <p:sp>
          <p:nvSpPr>
            <p:cNvPr id="144" name="Rounded Rectangle 143">
              <a:extLst>
                <a:ext uri="{FF2B5EF4-FFF2-40B4-BE49-F238E27FC236}">
                  <a16:creationId xmlns:a16="http://schemas.microsoft.com/office/drawing/2014/main" id="{0ED0F67D-7C8B-DBE3-1EE6-69A4186DCBAB}"/>
                </a:ext>
              </a:extLst>
            </p:cNvPr>
            <p:cNvSpPr/>
            <p:nvPr/>
          </p:nvSpPr>
          <p:spPr>
            <a:xfrm>
              <a:off x="338600" y="2325510"/>
              <a:ext cx="11288930" cy="357575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9" name="Graphic 58" descr="Sleep with solid fill">
              <a:extLst>
                <a:ext uri="{FF2B5EF4-FFF2-40B4-BE49-F238E27FC236}">
                  <a16:creationId xmlns:a16="http://schemas.microsoft.com/office/drawing/2014/main" id="{9C049E6D-99AB-59D4-66A5-5CD8E50DCF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274737" y="3105221"/>
              <a:ext cx="634696" cy="634696"/>
            </a:xfrm>
            <a:prstGeom prst="rect">
              <a:avLst/>
            </a:prstGeom>
          </p:spPr>
        </p:pic>
        <p:pic>
          <p:nvPicPr>
            <p:cNvPr id="77" name="Graphic 76" descr="Sleep with solid fill">
              <a:extLst>
                <a:ext uri="{FF2B5EF4-FFF2-40B4-BE49-F238E27FC236}">
                  <a16:creationId xmlns:a16="http://schemas.microsoft.com/office/drawing/2014/main" id="{75D17B8B-E66B-4A69-7C97-2E8D5B049D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844863" y="4754391"/>
              <a:ext cx="634696" cy="634696"/>
            </a:xfrm>
            <a:prstGeom prst="rect">
              <a:avLst/>
            </a:prstGeom>
          </p:spPr>
        </p:pic>
        <p:pic>
          <p:nvPicPr>
            <p:cNvPr id="78" name="Graphic 77" descr="Sleep with solid fill">
              <a:extLst>
                <a:ext uri="{FF2B5EF4-FFF2-40B4-BE49-F238E27FC236}">
                  <a16:creationId xmlns:a16="http://schemas.microsoft.com/office/drawing/2014/main" id="{2C8F686B-00AE-DB9E-A2B2-64A49AAEC4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910695" y="4754391"/>
              <a:ext cx="634696" cy="634696"/>
            </a:xfrm>
            <a:prstGeom prst="rect">
              <a:avLst/>
            </a:prstGeom>
          </p:spPr>
        </p:pic>
        <p:pic>
          <p:nvPicPr>
            <p:cNvPr id="142" name="Graphic 141" descr="Sleep with solid fill">
              <a:extLst>
                <a:ext uri="{FF2B5EF4-FFF2-40B4-BE49-F238E27FC236}">
                  <a16:creationId xmlns:a16="http://schemas.microsoft.com/office/drawing/2014/main" id="{4B2FE66F-7AC1-F8C2-5925-623C20BC8BC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240048" y="4754849"/>
              <a:ext cx="634696" cy="634696"/>
            </a:xfrm>
            <a:prstGeom prst="rect">
              <a:avLst/>
            </a:prstGeom>
          </p:spPr>
        </p:pic>
        <p:pic>
          <p:nvPicPr>
            <p:cNvPr id="3" name="Graphic 2" descr="Sleep with solid fill">
              <a:extLst>
                <a:ext uri="{FF2B5EF4-FFF2-40B4-BE49-F238E27FC236}">
                  <a16:creationId xmlns:a16="http://schemas.microsoft.com/office/drawing/2014/main" id="{DB290862-70D5-DE6C-B879-8CA67BC595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020028" y="4754391"/>
              <a:ext cx="634696" cy="634696"/>
            </a:xfrm>
            <a:prstGeom prst="rect">
              <a:avLst/>
            </a:prstGeom>
          </p:spPr>
        </p:pic>
        <p:pic>
          <p:nvPicPr>
            <p:cNvPr id="6" name="Graphic 5" descr="Sleep with solid fill">
              <a:extLst>
                <a:ext uri="{FF2B5EF4-FFF2-40B4-BE49-F238E27FC236}">
                  <a16:creationId xmlns:a16="http://schemas.microsoft.com/office/drawing/2014/main" id="{E11ED65A-77A0-9A29-B9C4-575FD2099CF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085860" y="4754391"/>
              <a:ext cx="634696" cy="634696"/>
            </a:xfrm>
            <a:prstGeom prst="rect">
              <a:avLst/>
            </a:prstGeom>
          </p:spPr>
        </p:pic>
        <p:pic>
          <p:nvPicPr>
            <p:cNvPr id="7" name="Graphic 6" descr="Sleep with solid fill">
              <a:extLst>
                <a:ext uri="{FF2B5EF4-FFF2-40B4-BE49-F238E27FC236}">
                  <a16:creationId xmlns:a16="http://schemas.microsoft.com/office/drawing/2014/main" id="{4C92CCC8-7B44-EBD0-596E-E0E8002B2A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5205261" y="4754391"/>
              <a:ext cx="634696" cy="634696"/>
            </a:xfrm>
            <a:prstGeom prst="rect">
              <a:avLst/>
            </a:prstGeom>
          </p:spPr>
        </p:pic>
        <p:pic>
          <p:nvPicPr>
            <p:cNvPr id="8" name="Graphic 7" descr="Sleep with solid fill">
              <a:extLst>
                <a:ext uri="{FF2B5EF4-FFF2-40B4-BE49-F238E27FC236}">
                  <a16:creationId xmlns:a16="http://schemas.microsoft.com/office/drawing/2014/main" id="{2C7533AE-EAC4-E3FF-E896-256B130860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271093" y="4754391"/>
              <a:ext cx="634696" cy="634696"/>
            </a:xfrm>
            <a:prstGeom prst="rect">
              <a:avLst/>
            </a:prstGeom>
          </p:spPr>
        </p:pic>
        <p:pic>
          <p:nvPicPr>
            <p:cNvPr id="17" name="Graphic 16" descr="Sleep with solid fill">
              <a:extLst>
                <a:ext uri="{FF2B5EF4-FFF2-40B4-BE49-F238E27FC236}">
                  <a16:creationId xmlns:a16="http://schemas.microsoft.com/office/drawing/2014/main" id="{52A425B4-624D-B38A-872C-AD315B2FA3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380426" y="4754391"/>
              <a:ext cx="634696" cy="634696"/>
            </a:xfrm>
            <a:prstGeom prst="rect">
              <a:avLst/>
            </a:prstGeom>
          </p:spPr>
        </p:pic>
        <p:pic>
          <p:nvPicPr>
            <p:cNvPr id="18" name="Graphic 17" descr="Sleep with solid fill">
              <a:extLst>
                <a:ext uri="{FF2B5EF4-FFF2-40B4-BE49-F238E27FC236}">
                  <a16:creationId xmlns:a16="http://schemas.microsoft.com/office/drawing/2014/main" id="{0C816457-5989-DE15-CA8E-C3D23EB321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8446258" y="4754391"/>
              <a:ext cx="634696" cy="634696"/>
            </a:xfrm>
            <a:prstGeom prst="rect">
              <a:avLst/>
            </a:prstGeom>
          </p:spPr>
        </p:pic>
        <p:pic>
          <p:nvPicPr>
            <p:cNvPr id="19" name="Graphic 18" descr="Sleep with solid fill">
              <a:extLst>
                <a:ext uri="{FF2B5EF4-FFF2-40B4-BE49-F238E27FC236}">
                  <a16:creationId xmlns:a16="http://schemas.microsoft.com/office/drawing/2014/main" id="{99C1B9C7-6AFF-F128-F28C-ABB34C9CDF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844863" y="3110637"/>
              <a:ext cx="634696" cy="634696"/>
            </a:xfrm>
            <a:prstGeom prst="rect">
              <a:avLst/>
            </a:prstGeom>
          </p:spPr>
        </p:pic>
        <p:pic>
          <p:nvPicPr>
            <p:cNvPr id="20" name="Graphic 19" descr="Sleep with solid fill">
              <a:extLst>
                <a:ext uri="{FF2B5EF4-FFF2-40B4-BE49-F238E27FC236}">
                  <a16:creationId xmlns:a16="http://schemas.microsoft.com/office/drawing/2014/main" id="{16D7BA68-13D8-1BE3-97B4-E1CB8ACFD8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910695" y="3110637"/>
              <a:ext cx="634696" cy="634696"/>
            </a:xfrm>
            <a:prstGeom prst="rect">
              <a:avLst/>
            </a:prstGeom>
          </p:spPr>
        </p:pic>
        <p:pic>
          <p:nvPicPr>
            <p:cNvPr id="21" name="Graphic 20" descr="Sleep with solid fill">
              <a:extLst>
                <a:ext uri="{FF2B5EF4-FFF2-40B4-BE49-F238E27FC236}">
                  <a16:creationId xmlns:a16="http://schemas.microsoft.com/office/drawing/2014/main" id="{3638C363-A2E4-C899-4A7C-271211D955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020028" y="3110637"/>
              <a:ext cx="634696" cy="634696"/>
            </a:xfrm>
            <a:prstGeom prst="rect">
              <a:avLst/>
            </a:prstGeom>
          </p:spPr>
        </p:pic>
        <p:pic>
          <p:nvPicPr>
            <p:cNvPr id="22" name="Graphic 21" descr="Sleep with solid fill">
              <a:extLst>
                <a:ext uri="{FF2B5EF4-FFF2-40B4-BE49-F238E27FC236}">
                  <a16:creationId xmlns:a16="http://schemas.microsoft.com/office/drawing/2014/main" id="{9ECB9E2D-72D4-55AE-5F4F-7E45B38014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085860" y="3110637"/>
              <a:ext cx="634696" cy="634696"/>
            </a:xfrm>
            <a:prstGeom prst="rect">
              <a:avLst/>
            </a:prstGeom>
          </p:spPr>
        </p:pic>
        <p:pic>
          <p:nvPicPr>
            <p:cNvPr id="24" name="Graphic 23" descr="Sleep with solid fill">
              <a:extLst>
                <a:ext uri="{FF2B5EF4-FFF2-40B4-BE49-F238E27FC236}">
                  <a16:creationId xmlns:a16="http://schemas.microsoft.com/office/drawing/2014/main" id="{48FD80EB-C0C5-DB2C-F87A-9D6E4DB3B2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5205261" y="3110637"/>
              <a:ext cx="634696" cy="634696"/>
            </a:xfrm>
            <a:prstGeom prst="rect">
              <a:avLst/>
            </a:prstGeom>
          </p:spPr>
        </p:pic>
        <p:pic>
          <p:nvPicPr>
            <p:cNvPr id="25" name="Graphic 24" descr="Sleep with solid fill">
              <a:extLst>
                <a:ext uri="{FF2B5EF4-FFF2-40B4-BE49-F238E27FC236}">
                  <a16:creationId xmlns:a16="http://schemas.microsoft.com/office/drawing/2014/main" id="{97BB6E79-BD4A-7730-BC95-A4BB6DFFB73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271093" y="3110637"/>
              <a:ext cx="634696" cy="634696"/>
            </a:xfrm>
            <a:prstGeom prst="rect">
              <a:avLst/>
            </a:prstGeom>
          </p:spPr>
        </p:pic>
        <p:pic>
          <p:nvPicPr>
            <p:cNvPr id="26" name="Graphic 25" descr="Sleep with solid fill">
              <a:extLst>
                <a:ext uri="{FF2B5EF4-FFF2-40B4-BE49-F238E27FC236}">
                  <a16:creationId xmlns:a16="http://schemas.microsoft.com/office/drawing/2014/main" id="{FD25F568-1735-3EF6-4430-48123C1A4A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380426" y="3110637"/>
              <a:ext cx="634696" cy="634696"/>
            </a:xfrm>
            <a:prstGeom prst="rect">
              <a:avLst/>
            </a:prstGeom>
          </p:spPr>
        </p:pic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D97E9FD0-A211-BFD7-2314-1669318E0D8F}"/>
                </a:ext>
              </a:extLst>
            </p:cNvPr>
            <p:cNvSpPr/>
            <p:nvPr/>
          </p:nvSpPr>
          <p:spPr>
            <a:xfrm>
              <a:off x="519315" y="4402744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DDBF5498-7622-0B52-C09B-A7B18F0B0E97}"/>
                </a:ext>
              </a:extLst>
            </p:cNvPr>
            <p:cNvSpPr/>
            <p:nvPr/>
          </p:nvSpPr>
          <p:spPr>
            <a:xfrm>
              <a:off x="558779" y="2753115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4B9CA358-814F-58D1-7E42-AD798600EE94}"/>
                </a:ext>
              </a:extLst>
            </p:cNvPr>
            <p:cNvSpPr/>
            <p:nvPr/>
          </p:nvSpPr>
          <p:spPr>
            <a:xfrm>
              <a:off x="9938704" y="4402744"/>
              <a:ext cx="1306761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93E3561D-16D4-564F-18D0-D5EDB4746635}"/>
                </a:ext>
              </a:extLst>
            </p:cNvPr>
            <p:cNvSpPr/>
            <p:nvPr/>
          </p:nvSpPr>
          <p:spPr>
            <a:xfrm>
              <a:off x="9938704" y="2753115"/>
              <a:ext cx="1306761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CB97A56-83A2-EC11-D639-26D4B9DFDE65}"/>
                </a:ext>
              </a:extLst>
            </p:cNvPr>
            <p:cNvSpPr txBox="1"/>
            <p:nvPr/>
          </p:nvSpPr>
          <p:spPr>
            <a:xfrm>
              <a:off x="913311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B00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A38CE45-993F-0666-9B30-EC59E058C509}"/>
                </a:ext>
              </a:extLst>
            </p:cNvPr>
            <p:cNvSpPr txBox="1"/>
            <p:nvPr/>
          </p:nvSpPr>
          <p:spPr>
            <a:xfrm>
              <a:off x="1975116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B01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F583F94-1F16-417E-AD50-BF1B30BA543C}"/>
                </a:ext>
              </a:extLst>
            </p:cNvPr>
            <p:cNvSpPr txBox="1"/>
            <p:nvPr/>
          </p:nvSpPr>
          <p:spPr>
            <a:xfrm>
              <a:off x="3041776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B02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A97E823-BBCA-C846-9680-90A48977477F}"/>
                </a:ext>
              </a:extLst>
            </p:cNvPr>
            <p:cNvSpPr txBox="1"/>
            <p:nvPr/>
          </p:nvSpPr>
          <p:spPr>
            <a:xfrm>
              <a:off x="4131336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B03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02E8BB2-3E27-F757-590E-26CE56635707}"/>
                </a:ext>
              </a:extLst>
            </p:cNvPr>
            <p:cNvSpPr txBox="1"/>
            <p:nvPr/>
          </p:nvSpPr>
          <p:spPr>
            <a:xfrm>
              <a:off x="5251130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B04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988C4A92-F68C-FA0E-8857-787E0963BEF3}"/>
                </a:ext>
              </a:extLst>
            </p:cNvPr>
            <p:cNvSpPr txBox="1"/>
            <p:nvPr/>
          </p:nvSpPr>
          <p:spPr>
            <a:xfrm>
              <a:off x="6312935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B05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E05B3A3E-C637-D234-D40F-4B72E39EDD00}"/>
                </a:ext>
              </a:extLst>
            </p:cNvPr>
            <p:cNvSpPr txBox="1"/>
            <p:nvPr/>
          </p:nvSpPr>
          <p:spPr>
            <a:xfrm>
              <a:off x="7379595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B06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7667056-453B-726E-C18F-B6650F8FA7B1}"/>
                </a:ext>
              </a:extLst>
            </p:cNvPr>
            <p:cNvSpPr txBox="1"/>
            <p:nvPr/>
          </p:nvSpPr>
          <p:spPr>
            <a:xfrm>
              <a:off x="8469155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DCF07EC-A300-537A-4271-462B672878C2}"/>
                </a:ext>
              </a:extLst>
            </p:cNvPr>
            <p:cNvSpPr txBox="1"/>
            <p:nvPr/>
          </p:nvSpPr>
          <p:spPr>
            <a:xfrm>
              <a:off x="913311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170626CF-5153-9EC5-34AD-FCFECA9FBB9F}"/>
                </a:ext>
              </a:extLst>
            </p:cNvPr>
            <p:cNvSpPr txBox="1"/>
            <p:nvPr/>
          </p:nvSpPr>
          <p:spPr>
            <a:xfrm>
              <a:off x="1975116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E31A0F2-9A31-8A9E-AA41-173C1FAF97B9}"/>
                </a:ext>
              </a:extLst>
            </p:cNvPr>
            <p:cNvSpPr txBox="1"/>
            <p:nvPr/>
          </p:nvSpPr>
          <p:spPr>
            <a:xfrm>
              <a:off x="3041776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810DC67-E17D-6AFB-D8EA-DC350E2938DB}"/>
                </a:ext>
              </a:extLst>
            </p:cNvPr>
            <p:cNvSpPr txBox="1"/>
            <p:nvPr/>
          </p:nvSpPr>
          <p:spPr>
            <a:xfrm>
              <a:off x="4131336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EA89A18C-65FA-B3F6-13BE-322B2E620900}"/>
                </a:ext>
              </a:extLst>
            </p:cNvPr>
            <p:cNvSpPr txBox="1"/>
            <p:nvPr/>
          </p:nvSpPr>
          <p:spPr>
            <a:xfrm>
              <a:off x="5251130" y="295150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095B0CEB-2F22-17C6-A3FD-75D754A3844D}"/>
                </a:ext>
              </a:extLst>
            </p:cNvPr>
            <p:cNvSpPr txBox="1"/>
            <p:nvPr/>
          </p:nvSpPr>
          <p:spPr>
            <a:xfrm>
              <a:off x="6312935" y="295150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58E2391-5C0C-0A27-8C52-19672F743DA3}"/>
                </a:ext>
              </a:extLst>
            </p:cNvPr>
            <p:cNvSpPr txBox="1"/>
            <p:nvPr/>
          </p:nvSpPr>
          <p:spPr>
            <a:xfrm>
              <a:off x="7379595" y="295150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90543A8-D584-166D-F840-A462C296FDDE}"/>
                </a:ext>
              </a:extLst>
            </p:cNvPr>
            <p:cNvSpPr txBox="1"/>
            <p:nvPr/>
          </p:nvSpPr>
          <p:spPr>
            <a:xfrm>
              <a:off x="10313631" y="463873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B15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117B066-4B53-3043-4545-BE07FC9BAA81}"/>
                </a:ext>
              </a:extLst>
            </p:cNvPr>
            <p:cNvSpPr txBox="1"/>
            <p:nvPr/>
          </p:nvSpPr>
          <p:spPr>
            <a:xfrm>
              <a:off x="10338443" y="29891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B16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3761E35C-EBFD-3737-12A0-192593EF7A58}"/>
                </a:ext>
              </a:extLst>
            </p:cNvPr>
            <p:cNvSpPr/>
            <p:nvPr/>
          </p:nvSpPr>
          <p:spPr>
            <a:xfrm>
              <a:off x="5015752" y="4361056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4EAD0853-0B61-56E8-F5DF-732583AFBAA1}"/>
                </a:ext>
              </a:extLst>
            </p:cNvPr>
            <p:cNvSpPr/>
            <p:nvPr/>
          </p:nvSpPr>
          <p:spPr>
            <a:xfrm>
              <a:off x="5044867" y="2769053"/>
              <a:ext cx="3208180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389321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A1C7-4F7C-2C5D-8DC4-B7A4B3860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FBD1AB9F-99B8-489C-7E92-38C8B550159A}"/>
              </a:ext>
            </a:extLst>
          </p:cNvPr>
          <p:cNvGrpSpPr/>
          <p:nvPr/>
        </p:nvGrpSpPr>
        <p:grpSpPr>
          <a:xfrm>
            <a:off x="410218" y="1098449"/>
            <a:ext cx="11371564" cy="4907241"/>
            <a:chOff x="410218" y="1098449"/>
            <a:chExt cx="11371564" cy="4907241"/>
          </a:xfrm>
        </p:grpSpPr>
        <p:sp>
          <p:nvSpPr>
            <p:cNvPr id="192" name="Rounded Rectangle 191">
              <a:extLst>
                <a:ext uri="{FF2B5EF4-FFF2-40B4-BE49-F238E27FC236}">
                  <a16:creationId xmlns:a16="http://schemas.microsoft.com/office/drawing/2014/main" id="{D69704E3-7382-A18A-A58C-1AA2FB801E7F}"/>
                </a:ext>
              </a:extLst>
            </p:cNvPr>
            <p:cNvSpPr/>
            <p:nvPr/>
          </p:nvSpPr>
          <p:spPr>
            <a:xfrm>
              <a:off x="410218" y="1098449"/>
              <a:ext cx="11371564" cy="4907241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9F7A5CA0-D1B4-5B79-524D-9ED242F9E643}"/>
                </a:ext>
              </a:extLst>
            </p:cNvPr>
            <p:cNvSpPr/>
            <p:nvPr/>
          </p:nvSpPr>
          <p:spPr>
            <a:xfrm>
              <a:off x="5255767" y="3614372"/>
              <a:ext cx="4305899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76BC5ABA-6562-07B4-6926-71C292AA4F8B}"/>
                </a:ext>
              </a:extLst>
            </p:cNvPr>
            <p:cNvSpPr/>
            <p:nvPr/>
          </p:nvSpPr>
          <p:spPr>
            <a:xfrm>
              <a:off x="5255766" y="1367293"/>
              <a:ext cx="3360899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Rounded Rectangle 112">
              <a:extLst>
                <a:ext uri="{FF2B5EF4-FFF2-40B4-BE49-F238E27FC236}">
                  <a16:creationId xmlns:a16="http://schemas.microsoft.com/office/drawing/2014/main" id="{7B5B6397-8708-0559-006E-3DC3A6524370}"/>
                </a:ext>
              </a:extLst>
            </p:cNvPr>
            <p:cNvSpPr/>
            <p:nvPr/>
          </p:nvSpPr>
          <p:spPr>
            <a:xfrm>
              <a:off x="667897" y="1373741"/>
              <a:ext cx="4420820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5C48F21C-2256-17A9-7C1D-9BBE6BE686C2}"/>
                </a:ext>
              </a:extLst>
            </p:cNvPr>
            <p:cNvSpPr/>
            <p:nvPr/>
          </p:nvSpPr>
          <p:spPr>
            <a:xfrm>
              <a:off x="667897" y="3635462"/>
              <a:ext cx="4420820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7" name="Graphic 76" descr="Sleep with solid fill">
              <a:extLst>
                <a:ext uri="{FF2B5EF4-FFF2-40B4-BE49-F238E27FC236}">
                  <a16:creationId xmlns:a16="http://schemas.microsoft.com/office/drawing/2014/main" id="{5AD7DE78-8F48-CD9F-28DC-B821F0A02D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947536" y="3977496"/>
              <a:ext cx="634696" cy="634696"/>
            </a:xfrm>
            <a:prstGeom prst="rect">
              <a:avLst/>
            </a:prstGeom>
          </p:spPr>
        </p:pic>
        <p:pic>
          <p:nvPicPr>
            <p:cNvPr id="78" name="Graphic 77" descr="Sleep with solid fill">
              <a:extLst>
                <a:ext uri="{FF2B5EF4-FFF2-40B4-BE49-F238E27FC236}">
                  <a16:creationId xmlns:a16="http://schemas.microsoft.com/office/drawing/2014/main" id="{FB1B1101-1294-FA95-A1D5-B957D298BF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2013368" y="3977496"/>
              <a:ext cx="634696" cy="634696"/>
            </a:xfrm>
            <a:prstGeom prst="rect">
              <a:avLst/>
            </a:prstGeom>
          </p:spPr>
        </p:pic>
        <p:pic>
          <p:nvPicPr>
            <p:cNvPr id="3" name="Graphic 2" descr="Sleep with solid fill">
              <a:extLst>
                <a:ext uri="{FF2B5EF4-FFF2-40B4-BE49-F238E27FC236}">
                  <a16:creationId xmlns:a16="http://schemas.microsoft.com/office/drawing/2014/main" id="{97E4B0CA-F8DC-B0E4-527E-5F87FFB109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122701" y="3977496"/>
              <a:ext cx="634696" cy="634696"/>
            </a:xfrm>
            <a:prstGeom prst="rect">
              <a:avLst/>
            </a:prstGeom>
          </p:spPr>
        </p:pic>
        <p:pic>
          <p:nvPicPr>
            <p:cNvPr id="6" name="Graphic 5" descr="Sleep with solid fill">
              <a:extLst>
                <a:ext uri="{FF2B5EF4-FFF2-40B4-BE49-F238E27FC236}">
                  <a16:creationId xmlns:a16="http://schemas.microsoft.com/office/drawing/2014/main" id="{4ABFF014-5E4C-94EA-A0DD-6475DB9AE0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4188533" y="3977496"/>
              <a:ext cx="634696" cy="634696"/>
            </a:xfrm>
            <a:prstGeom prst="rect">
              <a:avLst/>
            </a:prstGeom>
          </p:spPr>
        </p:pic>
        <p:pic>
          <p:nvPicPr>
            <p:cNvPr id="7" name="Graphic 6" descr="Bed with solid fill">
              <a:extLst>
                <a:ext uri="{FF2B5EF4-FFF2-40B4-BE49-F238E27FC236}">
                  <a16:creationId xmlns:a16="http://schemas.microsoft.com/office/drawing/2014/main" id="{1888C180-1E8E-7FD9-47D1-16C7818F5D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5375668" y="3977496"/>
              <a:ext cx="634696" cy="634696"/>
            </a:xfrm>
            <a:prstGeom prst="rect">
              <a:avLst/>
            </a:prstGeom>
          </p:spPr>
        </p:pic>
        <p:pic>
          <p:nvPicPr>
            <p:cNvPr id="8" name="Graphic 7" descr="Sleep with solid fill">
              <a:extLst>
                <a:ext uri="{FF2B5EF4-FFF2-40B4-BE49-F238E27FC236}">
                  <a16:creationId xmlns:a16="http://schemas.microsoft.com/office/drawing/2014/main" id="{6FFE254E-6F38-520A-20C9-5317C918A1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441500" y="3977496"/>
              <a:ext cx="634696" cy="634696"/>
            </a:xfrm>
            <a:prstGeom prst="rect">
              <a:avLst/>
            </a:prstGeom>
          </p:spPr>
        </p:pic>
        <p:pic>
          <p:nvPicPr>
            <p:cNvPr id="17" name="Graphic 16" descr="Bed with solid fill">
              <a:extLst>
                <a:ext uri="{FF2B5EF4-FFF2-40B4-BE49-F238E27FC236}">
                  <a16:creationId xmlns:a16="http://schemas.microsoft.com/office/drawing/2014/main" id="{FC1E1375-B860-2435-0EAA-B4EC04B41E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7550833" y="3977496"/>
              <a:ext cx="634696" cy="634696"/>
            </a:xfrm>
            <a:prstGeom prst="rect">
              <a:avLst/>
            </a:prstGeom>
          </p:spPr>
        </p:pic>
        <p:pic>
          <p:nvPicPr>
            <p:cNvPr id="18" name="Graphic 17" descr="Sleep with solid fill">
              <a:extLst>
                <a:ext uri="{FF2B5EF4-FFF2-40B4-BE49-F238E27FC236}">
                  <a16:creationId xmlns:a16="http://schemas.microsoft.com/office/drawing/2014/main" id="{CA3A8C5C-9D13-5714-5C80-81D46B26B8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8616665" y="3977496"/>
              <a:ext cx="634696" cy="634696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508D8D7-8B1B-64E8-065F-4590D9A047E5}"/>
                </a:ext>
              </a:extLst>
            </p:cNvPr>
            <p:cNvSpPr txBox="1"/>
            <p:nvPr/>
          </p:nvSpPr>
          <p:spPr>
            <a:xfrm>
              <a:off x="1015984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B00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4E869-9B02-7062-CA61-B8AB593ACE5D}"/>
                </a:ext>
              </a:extLst>
            </p:cNvPr>
            <p:cNvSpPr txBox="1"/>
            <p:nvPr/>
          </p:nvSpPr>
          <p:spPr>
            <a:xfrm>
              <a:off x="2077789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B01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53A15C3-961C-681E-CC00-8990721959C4}"/>
                </a:ext>
              </a:extLst>
            </p:cNvPr>
            <p:cNvSpPr txBox="1"/>
            <p:nvPr/>
          </p:nvSpPr>
          <p:spPr>
            <a:xfrm>
              <a:off x="3144449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B02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7BC06F7-A260-64D8-AF60-6ABA64F91BCE}"/>
                </a:ext>
              </a:extLst>
            </p:cNvPr>
            <p:cNvSpPr txBox="1"/>
            <p:nvPr/>
          </p:nvSpPr>
          <p:spPr>
            <a:xfrm>
              <a:off x="4234009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B03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F0ED7DA9-1B7C-CB72-4D58-08F749EBFEA8}"/>
                </a:ext>
              </a:extLst>
            </p:cNvPr>
            <p:cNvSpPr txBox="1"/>
            <p:nvPr/>
          </p:nvSpPr>
          <p:spPr>
            <a:xfrm>
              <a:off x="5421537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B04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4E5FCB3-2A81-515B-A179-A03B4056F66B}"/>
                </a:ext>
              </a:extLst>
            </p:cNvPr>
            <p:cNvSpPr txBox="1"/>
            <p:nvPr/>
          </p:nvSpPr>
          <p:spPr>
            <a:xfrm>
              <a:off x="6483342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B05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9D23694-C520-65B9-9702-AC646CFD7C7C}"/>
                </a:ext>
              </a:extLst>
            </p:cNvPr>
            <p:cNvSpPr txBox="1"/>
            <p:nvPr/>
          </p:nvSpPr>
          <p:spPr>
            <a:xfrm>
              <a:off x="7550002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B06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0A4C03B-740B-24A2-162D-65C1111DDDBA}"/>
                </a:ext>
              </a:extLst>
            </p:cNvPr>
            <p:cNvSpPr txBox="1"/>
            <p:nvPr/>
          </p:nvSpPr>
          <p:spPr>
            <a:xfrm>
              <a:off x="8639562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12" name="Left Bracket 11">
              <a:extLst>
                <a:ext uri="{FF2B5EF4-FFF2-40B4-BE49-F238E27FC236}">
                  <a16:creationId xmlns:a16="http://schemas.microsoft.com/office/drawing/2014/main" id="{75DDD1F5-1DB8-5D8C-C3C5-87FFD9310033}"/>
                </a:ext>
              </a:extLst>
            </p:cNvPr>
            <p:cNvSpPr/>
            <p:nvPr/>
          </p:nvSpPr>
          <p:spPr>
            <a:xfrm rot="16200000">
              <a:off x="1631992" y="3594265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Left Bracket 12">
              <a:extLst>
                <a:ext uri="{FF2B5EF4-FFF2-40B4-BE49-F238E27FC236}">
                  <a16:creationId xmlns:a16="http://schemas.microsoft.com/office/drawing/2014/main" id="{6C3D6143-E711-9467-9DC3-D9FACCD0A72E}"/>
                </a:ext>
              </a:extLst>
            </p:cNvPr>
            <p:cNvSpPr/>
            <p:nvPr/>
          </p:nvSpPr>
          <p:spPr>
            <a:xfrm rot="16200000">
              <a:off x="3249253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Left Bracket 13">
              <a:extLst>
                <a:ext uri="{FF2B5EF4-FFF2-40B4-BE49-F238E27FC236}">
                  <a16:creationId xmlns:a16="http://schemas.microsoft.com/office/drawing/2014/main" id="{67938F3F-8879-7F69-BB5C-C71A6AEFBC4F}"/>
                </a:ext>
              </a:extLst>
            </p:cNvPr>
            <p:cNvSpPr/>
            <p:nvPr/>
          </p:nvSpPr>
          <p:spPr>
            <a:xfrm rot="16200000">
              <a:off x="4334837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Left Bracket 14">
              <a:extLst>
                <a:ext uri="{FF2B5EF4-FFF2-40B4-BE49-F238E27FC236}">
                  <a16:creationId xmlns:a16="http://schemas.microsoft.com/office/drawing/2014/main" id="{D087831F-2908-69FD-686E-8600924C8AC6}"/>
                </a:ext>
              </a:extLst>
            </p:cNvPr>
            <p:cNvSpPr/>
            <p:nvPr/>
          </p:nvSpPr>
          <p:spPr>
            <a:xfrm rot="16200000">
              <a:off x="6574181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Left Bracket 15">
              <a:extLst>
                <a:ext uri="{FF2B5EF4-FFF2-40B4-BE49-F238E27FC236}">
                  <a16:creationId xmlns:a16="http://schemas.microsoft.com/office/drawing/2014/main" id="{6CEF50D1-C14D-0CDA-DC70-C4F92311D11D}"/>
                </a:ext>
              </a:extLst>
            </p:cNvPr>
            <p:cNvSpPr/>
            <p:nvPr/>
          </p:nvSpPr>
          <p:spPr>
            <a:xfrm rot="16200000">
              <a:off x="8792848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7" name="Graphic 26" descr="Doctor male with solid fill">
              <a:extLst>
                <a:ext uri="{FF2B5EF4-FFF2-40B4-BE49-F238E27FC236}">
                  <a16:creationId xmlns:a16="http://schemas.microsoft.com/office/drawing/2014/main" id="{F05C5AF1-BD44-0F6A-9204-C203798B37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111516" y="4847403"/>
              <a:ext cx="636856" cy="636856"/>
            </a:xfrm>
            <a:prstGeom prst="rect">
              <a:avLst/>
            </a:prstGeom>
          </p:spPr>
        </p:pic>
        <p:pic>
          <p:nvPicPr>
            <p:cNvPr id="32" name="Graphic 31" descr="Doctor female with solid fill">
              <a:extLst>
                <a:ext uri="{FF2B5EF4-FFF2-40B4-BE49-F238E27FC236}">
                  <a16:creationId xmlns:a16="http://schemas.microsoft.com/office/drawing/2014/main" id="{6317EF42-1324-642A-F267-2757A01E56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498231" y="4847403"/>
              <a:ext cx="636856" cy="636856"/>
            </a:xfrm>
            <a:prstGeom prst="rect">
              <a:avLst/>
            </a:prstGeom>
          </p:spPr>
        </p:pic>
        <p:pic>
          <p:nvPicPr>
            <p:cNvPr id="36" name="Graphic 35" descr="Doctor male with solid fill">
              <a:extLst>
                <a:ext uri="{FF2B5EF4-FFF2-40B4-BE49-F238E27FC236}">
                  <a16:creationId xmlns:a16="http://schemas.microsoft.com/office/drawing/2014/main" id="{BF3ADE1D-F896-7786-CF1C-EFEBE1112E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450409" y="4851763"/>
              <a:ext cx="636856" cy="636856"/>
            </a:xfrm>
            <a:prstGeom prst="rect">
              <a:avLst/>
            </a:prstGeom>
          </p:spPr>
        </p:pic>
        <p:pic>
          <p:nvPicPr>
            <p:cNvPr id="38" name="Graphic 37" descr="Doctor female with solid fill">
              <a:extLst>
                <a:ext uri="{FF2B5EF4-FFF2-40B4-BE49-F238E27FC236}">
                  <a16:creationId xmlns:a16="http://schemas.microsoft.com/office/drawing/2014/main" id="{8CDD2A66-54C1-F985-F485-EDFC69341C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188533" y="4847403"/>
              <a:ext cx="636856" cy="636856"/>
            </a:xfrm>
            <a:prstGeom prst="rect">
              <a:avLst/>
            </a:prstGeom>
          </p:spPr>
        </p:pic>
        <p:pic>
          <p:nvPicPr>
            <p:cNvPr id="39" name="Graphic 38" descr="Doctor female with solid fill">
              <a:extLst>
                <a:ext uri="{FF2B5EF4-FFF2-40B4-BE49-F238E27FC236}">
                  <a16:creationId xmlns:a16="http://schemas.microsoft.com/office/drawing/2014/main" id="{6FB4093C-4F71-83CE-7102-FB4C84A1F2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659086" y="4842814"/>
              <a:ext cx="636856" cy="636856"/>
            </a:xfrm>
            <a:prstGeom prst="rect">
              <a:avLst/>
            </a:prstGeom>
          </p:spPr>
        </p:pic>
        <p:pic>
          <p:nvPicPr>
            <p:cNvPr id="87" name="Graphic 86" descr="Bed with solid fill">
              <a:extLst>
                <a:ext uri="{FF2B5EF4-FFF2-40B4-BE49-F238E27FC236}">
                  <a16:creationId xmlns:a16="http://schemas.microsoft.com/office/drawing/2014/main" id="{3863AC67-48E3-F3A2-1514-9B07ECE6C4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947536" y="1709327"/>
              <a:ext cx="634696" cy="634696"/>
            </a:xfrm>
            <a:prstGeom prst="rect">
              <a:avLst/>
            </a:prstGeom>
          </p:spPr>
        </p:pic>
        <p:pic>
          <p:nvPicPr>
            <p:cNvPr id="88" name="Graphic 87" descr="Sleep with solid fill">
              <a:extLst>
                <a:ext uri="{FF2B5EF4-FFF2-40B4-BE49-F238E27FC236}">
                  <a16:creationId xmlns:a16="http://schemas.microsoft.com/office/drawing/2014/main" id="{B935A129-061A-021C-CA64-1CEF87C52FE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2013368" y="1709327"/>
              <a:ext cx="634696" cy="634696"/>
            </a:xfrm>
            <a:prstGeom prst="rect">
              <a:avLst/>
            </a:prstGeom>
          </p:spPr>
        </p:pic>
        <p:pic>
          <p:nvPicPr>
            <p:cNvPr id="89" name="Graphic 88" descr="Sleep with solid fill">
              <a:extLst>
                <a:ext uri="{FF2B5EF4-FFF2-40B4-BE49-F238E27FC236}">
                  <a16:creationId xmlns:a16="http://schemas.microsoft.com/office/drawing/2014/main" id="{85333D08-E2AB-9018-A9EC-7EA29667D0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122701" y="1709327"/>
              <a:ext cx="634696" cy="634696"/>
            </a:xfrm>
            <a:prstGeom prst="rect">
              <a:avLst/>
            </a:prstGeom>
          </p:spPr>
        </p:pic>
        <p:pic>
          <p:nvPicPr>
            <p:cNvPr id="90" name="Graphic 89" descr="Sleep with solid fill">
              <a:extLst>
                <a:ext uri="{FF2B5EF4-FFF2-40B4-BE49-F238E27FC236}">
                  <a16:creationId xmlns:a16="http://schemas.microsoft.com/office/drawing/2014/main" id="{9FDF6BD1-3E60-F5EA-89EA-6490EC239A8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88533" y="1709327"/>
              <a:ext cx="634696" cy="634696"/>
            </a:xfrm>
            <a:prstGeom prst="rect">
              <a:avLst/>
            </a:prstGeom>
          </p:spPr>
        </p:pic>
        <p:pic>
          <p:nvPicPr>
            <p:cNvPr id="91" name="Graphic 90" descr="Sleep with solid fill">
              <a:extLst>
                <a:ext uri="{FF2B5EF4-FFF2-40B4-BE49-F238E27FC236}">
                  <a16:creationId xmlns:a16="http://schemas.microsoft.com/office/drawing/2014/main" id="{66D1D48C-65C4-6752-6BDA-C38FCBEBB3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5507225" y="1709327"/>
              <a:ext cx="634696" cy="634696"/>
            </a:xfrm>
            <a:prstGeom prst="rect">
              <a:avLst/>
            </a:prstGeom>
          </p:spPr>
        </p:pic>
        <p:pic>
          <p:nvPicPr>
            <p:cNvPr id="92" name="Graphic 91" descr="Sleep with solid fill">
              <a:extLst>
                <a:ext uri="{FF2B5EF4-FFF2-40B4-BE49-F238E27FC236}">
                  <a16:creationId xmlns:a16="http://schemas.microsoft.com/office/drawing/2014/main" id="{8B83903B-55BA-6E19-44B8-E6BF96F576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573057" y="1709327"/>
              <a:ext cx="634696" cy="634696"/>
            </a:xfrm>
            <a:prstGeom prst="rect">
              <a:avLst/>
            </a:prstGeom>
          </p:spPr>
        </p:pic>
        <p:pic>
          <p:nvPicPr>
            <p:cNvPr id="93" name="Graphic 92" descr="Bed with solid fill">
              <a:extLst>
                <a:ext uri="{FF2B5EF4-FFF2-40B4-BE49-F238E27FC236}">
                  <a16:creationId xmlns:a16="http://schemas.microsoft.com/office/drawing/2014/main" id="{89A75918-F2F0-5796-B0B8-523FDA69DD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7682390" y="1709327"/>
              <a:ext cx="634696" cy="634696"/>
            </a:xfrm>
            <a:prstGeom prst="rect">
              <a:avLst/>
            </a:prstGeom>
          </p:spPr>
        </p:pic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750FA7AC-4F26-9AB6-479C-1E7726A22ED9}"/>
                </a:ext>
              </a:extLst>
            </p:cNvPr>
            <p:cNvSpPr txBox="1"/>
            <p:nvPr/>
          </p:nvSpPr>
          <p:spPr>
            <a:xfrm>
              <a:off x="1015984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DDA9FDC7-8DD0-58AC-DF5E-98F07BC84988}"/>
                </a:ext>
              </a:extLst>
            </p:cNvPr>
            <p:cNvSpPr txBox="1"/>
            <p:nvPr/>
          </p:nvSpPr>
          <p:spPr>
            <a:xfrm>
              <a:off x="2077789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D9B14E02-E267-CD13-69D9-1534E87EEA27}"/>
                </a:ext>
              </a:extLst>
            </p:cNvPr>
            <p:cNvSpPr txBox="1"/>
            <p:nvPr/>
          </p:nvSpPr>
          <p:spPr>
            <a:xfrm>
              <a:off x="3144449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C7D38A0B-3C10-F470-8AA1-2EAD854BB0BA}"/>
                </a:ext>
              </a:extLst>
            </p:cNvPr>
            <p:cNvSpPr txBox="1"/>
            <p:nvPr/>
          </p:nvSpPr>
          <p:spPr>
            <a:xfrm>
              <a:off x="4234009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BD57EBF-ABA6-477F-4ED7-DED50B20BE8A}"/>
                </a:ext>
              </a:extLst>
            </p:cNvPr>
            <p:cNvSpPr txBox="1"/>
            <p:nvPr/>
          </p:nvSpPr>
          <p:spPr>
            <a:xfrm>
              <a:off x="5553094" y="155940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9141DA76-5645-7435-7FB4-D32FAF2C4097}"/>
                </a:ext>
              </a:extLst>
            </p:cNvPr>
            <p:cNvSpPr txBox="1"/>
            <p:nvPr/>
          </p:nvSpPr>
          <p:spPr>
            <a:xfrm>
              <a:off x="6614899" y="155940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1FC1EEC6-863E-48BC-85D8-D8E010A07473}"/>
                </a:ext>
              </a:extLst>
            </p:cNvPr>
            <p:cNvSpPr txBox="1"/>
            <p:nvPr/>
          </p:nvSpPr>
          <p:spPr>
            <a:xfrm>
              <a:off x="7681559" y="155940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sp>
          <p:nvSpPr>
            <p:cNvPr id="103" name="Left Bracket 102">
              <a:extLst>
                <a:ext uri="{FF2B5EF4-FFF2-40B4-BE49-F238E27FC236}">
                  <a16:creationId xmlns:a16="http://schemas.microsoft.com/office/drawing/2014/main" id="{01DBF4C6-31C8-E960-2DBE-EB7A84D2D1E7}"/>
                </a:ext>
              </a:extLst>
            </p:cNvPr>
            <p:cNvSpPr/>
            <p:nvPr/>
          </p:nvSpPr>
          <p:spPr>
            <a:xfrm rot="16200000">
              <a:off x="3782830" y="1326095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Left Bracket 103">
              <a:extLst>
                <a:ext uri="{FF2B5EF4-FFF2-40B4-BE49-F238E27FC236}">
                  <a16:creationId xmlns:a16="http://schemas.microsoft.com/office/drawing/2014/main" id="{29F2AB79-BD79-6260-AFDC-0E8BE7D9DB67}"/>
                </a:ext>
              </a:extLst>
            </p:cNvPr>
            <p:cNvSpPr/>
            <p:nvPr/>
          </p:nvSpPr>
          <p:spPr>
            <a:xfrm rot="16200000">
              <a:off x="2149604" y="1893489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8" name="Graphic 107" descr="Doctor male with solid fill">
              <a:extLst>
                <a:ext uri="{FF2B5EF4-FFF2-40B4-BE49-F238E27FC236}">
                  <a16:creationId xmlns:a16="http://schemas.microsoft.com/office/drawing/2014/main" id="{3A7FADCE-9A38-3629-E1E4-D027936D6A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649068" y="2579234"/>
              <a:ext cx="636856" cy="636856"/>
            </a:xfrm>
            <a:prstGeom prst="rect">
              <a:avLst/>
            </a:prstGeom>
          </p:spPr>
        </p:pic>
        <p:pic>
          <p:nvPicPr>
            <p:cNvPr id="109" name="Graphic 108" descr="Doctor female with solid fill">
              <a:extLst>
                <a:ext uri="{FF2B5EF4-FFF2-40B4-BE49-F238E27FC236}">
                  <a16:creationId xmlns:a16="http://schemas.microsoft.com/office/drawing/2014/main" id="{0D517900-75E5-DE50-D8BF-71012DB3A4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13368" y="2579234"/>
              <a:ext cx="636856" cy="636856"/>
            </a:xfrm>
            <a:prstGeom prst="rect">
              <a:avLst/>
            </a:prstGeom>
          </p:spPr>
        </p:pic>
        <p:pic>
          <p:nvPicPr>
            <p:cNvPr id="110" name="Graphic 109" descr="Doctor male with solid fill">
              <a:extLst>
                <a:ext uri="{FF2B5EF4-FFF2-40B4-BE49-F238E27FC236}">
                  <a16:creationId xmlns:a16="http://schemas.microsoft.com/office/drawing/2014/main" id="{48967831-D080-4478-220D-D6FCA44091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304123" y="2524265"/>
              <a:ext cx="636856" cy="636856"/>
            </a:xfrm>
            <a:prstGeom prst="rect">
              <a:avLst/>
            </a:prstGeom>
          </p:spPr>
        </p:pic>
        <p:pic>
          <p:nvPicPr>
            <p:cNvPr id="111" name="Graphic 110" descr="Doctor female with solid fill">
              <a:extLst>
                <a:ext uri="{FF2B5EF4-FFF2-40B4-BE49-F238E27FC236}">
                  <a16:creationId xmlns:a16="http://schemas.microsoft.com/office/drawing/2014/main" id="{C4950B2C-3A2A-14AA-5CE0-BB542D3CBB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057340" y="2570222"/>
              <a:ext cx="636856" cy="636856"/>
            </a:xfrm>
            <a:prstGeom prst="rect">
              <a:avLst/>
            </a:prstGeom>
          </p:spPr>
        </p:pic>
        <p:sp>
          <p:nvSpPr>
            <p:cNvPr id="145" name="Rounded Rectangle 144">
              <a:extLst>
                <a:ext uri="{FF2B5EF4-FFF2-40B4-BE49-F238E27FC236}">
                  <a16:creationId xmlns:a16="http://schemas.microsoft.com/office/drawing/2014/main" id="{FC79B5A3-2BB4-7B48-C72E-8D25FD8CC6B9}"/>
                </a:ext>
              </a:extLst>
            </p:cNvPr>
            <p:cNvSpPr/>
            <p:nvPr/>
          </p:nvSpPr>
          <p:spPr>
            <a:xfrm>
              <a:off x="9791448" y="1367293"/>
              <a:ext cx="1662206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Graphic 145" descr="Sleep with solid fill">
              <a:extLst>
                <a:ext uri="{FF2B5EF4-FFF2-40B4-BE49-F238E27FC236}">
                  <a16:creationId xmlns:a16="http://schemas.microsoft.com/office/drawing/2014/main" id="{91B67877-094C-5F87-1376-CB26AD402F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10261702" y="1636349"/>
              <a:ext cx="634696" cy="634696"/>
            </a:xfrm>
            <a:prstGeom prst="rect">
              <a:avLst/>
            </a:prstGeom>
          </p:spPr>
        </p:pic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51F4585-4635-F03E-B272-03A1D51B6E9D}"/>
                </a:ext>
              </a:extLst>
            </p:cNvPr>
            <p:cNvSpPr txBox="1"/>
            <p:nvPr/>
          </p:nvSpPr>
          <p:spPr>
            <a:xfrm>
              <a:off x="10284599" y="148642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B16</a:t>
              </a:r>
            </a:p>
          </p:txBody>
        </p:sp>
        <p:sp>
          <p:nvSpPr>
            <p:cNvPr id="148" name="Left Bracket 147">
              <a:extLst>
                <a:ext uri="{FF2B5EF4-FFF2-40B4-BE49-F238E27FC236}">
                  <a16:creationId xmlns:a16="http://schemas.microsoft.com/office/drawing/2014/main" id="{1DB19B96-4564-FCD5-3291-8A7147D98DB5}"/>
                </a:ext>
              </a:extLst>
            </p:cNvPr>
            <p:cNvSpPr/>
            <p:nvPr/>
          </p:nvSpPr>
          <p:spPr>
            <a:xfrm rot="16200000">
              <a:off x="10394383" y="1829502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Left Bracket 149">
              <a:extLst>
                <a:ext uri="{FF2B5EF4-FFF2-40B4-BE49-F238E27FC236}">
                  <a16:creationId xmlns:a16="http://schemas.microsoft.com/office/drawing/2014/main" id="{A1267B4B-D30D-A737-8FE8-277F33BA290C}"/>
                </a:ext>
              </a:extLst>
            </p:cNvPr>
            <p:cNvSpPr/>
            <p:nvPr/>
          </p:nvSpPr>
          <p:spPr>
            <a:xfrm rot="16200000">
              <a:off x="6191102" y="1321673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3" name="Rounded Rectangle 232">
              <a:extLst>
                <a:ext uri="{FF2B5EF4-FFF2-40B4-BE49-F238E27FC236}">
                  <a16:creationId xmlns:a16="http://schemas.microsoft.com/office/drawing/2014/main" id="{09686284-EE10-8ACD-B1A0-67EA65C71F02}"/>
                </a:ext>
              </a:extLst>
            </p:cNvPr>
            <p:cNvSpPr/>
            <p:nvPr/>
          </p:nvSpPr>
          <p:spPr>
            <a:xfrm>
              <a:off x="9791448" y="3637753"/>
              <a:ext cx="1662206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34" name="Graphic 233" descr="Sleep with solid fill">
              <a:extLst>
                <a:ext uri="{FF2B5EF4-FFF2-40B4-BE49-F238E27FC236}">
                  <a16:creationId xmlns:a16="http://schemas.microsoft.com/office/drawing/2014/main" id="{459C560A-39EA-5187-4676-9660B684B6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10261702" y="3906809"/>
              <a:ext cx="634696" cy="634696"/>
            </a:xfrm>
            <a:prstGeom prst="rect">
              <a:avLst/>
            </a:prstGeom>
          </p:spPr>
        </p:pic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BD598074-88E5-99C4-2135-90DF9FAC96FC}"/>
                </a:ext>
              </a:extLst>
            </p:cNvPr>
            <p:cNvSpPr txBox="1"/>
            <p:nvPr/>
          </p:nvSpPr>
          <p:spPr>
            <a:xfrm>
              <a:off x="10284599" y="375688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B15</a:t>
              </a:r>
            </a:p>
          </p:txBody>
        </p:sp>
        <p:sp>
          <p:nvSpPr>
            <p:cNvPr id="236" name="Left Bracket 235">
              <a:extLst>
                <a:ext uri="{FF2B5EF4-FFF2-40B4-BE49-F238E27FC236}">
                  <a16:creationId xmlns:a16="http://schemas.microsoft.com/office/drawing/2014/main" id="{68D62CA4-F8B4-DDED-BBA0-A46F3C359524}"/>
                </a:ext>
              </a:extLst>
            </p:cNvPr>
            <p:cNvSpPr/>
            <p:nvPr/>
          </p:nvSpPr>
          <p:spPr>
            <a:xfrm rot="16200000">
              <a:off x="10384787" y="4100317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37" name="Graphic 236" descr="Doctor female with solid fill">
              <a:extLst>
                <a:ext uri="{FF2B5EF4-FFF2-40B4-BE49-F238E27FC236}">
                  <a16:creationId xmlns:a16="http://schemas.microsoft.com/office/drawing/2014/main" id="{A5A5735A-3CD9-0027-1D93-D4F53A380B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251026" y="4842814"/>
              <a:ext cx="636856" cy="63685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646967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9DA9A-4AEF-F740-D1B1-0661DC705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1" name="Group 150">
            <a:extLst>
              <a:ext uri="{FF2B5EF4-FFF2-40B4-BE49-F238E27FC236}">
                <a16:creationId xmlns:a16="http://schemas.microsoft.com/office/drawing/2014/main" id="{FEFE4444-288E-9F92-35A8-814AA1E39F34}"/>
              </a:ext>
            </a:extLst>
          </p:cNvPr>
          <p:cNvGrpSpPr/>
          <p:nvPr/>
        </p:nvGrpSpPr>
        <p:grpSpPr>
          <a:xfrm>
            <a:off x="84476" y="371799"/>
            <a:ext cx="16750422" cy="2107707"/>
            <a:chOff x="84476" y="371799"/>
            <a:chExt cx="16750422" cy="2107707"/>
          </a:xfrm>
        </p:grpSpPr>
        <p:sp>
          <p:nvSpPr>
            <p:cNvPr id="113" name="Rounded Rectangle 112">
              <a:extLst>
                <a:ext uri="{FF2B5EF4-FFF2-40B4-BE49-F238E27FC236}">
                  <a16:creationId xmlns:a16="http://schemas.microsoft.com/office/drawing/2014/main" id="{A1540FC9-4ADD-FA5C-B4EC-26C61119D191}"/>
                </a:ext>
              </a:extLst>
            </p:cNvPr>
            <p:cNvSpPr/>
            <p:nvPr/>
          </p:nvSpPr>
          <p:spPr>
            <a:xfrm>
              <a:off x="84476" y="371799"/>
              <a:ext cx="7791352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7" name="Graphic 86" descr="Bed with solid fill">
              <a:extLst>
                <a:ext uri="{FF2B5EF4-FFF2-40B4-BE49-F238E27FC236}">
                  <a16:creationId xmlns:a16="http://schemas.microsoft.com/office/drawing/2014/main" id="{9386ABEC-692D-DC16-8CE3-86DB51B9C3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64115" y="707385"/>
              <a:ext cx="634696" cy="634696"/>
            </a:xfrm>
            <a:prstGeom prst="rect">
              <a:avLst/>
            </a:prstGeom>
          </p:spPr>
        </p:pic>
        <p:pic>
          <p:nvPicPr>
            <p:cNvPr id="88" name="Graphic 87" descr="Sleep with solid fill">
              <a:extLst>
                <a:ext uri="{FF2B5EF4-FFF2-40B4-BE49-F238E27FC236}">
                  <a16:creationId xmlns:a16="http://schemas.microsoft.com/office/drawing/2014/main" id="{ACA9114A-50E6-3F9C-30AA-3DBF656020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429947" y="707385"/>
              <a:ext cx="634696" cy="634696"/>
            </a:xfrm>
            <a:prstGeom prst="rect">
              <a:avLst/>
            </a:prstGeom>
          </p:spPr>
        </p:pic>
        <p:pic>
          <p:nvPicPr>
            <p:cNvPr id="89" name="Graphic 88" descr="Sleep with solid fill">
              <a:extLst>
                <a:ext uri="{FF2B5EF4-FFF2-40B4-BE49-F238E27FC236}">
                  <a16:creationId xmlns:a16="http://schemas.microsoft.com/office/drawing/2014/main" id="{7DE5CD83-1C46-15D6-E3D4-8B78B0E9C2D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2539280" y="707385"/>
              <a:ext cx="634696" cy="634696"/>
            </a:xfrm>
            <a:prstGeom prst="rect">
              <a:avLst/>
            </a:prstGeom>
          </p:spPr>
        </p:pic>
        <p:pic>
          <p:nvPicPr>
            <p:cNvPr id="90" name="Graphic 89" descr="Sleep with solid fill">
              <a:extLst>
                <a:ext uri="{FF2B5EF4-FFF2-40B4-BE49-F238E27FC236}">
                  <a16:creationId xmlns:a16="http://schemas.microsoft.com/office/drawing/2014/main" id="{3DBDBF98-3A79-BE94-10D9-3224403209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3605112" y="707385"/>
              <a:ext cx="634696" cy="634696"/>
            </a:xfrm>
            <a:prstGeom prst="rect">
              <a:avLst/>
            </a:prstGeom>
          </p:spPr>
        </p:pic>
        <p:pic>
          <p:nvPicPr>
            <p:cNvPr id="91" name="Graphic 90" descr="Bed with solid fill">
              <a:extLst>
                <a:ext uri="{FF2B5EF4-FFF2-40B4-BE49-F238E27FC236}">
                  <a16:creationId xmlns:a16="http://schemas.microsoft.com/office/drawing/2014/main" id="{6A3E6F40-46C5-104D-FC8F-7013A1D557A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724513" y="707385"/>
              <a:ext cx="634696" cy="634696"/>
            </a:xfrm>
            <a:prstGeom prst="rect">
              <a:avLst/>
            </a:prstGeom>
          </p:spPr>
        </p:pic>
        <p:pic>
          <p:nvPicPr>
            <p:cNvPr id="92" name="Graphic 91" descr="Sleep with solid fill">
              <a:extLst>
                <a:ext uri="{FF2B5EF4-FFF2-40B4-BE49-F238E27FC236}">
                  <a16:creationId xmlns:a16="http://schemas.microsoft.com/office/drawing/2014/main" id="{A2CBB878-C5EA-7016-C24D-469F11982F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5790345" y="707385"/>
              <a:ext cx="634696" cy="634696"/>
            </a:xfrm>
            <a:prstGeom prst="rect">
              <a:avLst/>
            </a:prstGeom>
          </p:spPr>
        </p:pic>
        <p:pic>
          <p:nvPicPr>
            <p:cNvPr id="93" name="Graphic 92" descr="Sleep with solid fill">
              <a:extLst>
                <a:ext uri="{FF2B5EF4-FFF2-40B4-BE49-F238E27FC236}">
                  <a16:creationId xmlns:a16="http://schemas.microsoft.com/office/drawing/2014/main" id="{64EEB7D8-0889-631D-27B0-BC3E38B6136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6899678" y="707385"/>
              <a:ext cx="634696" cy="634696"/>
            </a:xfrm>
            <a:prstGeom prst="rect">
              <a:avLst/>
            </a:prstGeom>
          </p:spPr>
        </p:pic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C824215A-B707-C9E4-B869-D290CF992198}"/>
                </a:ext>
              </a:extLst>
            </p:cNvPr>
            <p:cNvSpPr txBox="1"/>
            <p:nvPr/>
          </p:nvSpPr>
          <p:spPr>
            <a:xfrm>
              <a:off x="432563" y="5528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BFC54B12-C692-C3CD-B236-6FC8526CD127}"/>
                </a:ext>
              </a:extLst>
            </p:cNvPr>
            <p:cNvSpPr txBox="1"/>
            <p:nvPr/>
          </p:nvSpPr>
          <p:spPr>
            <a:xfrm>
              <a:off x="1494368" y="5528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C210A5F0-2679-8FA5-1250-14A64408EBFF}"/>
                </a:ext>
              </a:extLst>
            </p:cNvPr>
            <p:cNvSpPr txBox="1"/>
            <p:nvPr/>
          </p:nvSpPr>
          <p:spPr>
            <a:xfrm>
              <a:off x="2561028" y="5528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6A98972F-F41D-8BD9-BBC9-C1C4A8A2A62E}"/>
                </a:ext>
              </a:extLst>
            </p:cNvPr>
            <p:cNvSpPr txBox="1"/>
            <p:nvPr/>
          </p:nvSpPr>
          <p:spPr>
            <a:xfrm>
              <a:off x="3650588" y="5528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F1E2729E-D7BA-7607-952E-0FF750B6D6AC}"/>
                </a:ext>
              </a:extLst>
            </p:cNvPr>
            <p:cNvSpPr txBox="1"/>
            <p:nvPr/>
          </p:nvSpPr>
          <p:spPr>
            <a:xfrm>
              <a:off x="4770382" y="557458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A72836C-15DC-874D-45B2-5AAFC07F9060}"/>
                </a:ext>
              </a:extLst>
            </p:cNvPr>
            <p:cNvSpPr txBox="1"/>
            <p:nvPr/>
          </p:nvSpPr>
          <p:spPr>
            <a:xfrm>
              <a:off x="5832187" y="557458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0DB17C08-71EF-190D-507B-A75ACA877BB6}"/>
                </a:ext>
              </a:extLst>
            </p:cNvPr>
            <p:cNvSpPr txBox="1"/>
            <p:nvPr/>
          </p:nvSpPr>
          <p:spPr>
            <a:xfrm>
              <a:off x="6898847" y="557458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sp>
          <p:nvSpPr>
            <p:cNvPr id="103" name="Left Bracket 102">
              <a:extLst>
                <a:ext uri="{FF2B5EF4-FFF2-40B4-BE49-F238E27FC236}">
                  <a16:creationId xmlns:a16="http://schemas.microsoft.com/office/drawing/2014/main" id="{A170DE1D-421D-2C53-6861-877010554EFC}"/>
                </a:ext>
              </a:extLst>
            </p:cNvPr>
            <p:cNvSpPr/>
            <p:nvPr/>
          </p:nvSpPr>
          <p:spPr>
            <a:xfrm rot="16200000">
              <a:off x="3199409" y="324153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Left Bracket 103">
              <a:extLst>
                <a:ext uri="{FF2B5EF4-FFF2-40B4-BE49-F238E27FC236}">
                  <a16:creationId xmlns:a16="http://schemas.microsoft.com/office/drawing/2014/main" id="{05921564-1889-9429-8749-01ADFF536291}"/>
                </a:ext>
              </a:extLst>
            </p:cNvPr>
            <p:cNvSpPr/>
            <p:nvPr/>
          </p:nvSpPr>
          <p:spPr>
            <a:xfrm rot="16200000">
              <a:off x="1566183" y="891547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8" name="Graphic 107" descr="Doctor male with solid fill">
              <a:extLst>
                <a:ext uri="{FF2B5EF4-FFF2-40B4-BE49-F238E27FC236}">
                  <a16:creationId xmlns:a16="http://schemas.microsoft.com/office/drawing/2014/main" id="{CB2C7BDE-2E65-7ED0-1ABF-8AC256E520F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065647" y="1577292"/>
              <a:ext cx="636856" cy="636856"/>
            </a:xfrm>
            <a:prstGeom prst="rect">
              <a:avLst/>
            </a:prstGeom>
          </p:spPr>
        </p:pic>
        <p:pic>
          <p:nvPicPr>
            <p:cNvPr id="109" name="Graphic 108" descr="Doctor female with solid fill">
              <a:extLst>
                <a:ext uri="{FF2B5EF4-FFF2-40B4-BE49-F238E27FC236}">
                  <a16:creationId xmlns:a16="http://schemas.microsoft.com/office/drawing/2014/main" id="{DA556557-4A21-B133-BC24-B60D9DAA6B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429947" y="1577292"/>
              <a:ext cx="636856" cy="636856"/>
            </a:xfrm>
            <a:prstGeom prst="rect">
              <a:avLst/>
            </a:prstGeom>
          </p:spPr>
        </p:pic>
        <p:pic>
          <p:nvPicPr>
            <p:cNvPr id="111" name="Graphic 110" descr="Doctor female with solid fill">
              <a:extLst>
                <a:ext uri="{FF2B5EF4-FFF2-40B4-BE49-F238E27FC236}">
                  <a16:creationId xmlns:a16="http://schemas.microsoft.com/office/drawing/2014/main" id="{6477F368-C4F4-683A-BC4C-444F355172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766321" y="1577292"/>
              <a:ext cx="636856" cy="636856"/>
            </a:xfrm>
            <a:prstGeom prst="rect">
              <a:avLst/>
            </a:prstGeom>
          </p:spPr>
        </p:pic>
        <p:sp>
          <p:nvSpPr>
            <p:cNvPr id="50" name="Left Bracket 49">
              <a:extLst>
                <a:ext uri="{FF2B5EF4-FFF2-40B4-BE49-F238E27FC236}">
                  <a16:creationId xmlns:a16="http://schemas.microsoft.com/office/drawing/2014/main" id="{1C651EA5-DDEA-6F80-A382-B3F7904FEE48}"/>
                </a:ext>
              </a:extLst>
            </p:cNvPr>
            <p:cNvSpPr/>
            <p:nvPr/>
          </p:nvSpPr>
          <p:spPr>
            <a:xfrm rot="16200000">
              <a:off x="5923026" y="887124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Left Bracket 50">
              <a:extLst>
                <a:ext uri="{FF2B5EF4-FFF2-40B4-BE49-F238E27FC236}">
                  <a16:creationId xmlns:a16="http://schemas.microsoft.com/office/drawing/2014/main" id="{3F391361-F5A2-AD35-2AE1-7E4A3C51D4BE}"/>
                </a:ext>
              </a:extLst>
            </p:cNvPr>
            <p:cNvSpPr/>
            <p:nvPr/>
          </p:nvSpPr>
          <p:spPr>
            <a:xfrm rot="16200000">
              <a:off x="6999675" y="887124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2" name="Graphic 51" descr="Doctor male with solid fill">
              <a:extLst>
                <a:ext uri="{FF2B5EF4-FFF2-40B4-BE49-F238E27FC236}">
                  <a16:creationId xmlns:a16="http://schemas.microsoft.com/office/drawing/2014/main" id="{1B08D3DB-F643-53FF-40D1-29AD16AA17A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872004" y="1588917"/>
              <a:ext cx="636856" cy="636856"/>
            </a:xfrm>
            <a:prstGeom prst="rect">
              <a:avLst/>
            </a:prstGeom>
          </p:spPr>
        </p:pic>
        <p:sp>
          <p:nvSpPr>
            <p:cNvPr id="122" name="Rounded Rectangle 121">
              <a:extLst>
                <a:ext uri="{FF2B5EF4-FFF2-40B4-BE49-F238E27FC236}">
                  <a16:creationId xmlns:a16="http://schemas.microsoft.com/office/drawing/2014/main" id="{2AD281CF-5C4E-BD61-EF88-5F6EE52F32D1}"/>
                </a:ext>
              </a:extLst>
            </p:cNvPr>
            <p:cNvSpPr/>
            <p:nvPr/>
          </p:nvSpPr>
          <p:spPr>
            <a:xfrm>
              <a:off x="9043546" y="382354"/>
              <a:ext cx="7791352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23" name="Graphic 122" descr="Sleep with solid fill">
              <a:extLst>
                <a:ext uri="{FF2B5EF4-FFF2-40B4-BE49-F238E27FC236}">
                  <a16:creationId xmlns:a16="http://schemas.microsoft.com/office/drawing/2014/main" id="{A04AD26A-82E5-E2AB-2942-A5BC344E20E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9323185" y="717940"/>
              <a:ext cx="634696" cy="634696"/>
            </a:xfrm>
            <a:prstGeom prst="rect">
              <a:avLst/>
            </a:prstGeom>
          </p:spPr>
        </p:pic>
        <p:pic>
          <p:nvPicPr>
            <p:cNvPr id="124" name="Graphic 123" descr="Sleep with solid fill">
              <a:extLst>
                <a:ext uri="{FF2B5EF4-FFF2-40B4-BE49-F238E27FC236}">
                  <a16:creationId xmlns:a16="http://schemas.microsoft.com/office/drawing/2014/main" id="{E5C33630-689E-FA0E-98B1-6B33DBB3C0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0389017" y="717940"/>
              <a:ext cx="634696" cy="634696"/>
            </a:xfrm>
            <a:prstGeom prst="rect">
              <a:avLst/>
            </a:prstGeom>
          </p:spPr>
        </p:pic>
        <p:pic>
          <p:nvPicPr>
            <p:cNvPr id="125" name="Graphic 124" descr="Bed with solid fill">
              <a:extLst>
                <a:ext uri="{FF2B5EF4-FFF2-40B4-BE49-F238E27FC236}">
                  <a16:creationId xmlns:a16="http://schemas.microsoft.com/office/drawing/2014/main" id="{9D5800A1-C62C-FF09-BD70-4648019B431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1498350" y="717940"/>
              <a:ext cx="634696" cy="634696"/>
            </a:xfrm>
            <a:prstGeom prst="rect">
              <a:avLst/>
            </a:prstGeom>
          </p:spPr>
        </p:pic>
        <p:pic>
          <p:nvPicPr>
            <p:cNvPr id="126" name="Graphic 125" descr="Sleep with solid fill">
              <a:extLst>
                <a:ext uri="{FF2B5EF4-FFF2-40B4-BE49-F238E27FC236}">
                  <a16:creationId xmlns:a16="http://schemas.microsoft.com/office/drawing/2014/main" id="{204D9E95-8CF9-E29A-3131-97DD0A74A62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2564182" y="717940"/>
              <a:ext cx="634696" cy="634696"/>
            </a:xfrm>
            <a:prstGeom prst="rect">
              <a:avLst/>
            </a:prstGeom>
          </p:spPr>
        </p:pic>
        <p:pic>
          <p:nvPicPr>
            <p:cNvPr id="127" name="Graphic 126" descr="Sleep with solid fill">
              <a:extLst>
                <a:ext uri="{FF2B5EF4-FFF2-40B4-BE49-F238E27FC236}">
                  <a16:creationId xmlns:a16="http://schemas.microsoft.com/office/drawing/2014/main" id="{3ADD6AC0-AC70-8A86-F894-EF802C6F02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13683583" y="717940"/>
              <a:ext cx="634696" cy="634696"/>
            </a:xfrm>
            <a:prstGeom prst="rect">
              <a:avLst/>
            </a:prstGeom>
          </p:spPr>
        </p:pic>
        <p:pic>
          <p:nvPicPr>
            <p:cNvPr id="128" name="Graphic 127" descr="Sleep with solid fill">
              <a:extLst>
                <a:ext uri="{FF2B5EF4-FFF2-40B4-BE49-F238E27FC236}">
                  <a16:creationId xmlns:a16="http://schemas.microsoft.com/office/drawing/2014/main" id="{E56DBECC-1042-1B20-57D3-E112E86D2D6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14749415" y="717940"/>
              <a:ext cx="634696" cy="634696"/>
            </a:xfrm>
            <a:prstGeom prst="rect">
              <a:avLst/>
            </a:prstGeom>
          </p:spPr>
        </p:pic>
        <p:pic>
          <p:nvPicPr>
            <p:cNvPr id="129" name="Graphic 128" descr="Bed with solid fill">
              <a:extLst>
                <a:ext uri="{FF2B5EF4-FFF2-40B4-BE49-F238E27FC236}">
                  <a16:creationId xmlns:a16="http://schemas.microsoft.com/office/drawing/2014/main" id="{72E44A4C-2670-CBCE-C1D5-84D98A8CA9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5858748" y="717940"/>
              <a:ext cx="634696" cy="634696"/>
            </a:xfrm>
            <a:prstGeom prst="rect">
              <a:avLst/>
            </a:prstGeom>
          </p:spPr>
        </p:pic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D4384E5-8837-BEA9-9895-600762788AA3}"/>
                </a:ext>
              </a:extLst>
            </p:cNvPr>
            <p:cNvSpPr txBox="1"/>
            <p:nvPr/>
          </p:nvSpPr>
          <p:spPr>
            <a:xfrm>
              <a:off x="9391633" y="56342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720B53ED-B65C-00C1-3819-0D779E72A287}"/>
                </a:ext>
              </a:extLst>
            </p:cNvPr>
            <p:cNvSpPr txBox="1"/>
            <p:nvPr/>
          </p:nvSpPr>
          <p:spPr>
            <a:xfrm>
              <a:off x="10453438" y="56342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40D76A9A-0B46-7AC9-1EF3-ADDB3B6D34F9}"/>
                </a:ext>
              </a:extLst>
            </p:cNvPr>
            <p:cNvSpPr txBox="1"/>
            <p:nvPr/>
          </p:nvSpPr>
          <p:spPr>
            <a:xfrm>
              <a:off x="11520098" y="56342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C9A6E232-7D86-0921-3055-1AB5C464A4C5}"/>
                </a:ext>
              </a:extLst>
            </p:cNvPr>
            <p:cNvSpPr txBox="1"/>
            <p:nvPr/>
          </p:nvSpPr>
          <p:spPr>
            <a:xfrm>
              <a:off x="12609658" y="56342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48EF9BE3-C761-E7EB-0D98-2BCFCAEB9A0B}"/>
                </a:ext>
              </a:extLst>
            </p:cNvPr>
            <p:cNvSpPr txBox="1"/>
            <p:nvPr/>
          </p:nvSpPr>
          <p:spPr>
            <a:xfrm>
              <a:off x="13729452" y="568013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7F9B0C0E-EC46-745B-415D-C289DF5F77E6}"/>
                </a:ext>
              </a:extLst>
            </p:cNvPr>
            <p:cNvSpPr txBox="1"/>
            <p:nvPr/>
          </p:nvSpPr>
          <p:spPr>
            <a:xfrm>
              <a:off x="14791257" y="568013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288F23AE-403F-FA68-AFFA-04EDD53B0DCC}"/>
                </a:ext>
              </a:extLst>
            </p:cNvPr>
            <p:cNvSpPr txBox="1"/>
            <p:nvPr/>
          </p:nvSpPr>
          <p:spPr>
            <a:xfrm>
              <a:off x="15857917" y="568013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sp>
          <p:nvSpPr>
            <p:cNvPr id="137" name="Left Bracket 136">
              <a:extLst>
                <a:ext uri="{FF2B5EF4-FFF2-40B4-BE49-F238E27FC236}">
                  <a16:creationId xmlns:a16="http://schemas.microsoft.com/office/drawing/2014/main" id="{F4D21987-36AC-84E9-EEC6-FF13513A5E0F}"/>
                </a:ext>
              </a:extLst>
            </p:cNvPr>
            <p:cNvSpPr/>
            <p:nvPr/>
          </p:nvSpPr>
          <p:spPr>
            <a:xfrm rot="16200000">
              <a:off x="13276901" y="346332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Left Bracket 137">
              <a:extLst>
                <a:ext uri="{FF2B5EF4-FFF2-40B4-BE49-F238E27FC236}">
                  <a16:creationId xmlns:a16="http://schemas.microsoft.com/office/drawing/2014/main" id="{54A99B00-6DDC-81D6-A6FC-0F3EBC30FE47}"/>
                </a:ext>
              </a:extLst>
            </p:cNvPr>
            <p:cNvSpPr/>
            <p:nvPr/>
          </p:nvSpPr>
          <p:spPr>
            <a:xfrm rot="16200000">
              <a:off x="10525253" y="902102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9" name="Graphic 138" descr="Doctor male with solid fill">
              <a:extLst>
                <a:ext uri="{FF2B5EF4-FFF2-40B4-BE49-F238E27FC236}">
                  <a16:creationId xmlns:a16="http://schemas.microsoft.com/office/drawing/2014/main" id="{039E4A87-493F-3C25-B1BD-AC0C02FEC4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3143139" y="1599471"/>
              <a:ext cx="636856" cy="636856"/>
            </a:xfrm>
            <a:prstGeom prst="rect">
              <a:avLst/>
            </a:prstGeom>
          </p:spPr>
        </p:pic>
        <p:pic>
          <p:nvPicPr>
            <p:cNvPr id="140" name="Graphic 139" descr="Doctor female with solid fill">
              <a:extLst>
                <a:ext uri="{FF2B5EF4-FFF2-40B4-BE49-F238E27FC236}">
                  <a16:creationId xmlns:a16="http://schemas.microsoft.com/office/drawing/2014/main" id="{7AFFC943-A35F-DB5A-0782-3F8228616BA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389017" y="1587847"/>
              <a:ext cx="636856" cy="636856"/>
            </a:xfrm>
            <a:prstGeom prst="rect">
              <a:avLst/>
            </a:prstGeom>
          </p:spPr>
        </p:pic>
        <p:pic>
          <p:nvPicPr>
            <p:cNvPr id="141" name="Graphic 140" descr="Doctor female with solid fill">
              <a:extLst>
                <a:ext uri="{FF2B5EF4-FFF2-40B4-BE49-F238E27FC236}">
                  <a16:creationId xmlns:a16="http://schemas.microsoft.com/office/drawing/2014/main" id="{F89F9C15-6FCE-2348-F955-9C2213C094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4725391" y="1587847"/>
              <a:ext cx="636856" cy="636856"/>
            </a:xfrm>
            <a:prstGeom prst="rect">
              <a:avLst/>
            </a:prstGeom>
          </p:spPr>
        </p:pic>
        <p:sp>
          <p:nvSpPr>
            <p:cNvPr id="142" name="Left Bracket 141">
              <a:extLst>
                <a:ext uri="{FF2B5EF4-FFF2-40B4-BE49-F238E27FC236}">
                  <a16:creationId xmlns:a16="http://schemas.microsoft.com/office/drawing/2014/main" id="{6190EF7B-D9B9-3B7E-4206-1AE47AFA0CBA}"/>
                </a:ext>
              </a:extLst>
            </p:cNvPr>
            <p:cNvSpPr/>
            <p:nvPr/>
          </p:nvSpPr>
          <p:spPr>
            <a:xfrm rot="16200000">
              <a:off x="14882096" y="897679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Left Bracket 142">
              <a:extLst>
                <a:ext uri="{FF2B5EF4-FFF2-40B4-BE49-F238E27FC236}">
                  <a16:creationId xmlns:a16="http://schemas.microsoft.com/office/drawing/2014/main" id="{3A2E2A98-A02D-9E38-6F03-743B5043FE1A}"/>
                </a:ext>
              </a:extLst>
            </p:cNvPr>
            <p:cNvSpPr/>
            <p:nvPr/>
          </p:nvSpPr>
          <p:spPr>
            <a:xfrm rot="16200000">
              <a:off x="9467346" y="89767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4" name="Graphic 143" descr="Doctor male with solid fill">
              <a:extLst>
                <a:ext uri="{FF2B5EF4-FFF2-40B4-BE49-F238E27FC236}">
                  <a16:creationId xmlns:a16="http://schemas.microsoft.com/office/drawing/2014/main" id="{21832ED5-DFE3-3B09-5031-0D5EF240EC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339675" y="1599471"/>
              <a:ext cx="636856" cy="63685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9" name="TextBox 148">
                  <a:extLst>
                    <a:ext uri="{FF2B5EF4-FFF2-40B4-BE49-F238E27FC236}">
                      <a16:creationId xmlns:a16="http://schemas.microsoft.com/office/drawing/2014/main" id="{84CAEA05-165D-1B21-E127-F9C4C0683491}"/>
                    </a:ext>
                  </a:extLst>
                </p:cNvPr>
                <p:cNvSpPr txBox="1"/>
                <p:nvPr/>
              </p:nvSpPr>
              <p:spPr>
                <a:xfrm>
                  <a:off x="7896231" y="707385"/>
                  <a:ext cx="1126912" cy="147732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9600" b="0" i="1" smtClean="0">
                            <a:latin typeface="Cambria Math" panose="02040503050406030204" pitchFamily="18" charset="0"/>
                          </a:rPr>
                          <m:t>~</m:t>
                        </m:r>
                      </m:oMath>
                    </m:oMathPara>
                  </a14:m>
                  <a:endParaRPr lang="en-US" sz="9600" dirty="0"/>
                </a:p>
              </p:txBody>
            </p:sp>
          </mc:Choice>
          <mc:Fallback xmlns="">
            <p:sp>
              <p:nvSpPr>
                <p:cNvPr id="149" name="TextBox 148">
                  <a:extLst>
                    <a:ext uri="{FF2B5EF4-FFF2-40B4-BE49-F238E27FC236}">
                      <a16:creationId xmlns:a16="http://schemas.microsoft.com/office/drawing/2014/main" id="{84CAEA05-165D-1B21-E127-F9C4C06834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6231" y="707385"/>
                  <a:ext cx="1126912" cy="1477328"/>
                </a:xfrm>
                <a:prstGeom prst="rect">
                  <a:avLst/>
                </a:prstGeom>
                <a:blipFill>
                  <a:blip r:embed="rId11"/>
                  <a:stretch>
                    <a:fillRect l="-8889" r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77F633E-11C8-3738-4634-063B4163767D}"/>
              </a:ext>
            </a:extLst>
          </p:cNvPr>
          <p:cNvGrpSpPr/>
          <p:nvPr/>
        </p:nvGrpSpPr>
        <p:grpSpPr>
          <a:xfrm>
            <a:off x="855237" y="3675232"/>
            <a:ext cx="10006814" cy="2175446"/>
            <a:chOff x="855237" y="3675232"/>
            <a:chExt cx="10006814" cy="2175446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CA14CC8A-CB15-2D4D-8B37-87C9F7116876}"/>
                </a:ext>
              </a:extLst>
            </p:cNvPr>
            <p:cNvSpPr/>
            <p:nvPr/>
          </p:nvSpPr>
          <p:spPr>
            <a:xfrm>
              <a:off x="855237" y="3753526"/>
              <a:ext cx="4420820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Graphic 2" descr="Bed with solid fill">
              <a:extLst>
                <a:ext uri="{FF2B5EF4-FFF2-40B4-BE49-F238E27FC236}">
                  <a16:creationId xmlns:a16="http://schemas.microsoft.com/office/drawing/2014/main" id="{89198DAA-3B7D-5778-B142-450548E8B6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134876" y="4089112"/>
              <a:ext cx="634696" cy="634696"/>
            </a:xfrm>
            <a:prstGeom prst="rect">
              <a:avLst/>
            </a:prstGeom>
          </p:spPr>
        </p:pic>
        <p:pic>
          <p:nvPicPr>
            <p:cNvPr id="4" name="Graphic 3" descr="Sleep with solid fill">
              <a:extLst>
                <a:ext uri="{FF2B5EF4-FFF2-40B4-BE49-F238E27FC236}">
                  <a16:creationId xmlns:a16="http://schemas.microsoft.com/office/drawing/2014/main" id="{7A5F4C1E-BB6A-E4EB-CEBC-513922071D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2200708" y="4089112"/>
              <a:ext cx="634696" cy="634696"/>
            </a:xfrm>
            <a:prstGeom prst="rect">
              <a:avLst/>
            </a:prstGeom>
          </p:spPr>
        </p:pic>
        <p:pic>
          <p:nvPicPr>
            <p:cNvPr id="5" name="Graphic 4" descr="Sleep with solid fill">
              <a:extLst>
                <a:ext uri="{FF2B5EF4-FFF2-40B4-BE49-F238E27FC236}">
                  <a16:creationId xmlns:a16="http://schemas.microsoft.com/office/drawing/2014/main" id="{FDE97C45-A821-4DA5-D46C-F6DE626D82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3310041" y="4089112"/>
              <a:ext cx="634696" cy="634696"/>
            </a:xfrm>
            <a:prstGeom prst="rect">
              <a:avLst/>
            </a:prstGeom>
          </p:spPr>
        </p:pic>
        <p:pic>
          <p:nvPicPr>
            <p:cNvPr id="6" name="Graphic 5" descr="Sleep with solid fill">
              <a:extLst>
                <a:ext uri="{FF2B5EF4-FFF2-40B4-BE49-F238E27FC236}">
                  <a16:creationId xmlns:a16="http://schemas.microsoft.com/office/drawing/2014/main" id="{6436BDD8-8A02-9AD0-37E2-59F6A5F485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4375873" y="4089112"/>
              <a:ext cx="634696" cy="634696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BA1CAFA-3829-27BF-EC04-1AC2C9820DE5}"/>
                </a:ext>
              </a:extLst>
            </p:cNvPr>
            <p:cNvSpPr txBox="1"/>
            <p:nvPr/>
          </p:nvSpPr>
          <p:spPr>
            <a:xfrm>
              <a:off x="1203324" y="39345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D339A65-703C-0012-3519-72D879974D34}"/>
                </a:ext>
              </a:extLst>
            </p:cNvPr>
            <p:cNvSpPr txBox="1"/>
            <p:nvPr/>
          </p:nvSpPr>
          <p:spPr>
            <a:xfrm>
              <a:off x="2265129" y="39345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4CF676A-908A-F2D8-3E9B-7CBE0FF46FF7}"/>
                </a:ext>
              </a:extLst>
            </p:cNvPr>
            <p:cNvSpPr txBox="1"/>
            <p:nvPr/>
          </p:nvSpPr>
          <p:spPr>
            <a:xfrm>
              <a:off x="3331789" y="39345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D7E2F9C-CE41-FBA4-A08A-F985BBE3BBDD}"/>
                </a:ext>
              </a:extLst>
            </p:cNvPr>
            <p:cNvSpPr txBox="1"/>
            <p:nvPr/>
          </p:nvSpPr>
          <p:spPr>
            <a:xfrm>
              <a:off x="4421349" y="39345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11" name="Left Bracket 10">
              <a:extLst>
                <a:ext uri="{FF2B5EF4-FFF2-40B4-BE49-F238E27FC236}">
                  <a16:creationId xmlns:a16="http://schemas.microsoft.com/office/drawing/2014/main" id="{03C9E5CB-71A8-F93B-FC8D-3E86BFC6636E}"/>
                </a:ext>
              </a:extLst>
            </p:cNvPr>
            <p:cNvSpPr/>
            <p:nvPr/>
          </p:nvSpPr>
          <p:spPr>
            <a:xfrm rot="16200000">
              <a:off x="3970170" y="3705880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Left Bracket 11">
              <a:extLst>
                <a:ext uri="{FF2B5EF4-FFF2-40B4-BE49-F238E27FC236}">
                  <a16:creationId xmlns:a16="http://schemas.microsoft.com/office/drawing/2014/main" id="{49CDABFC-309B-BD04-A056-C66A4804FE2F}"/>
                </a:ext>
              </a:extLst>
            </p:cNvPr>
            <p:cNvSpPr/>
            <p:nvPr/>
          </p:nvSpPr>
          <p:spPr>
            <a:xfrm rot="16200000">
              <a:off x="2336944" y="4273274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Graphic 12" descr="Doctor male with solid fill">
              <a:extLst>
                <a:ext uri="{FF2B5EF4-FFF2-40B4-BE49-F238E27FC236}">
                  <a16:creationId xmlns:a16="http://schemas.microsoft.com/office/drawing/2014/main" id="{D7F7D628-A794-DDD3-1EC2-F6D5F9C4D5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836408" y="4959019"/>
              <a:ext cx="636856" cy="636856"/>
            </a:xfrm>
            <a:prstGeom prst="rect">
              <a:avLst/>
            </a:prstGeom>
          </p:spPr>
        </p:pic>
        <p:pic>
          <p:nvPicPr>
            <p:cNvPr id="14" name="Graphic 13" descr="Doctor female with solid fill">
              <a:extLst>
                <a:ext uri="{FF2B5EF4-FFF2-40B4-BE49-F238E27FC236}">
                  <a16:creationId xmlns:a16="http://schemas.microsoft.com/office/drawing/2014/main" id="{A426156A-4081-20CD-CCC2-46A51FA648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200708" y="4959019"/>
              <a:ext cx="636856" cy="636856"/>
            </a:xfrm>
            <a:prstGeom prst="rect">
              <a:avLst/>
            </a:prstGeom>
          </p:spPr>
        </p:pic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46F3DA0C-BBE8-0BC7-2C26-398576EE798D}"/>
                </a:ext>
              </a:extLst>
            </p:cNvPr>
            <p:cNvSpPr/>
            <p:nvPr/>
          </p:nvSpPr>
          <p:spPr>
            <a:xfrm>
              <a:off x="6441231" y="3675232"/>
              <a:ext cx="4420820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6" name="Graphic 15" descr="Sleep with solid fill">
              <a:extLst>
                <a:ext uri="{FF2B5EF4-FFF2-40B4-BE49-F238E27FC236}">
                  <a16:creationId xmlns:a16="http://schemas.microsoft.com/office/drawing/2014/main" id="{F335BE43-8851-5AD4-6571-91107293C3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6720870" y="4010818"/>
              <a:ext cx="634696" cy="634696"/>
            </a:xfrm>
            <a:prstGeom prst="rect">
              <a:avLst/>
            </a:prstGeom>
          </p:spPr>
        </p:pic>
        <p:pic>
          <p:nvPicPr>
            <p:cNvPr id="17" name="Graphic 16" descr="Sleep with solid fill">
              <a:extLst>
                <a:ext uri="{FF2B5EF4-FFF2-40B4-BE49-F238E27FC236}">
                  <a16:creationId xmlns:a16="http://schemas.microsoft.com/office/drawing/2014/main" id="{E3439103-DBC8-E893-AFF9-81F586587F7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7786702" y="4010818"/>
              <a:ext cx="634696" cy="634696"/>
            </a:xfrm>
            <a:prstGeom prst="rect">
              <a:avLst/>
            </a:prstGeom>
          </p:spPr>
        </p:pic>
        <p:pic>
          <p:nvPicPr>
            <p:cNvPr id="18" name="Graphic 17" descr="Sleep with solid fill">
              <a:extLst>
                <a:ext uri="{FF2B5EF4-FFF2-40B4-BE49-F238E27FC236}">
                  <a16:creationId xmlns:a16="http://schemas.microsoft.com/office/drawing/2014/main" id="{099C2FEA-458B-E744-FE45-91818E01D29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8896035" y="4010818"/>
              <a:ext cx="634696" cy="634696"/>
            </a:xfrm>
            <a:prstGeom prst="rect">
              <a:avLst/>
            </a:prstGeom>
          </p:spPr>
        </p:pic>
        <p:pic>
          <p:nvPicPr>
            <p:cNvPr id="19" name="Graphic 18" descr="Bed with solid fill">
              <a:extLst>
                <a:ext uri="{FF2B5EF4-FFF2-40B4-BE49-F238E27FC236}">
                  <a16:creationId xmlns:a16="http://schemas.microsoft.com/office/drawing/2014/main" id="{8C4E4EB5-F427-5331-BEDB-E73245F476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9961867" y="4010818"/>
              <a:ext cx="634696" cy="634696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66D3A7E-C03A-6501-BB4F-3BA1025BA944}"/>
                </a:ext>
              </a:extLst>
            </p:cNvPr>
            <p:cNvSpPr txBox="1"/>
            <p:nvPr/>
          </p:nvSpPr>
          <p:spPr>
            <a:xfrm>
              <a:off x="6789318" y="385630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B9040FB-C23E-E211-5224-07EC2B3AFC44}"/>
                </a:ext>
              </a:extLst>
            </p:cNvPr>
            <p:cNvSpPr txBox="1"/>
            <p:nvPr/>
          </p:nvSpPr>
          <p:spPr>
            <a:xfrm>
              <a:off x="7851123" y="385630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5E2F948-003F-A991-F97D-D7EC95DEBC8B}"/>
                </a:ext>
              </a:extLst>
            </p:cNvPr>
            <p:cNvSpPr txBox="1"/>
            <p:nvPr/>
          </p:nvSpPr>
          <p:spPr>
            <a:xfrm>
              <a:off x="8917783" y="385630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0AF3491-AF1F-3134-8947-9DE22B2707F3}"/>
                </a:ext>
              </a:extLst>
            </p:cNvPr>
            <p:cNvSpPr txBox="1"/>
            <p:nvPr/>
          </p:nvSpPr>
          <p:spPr>
            <a:xfrm>
              <a:off x="10007343" y="385630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24" name="Left Bracket 23">
              <a:extLst>
                <a:ext uri="{FF2B5EF4-FFF2-40B4-BE49-F238E27FC236}">
                  <a16:creationId xmlns:a16="http://schemas.microsoft.com/office/drawing/2014/main" id="{3A51DC4E-52DB-1E18-C464-A6B642BA704F}"/>
                </a:ext>
              </a:extLst>
            </p:cNvPr>
            <p:cNvSpPr/>
            <p:nvPr/>
          </p:nvSpPr>
          <p:spPr>
            <a:xfrm rot="16200000">
              <a:off x="7404037" y="3627586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Left Bracket 24">
              <a:extLst>
                <a:ext uri="{FF2B5EF4-FFF2-40B4-BE49-F238E27FC236}">
                  <a16:creationId xmlns:a16="http://schemas.microsoft.com/office/drawing/2014/main" id="{2DEF8DA3-CAC7-EBF9-EA14-44CFE67142DD}"/>
                </a:ext>
              </a:extLst>
            </p:cNvPr>
            <p:cNvSpPr/>
            <p:nvPr/>
          </p:nvSpPr>
          <p:spPr>
            <a:xfrm rot="16200000">
              <a:off x="9048730" y="4194979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6" name="Graphic 25" descr="Doctor male with solid fill">
              <a:extLst>
                <a:ext uri="{FF2B5EF4-FFF2-40B4-BE49-F238E27FC236}">
                  <a16:creationId xmlns:a16="http://schemas.microsoft.com/office/drawing/2014/main" id="{C0EA918C-6248-8022-85FE-4252B5CC9F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316445" y="4880725"/>
              <a:ext cx="636856" cy="636856"/>
            </a:xfrm>
            <a:prstGeom prst="rect">
              <a:avLst/>
            </a:prstGeom>
          </p:spPr>
        </p:pic>
        <p:pic>
          <p:nvPicPr>
            <p:cNvPr id="27" name="Graphic 26" descr="Doctor female with solid fill">
              <a:extLst>
                <a:ext uri="{FF2B5EF4-FFF2-40B4-BE49-F238E27FC236}">
                  <a16:creationId xmlns:a16="http://schemas.microsoft.com/office/drawing/2014/main" id="{1EF3B3A6-8F8C-617D-C464-E6D8CBB3E0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883053" y="4880454"/>
              <a:ext cx="636856" cy="636856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E689DF48-81DE-4FA9-BB31-E8187753F097}"/>
                    </a:ext>
                  </a:extLst>
                </p:cNvPr>
                <p:cNvSpPr txBox="1"/>
                <p:nvPr/>
              </p:nvSpPr>
              <p:spPr>
                <a:xfrm>
                  <a:off x="5434255" y="4149177"/>
                  <a:ext cx="844783" cy="1107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7200" b="0" i="1" smtClean="0">
                            <a:latin typeface="Cambria Math" panose="02040503050406030204" pitchFamily="18" charset="0"/>
                          </a:rPr>
                          <m:t>~</m:t>
                        </m:r>
                      </m:oMath>
                    </m:oMathPara>
                  </a14:m>
                  <a:endParaRPr lang="en-US" sz="7200" dirty="0"/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E689DF48-81DE-4FA9-BB31-E8187753F0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4255" y="4149177"/>
                  <a:ext cx="844783" cy="1107996"/>
                </a:xfrm>
                <a:prstGeom prst="rect">
                  <a:avLst/>
                </a:prstGeom>
                <a:blipFill>
                  <a:blip r:embed="rId12"/>
                  <a:stretch>
                    <a:fillRect l="-8824" r="-88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535193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2465</TotalTime>
  <Words>99</Words>
  <Application>Microsoft Macintosh PowerPoint</Application>
  <PresentationFormat>Widescreen</PresentationFormat>
  <Paragraphs>76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Geraint Palmer-Liyu</dc:creator>
  <cp:lastModifiedBy>Geraint Palmer-Liyu</cp:lastModifiedBy>
  <cp:revision>11</cp:revision>
  <dcterms:created xsi:type="dcterms:W3CDTF">2026-05-07T13:21:37Z</dcterms:created>
  <dcterms:modified xsi:type="dcterms:W3CDTF">2026-05-18T19:23:51Z</dcterms:modified>
</cp:coreProperties>
</file>