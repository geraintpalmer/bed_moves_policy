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82"/>
  </p:normalViewPr>
  <p:slideViewPr>
    <p:cSldViewPr snapToGrid="0">
      <p:cViewPr>
        <p:scale>
          <a:sx n="78" d="100"/>
          <a:sy n="78" d="100"/>
        </p:scale>
        <p:origin x="440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FDD478E-B191-BEBF-B7F5-500E150B8800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1172582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1172581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1172581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BEF9433-03AC-D6B3-A3B6-38D7FD92F7F8}"/>
                </a:ext>
              </a:extLst>
            </p:cNvPr>
            <p:cNvCxnSpPr/>
            <p:nvPr/>
          </p:nvCxnSpPr>
          <p:spPr>
            <a:xfrm>
              <a:off x="3239846" y="1916653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E0D07E9-5C9D-B412-BCED-1F0849BA94C1}"/>
                </a:ext>
              </a:extLst>
            </p:cNvPr>
            <p:cNvCxnSpPr/>
            <p:nvPr/>
          </p:nvCxnSpPr>
          <p:spPr>
            <a:xfrm>
              <a:off x="6253780" y="1909480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6B6FB1-6B06-D93C-DA48-2B45E93F2615}"/>
                </a:ext>
              </a:extLst>
            </p:cNvPr>
            <p:cNvCxnSpPr/>
            <p:nvPr/>
          </p:nvCxnSpPr>
          <p:spPr>
            <a:xfrm>
              <a:off x="9267714" y="1895134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3929217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3929217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4768306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4768306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1925641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1925641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2764730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2764730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65370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61784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61784"/>
              <a:ext cx="634696" cy="634696"/>
            </a:xfrm>
            <a:prstGeom prst="rect">
              <a:avLst/>
            </a:prstGeom>
          </p:spPr>
        </p:pic>
        <p:pic>
          <p:nvPicPr>
            <p:cNvPr id="63" name="Graphic 62" descr="Sleep with solid fill">
              <a:extLst>
                <a:ext uri="{FF2B5EF4-FFF2-40B4-BE49-F238E27FC236}">
                  <a16:creationId xmlns:a16="http://schemas.microsoft.com/office/drawing/2014/main" id="{B8E2AE39-B58E-011E-1C50-05AD2C99B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030079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869168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4708256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5547345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122861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122861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961950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961950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2395383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3234472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3234472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4073560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4073560"/>
              <a:ext cx="634696" cy="634696"/>
            </a:xfrm>
            <a:prstGeom prst="rect">
              <a:avLst/>
            </a:prstGeom>
          </p:spPr>
        </p:pic>
        <p:pic>
          <p:nvPicPr>
            <p:cNvPr id="117" name="Graphic 116" descr="Sleep with solid fill">
              <a:extLst>
                <a:ext uri="{FF2B5EF4-FFF2-40B4-BE49-F238E27FC236}">
                  <a16:creationId xmlns:a16="http://schemas.microsoft.com/office/drawing/2014/main" id="{55C6267F-A4C7-4B47-6E5E-425C50DC5C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32534" y="4912649"/>
              <a:ext cx="634696" cy="634696"/>
            </a:xfrm>
            <a:prstGeom prst="rect">
              <a:avLst/>
            </a:prstGeom>
          </p:spPr>
        </p:pic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85ED1AE-129F-F15E-72DA-824C1F89B163}"/>
                </a:ext>
              </a:extLst>
            </p:cNvPr>
            <p:cNvCxnSpPr/>
            <p:nvPr/>
          </p:nvCxnSpPr>
          <p:spPr>
            <a:xfrm>
              <a:off x="3239846" y="2754416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056368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594032" y="5547344"/>
              <a:ext cx="1024569" cy="661275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97F7-F283-2F82-698C-E016618FC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5B8C7F-F4ED-B7A9-AE45-94AD8FD312FE}"/>
              </a:ext>
            </a:extLst>
          </p:cNvPr>
          <p:cNvSpPr/>
          <p:nvPr/>
        </p:nvSpPr>
        <p:spPr>
          <a:xfrm>
            <a:off x="225912" y="1172583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8155D6A4-7622-70F2-E303-5A893C558605}"/>
              </a:ext>
            </a:extLst>
          </p:cNvPr>
          <p:cNvSpPr/>
          <p:nvPr/>
        </p:nvSpPr>
        <p:spPr>
          <a:xfrm>
            <a:off x="3239846" y="1172582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9DEA0841-80C0-68EE-C231-AA3B97015AC8}"/>
              </a:ext>
            </a:extLst>
          </p:cNvPr>
          <p:cNvSpPr/>
          <p:nvPr/>
        </p:nvSpPr>
        <p:spPr>
          <a:xfrm>
            <a:off x="6253780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AF13D71-0B6A-4A83-7BCF-2FA8AD51915C}"/>
              </a:ext>
            </a:extLst>
          </p:cNvPr>
          <p:cNvSpPr/>
          <p:nvPr/>
        </p:nvSpPr>
        <p:spPr>
          <a:xfrm>
            <a:off x="9267714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EBE9E6B-D3ED-66EF-9143-44003E57B85D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0159D7-C6C1-B857-F8E8-25704449DD31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880039-92CC-B423-69FB-B5A014F81974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D6773E-1A87-3B98-E282-31598971038B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F8DD8F-EB79-1AB2-1616-E561D76F06DF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D80EF1C-8A47-7A87-A86B-010F16D02470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4D7CAE-50BD-0183-692F-86695273AA1B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E48509-5618-3C6D-78EB-68D032F7BBC6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524937-6671-AD4B-E36C-DDE96F31D4A2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ED4D59A-0E5E-FF66-5BEE-109B6A0AB747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C5B55E4-66D0-E3A7-AF6E-5AD19169A1C5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3099E6E-C439-5CE0-9BFC-2D587E1152F9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15745D3-A775-24A7-3CFC-77B5C579846B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1645BD-06A7-CFA7-4840-F573DD5D720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B15A6B5-D051-4E2E-5CD2-D5DBCDABB5CA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AD1195F-4CAE-F7CF-10F1-D9829DB60DC8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DFBA7DB-7925-245C-9100-F576ED640631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599050A-0771-580B-3B97-9808FCCFBE7D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5F0D2-6DFF-CE88-32FB-F968E6ED4734}"/>
              </a:ext>
            </a:extLst>
          </p:cNvPr>
          <p:cNvSpPr txBox="1"/>
          <p:nvPr/>
        </p:nvSpPr>
        <p:spPr>
          <a:xfrm>
            <a:off x="786251" y="649363"/>
            <a:ext cx="1547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North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1816D-96FF-B5AD-0AB7-3371F071A274}"/>
              </a:ext>
            </a:extLst>
          </p:cNvPr>
          <p:cNvSpPr txBox="1"/>
          <p:nvPr/>
        </p:nvSpPr>
        <p:spPr>
          <a:xfrm>
            <a:off x="6773868" y="649363"/>
            <a:ext cx="1552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North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577A3-6BCB-7CF9-667E-03CF4648E0A5}"/>
              </a:ext>
            </a:extLst>
          </p:cNvPr>
          <p:cNvSpPr txBox="1"/>
          <p:nvPr/>
        </p:nvSpPr>
        <p:spPr>
          <a:xfrm>
            <a:off x="3714247" y="649363"/>
            <a:ext cx="1582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706A2-0E10-2BB9-85BD-053AD5102D10}"/>
              </a:ext>
            </a:extLst>
          </p:cNvPr>
          <p:cNvSpPr txBox="1"/>
          <p:nvPr/>
        </p:nvSpPr>
        <p:spPr>
          <a:xfrm>
            <a:off x="9742013" y="649363"/>
            <a:ext cx="1577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South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4B6A6354-93FA-F3AE-5E61-28A1DCEB9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64F420BD-0E8B-C69B-A315-E4B7D6993B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B69EE946-20FF-0735-F4A7-BD8E4D835E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0B9DBEFB-E100-6330-9115-24D275F26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7955ECE6-C843-A921-1E69-D8FF9D4C5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DF005D58-04BC-2FD0-CC2F-23A059F92D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4BCA5013-888B-06D4-AFCC-4CB927EF0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DFA7CBFE-7D37-E79C-507B-A60D3C48C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350FBF7A-E70B-5944-3820-EBA432276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569F0A00-54A2-6704-786B-D5FA117DA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31FFB1AB-5059-F575-BF42-E00F7198E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3A61AAB5-5DA5-9B55-8A76-65E6A23A2F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0E41E179-4523-74A3-4BCB-C884D2D17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7500C91F-76A5-B8A5-362E-7DCA1E7B02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0E1ABDB4-8E3A-A9B2-2B96-19D87F384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378C768C-6B77-D6D3-B37E-24A0AE76A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3F236106-BC41-0BA6-C621-5FF42559D6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FF82FCB3-6355-F44B-C34E-D97D76C53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2C73AEFF-96A2-78D0-1F57-94EF2D478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4BEEC8CC-17CD-1DE9-B837-3EB4A266F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948F4E72-B8EF-C157-F6E8-735CBEAEA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1F49D281-C05F-DB37-79C5-E032F1502D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27218173-AA79-9F4E-1B8A-F75DFF288D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21CB499C-6743-6AD9-1242-F14A64EE9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0911D71-53A5-CA15-21A2-0A68B5B64E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62B766FB-5971-265E-CB42-BF975EDE4F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E8D03C45-9132-1072-3688-F5C4FB58A3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E59FD0F6-04F1-E545-9212-75836CAE3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E9996DB9-CF99-F34F-D079-60127A813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AE826CE-B35C-82C7-8058-26FE877BA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EE050118-D09E-D2B2-2211-E89BC705C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7E93134E-36F2-C3E3-093B-E9E02235D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E2D4395F-B040-069A-5F3D-8EB0B8CAD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12C859E8-CB0A-55FE-8B06-CED0317462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6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05B7-C9FA-3786-F656-B25DEBDDA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3963E3-576A-F7BE-5668-4A616BFC4E3B}"/>
              </a:ext>
            </a:extLst>
          </p:cNvPr>
          <p:cNvSpPr/>
          <p:nvPr/>
        </p:nvSpPr>
        <p:spPr>
          <a:xfrm>
            <a:off x="225912" y="1172583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99D050C-B7CE-8CCE-783C-7C95B4F74CDA}"/>
              </a:ext>
            </a:extLst>
          </p:cNvPr>
          <p:cNvSpPr/>
          <p:nvPr/>
        </p:nvSpPr>
        <p:spPr>
          <a:xfrm>
            <a:off x="6253780" y="1172581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D4D795-4C7A-A932-FA84-32A64BA52F12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D786CA2-3F1A-82CF-A114-A269FCEC2DE6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F7AD4B-54AE-37D2-13A9-211F8581E5C5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E20224F-D07B-8658-4226-015587740097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35FA62-3CD9-7531-357C-33B3337ECDFA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6F6CCC-F702-1DF2-F9CB-DAE49A9E0BCC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E66560-3981-EE9E-9DDF-31CAC955EDBC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C1396F-195F-00E8-13A1-67331B2EC1D1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A9F23-B0D9-73D0-1A1E-6CA27D78B00B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7114A-8BED-2365-3BCE-EAA96205EAFE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4EE2D8-E1AD-C050-1524-E390F7C500FE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735198A-D419-8B02-0E29-799E7B1F3158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54CF8E-5EA5-B4F0-1D6E-16FB9617A4BC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DAEFAE7-D2EF-C390-D908-C76BFA4DF84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6AEF6CA-6D61-8433-C7DF-CCA4741A2830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8345935-D648-AAB7-31AA-6A0099819869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AF1E337-906A-D9B2-7556-C5CD27403FE9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FD0B42-1A9F-8700-95BD-050FBBD30029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3F1EE-F9DF-1B48-5551-EF7BAF08D0A3}"/>
              </a:ext>
            </a:extLst>
          </p:cNvPr>
          <p:cNvSpPr txBox="1"/>
          <p:nvPr/>
        </p:nvSpPr>
        <p:spPr>
          <a:xfrm>
            <a:off x="786251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8FACC6-1B82-D806-59A0-5CEAC3BE4064}"/>
              </a:ext>
            </a:extLst>
          </p:cNvPr>
          <p:cNvSpPr txBox="1"/>
          <p:nvPr/>
        </p:nvSpPr>
        <p:spPr>
          <a:xfrm>
            <a:off x="6773868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2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C4ED998D-3CFC-98BE-D927-69310995C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B6DB1321-26FF-8F27-C394-804AA06BD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FF963B37-BEC6-F4EC-1646-708ADF11F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956DEAE3-B522-7397-4E11-06A2E3634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B199787A-E6D8-16D6-7DB5-7D7F3C71B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BFF7D3DF-22DE-A4C8-DE8E-1B2F3CBE3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947FACD6-958A-C236-3DC5-3CD653287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33680717-472D-4E57-D593-A1974299D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17F6F732-04AE-48B3-B8F1-ACCBD53CA3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B29CF5B2-019C-F6ED-FE22-23592BDD5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5E2C4D15-10F2-6304-AADB-CD06BF6F5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8385A6FF-8978-B738-A53E-9CDCD42CE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BEA8F744-8504-DD07-B4DB-D1A21B4F8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27669CE2-317A-40CA-5F94-E72AFB174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C42BAA05-FE68-4D61-1F4A-5969EEB2E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E74E403F-A927-A096-8D2C-BC6D0776A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F00C648B-64BC-AAB2-0BDA-8BCAC8561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BE2844BB-70B7-8C84-D3FD-853E7E88A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A0584E7F-C75C-6314-0BF7-65337EBC0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5897C9C1-28F9-EAFB-1D20-8BD6D6CD21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641B0F86-7C71-4620-01E8-E845328A3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DEB8B8F2-F3AE-BC1E-9ACD-ED51164F4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BDEE4171-4367-53C6-6198-2D0D842F5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ECCF987C-9672-68B7-DD6E-D35BD65D91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F8D50A8-61BD-4BDB-9D1E-4476E1481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D6F5A434-884F-3560-5384-DEA63566C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16FFA087-52DB-6D8C-63D7-780CF529A8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AB060748-6A2D-2EF4-DB7D-3CF77321E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39BAD2B0-E0BC-F792-9A6A-63FD7C34D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1D8C7F7-A2E9-3EDB-3364-EDAA72F9C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50EE898B-C355-0541-83AC-CB4CB17098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3807EACB-4432-305A-4602-5DA4DC69B1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8A8D8CA4-4798-F2B1-3129-5068BFC55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935A8409-F02E-6838-D906-33FD10AFBD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7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1896</TotalTime>
  <Words>38</Words>
  <Application>Microsoft Macintosh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3</cp:revision>
  <dcterms:created xsi:type="dcterms:W3CDTF">2026-05-07T13:21:37Z</dcterms:created>
  <dcterms:modified xsi:type="dcterms:W3CDTF">2026-05-11T11:39:11Z</dcterms:modified>
</cp:coreProperties>
</file>